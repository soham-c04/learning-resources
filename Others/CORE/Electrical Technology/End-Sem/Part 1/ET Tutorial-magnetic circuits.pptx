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6" r:id="rId4"/>
    <p:sldId id="262" r:id="rId5"/>
    <p:sldId id="265" r:id="rId6"/>
    <p:sldId id="263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79A29-A25C-4998-9ED3-D99AB124AD1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2F3F8-22AA-4805-B685-817EE5CB9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7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0BBC-AEC0-4C45-9960-F1A467E72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4F736-D05C-F848-64EE-D7347CF16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BFFA-4875-0BAC-F343-A026D327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504D-AEBE-2135-6524-91A4D038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5A3C2-06AF-CAC4-50AB-A67B4895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74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B994-78C7-8436-1D87-6E3BEC04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F9DB-A5B5-8F6A-465D-AC26D7A8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5075E-730B-AF08-E75B-1C944A41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6DEEF-00F8-ECC4-FD62-6727BAA3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3D30-507A-C9D1-149A-970E020C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3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CAD4-A020-7E1C-3CC3-AE57B11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8F22-A1AF-C8E0-3C43-D3339602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7EE3-B705-A220-02F2-4FE9E90B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C658-11F5-87A5-40A0-35961B38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E68E6-E4C3-D151-D06D-DDEA803B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3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EFFB-93D0-75D3-5721-0F0AA709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F209-4DC6-9E65-C33B-02CFD81A0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2557-744B-24B4-8D2E-CFCF29D25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7F23-B1DE-7282-7B9D-B89DB651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E1CC-48FD-CABA-7576-B90FCE81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BDDB2-1B36-E766-EE21-3C752091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B06-8D31-2EAD-4555-402935B5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D9F38-5F9C-E89F-D75A-97E170E5C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65CA5-06E6-513F-5400-52A2766C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7FBC9-4720-610B-231B-88B6A7126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5C9B0-8AF2-422B-DE55-5A5B0430D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3308C-881F-0D6D-D113-BC73E7D0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B3028-6A12-F025-9A72-641390A4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0D95-FEE8-76D8-1F0F-6D314087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7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F956-7502-4F82-292C-BE3A2A5C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54E9D-4782-6664-94BC-0125A1D8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4166-AF11-D09B-B345-82A65607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1CAB8-4893-6C90-CD9B-D0C7E6CE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5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2603C-C9B4-C1C4-B433-D576F304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8BF21-9708-BFA2-812F-4324C6C8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A4D59-B020-5010-F434-CD11AC5F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62EC-31EC-97A2-523C-48094999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BDFA-0B5E-4E8D-B485-E95B478E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E2575-A918-3F4D-0BC3-13AF2CE6D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8793-0B61-2E89-511D-0DB32D1B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5E320-BA43-2A1F-EB41-007DFD82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4DD84-D408-2595-03F6-39657E61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53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86AF-1D82-5859-CC0D-6CCD3AF2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56CBE-070C-E7C3-03D1-9A0766266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D75D1-A4A7-BC73-4685-77048949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D4E94-ED1E-7758-CE80-67D317BC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5EA68-FEBF-73A7-8DC1-BDD3B596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B4B92-E999-FD0F-F12C-E61AE06C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88AF-3211-7DA6-06FA-107AB2E4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4FBDB-2BAB-5E16-4F4D-8E2067F0F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6CF8-723C-01D5-9019-A285A5A7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315B-9F09-091B-5AAE-86AE2A32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D281-AD33-FFC2-57A1-370DF9E2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31F0F-997A-C830-6C22-E60C067A6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4E534-C8F0-014C-DAC0-C36CD6A1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61B1-DE86-70F4-9336-3AAF0E9D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1BD4F-9048-EEF7-4CB5-07C56D0D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DED98-4975-266C-18A9-37B6BF78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2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65CEB-6E9E-6D15-381F-226A6398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332C8-23D0-D17A-ABC5-58AA22B3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535E4-8D9D-ED2E-511E-09190F853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30C39-D057-4FD0-AE27-0EB06C3776D9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40942-8EB9-379C-89C7-CBD8E6BBB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D378-FAE8-94C6-EA35-0AF2259BD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5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268-7ACD-6EEA-4E21-B045684A5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ET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6966C-C1B1-4183-2E8D-34FADE6C0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Magnetic Circuits</a:t>
            </a:r>
          </a:p>
        </p:txBody>
      </p:sp>
    </p:spTree>
    <p:extLst>
      <p:ext uri="{BB962C8B-B14F-4D97-AF65-F5344CB8AC3E}">
        <p14:creationId xmlns:p14="http://schemas.microsoft.com/office/powerpoint/2010/main" val="23188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3C1AF9-BE47-AF5D-CEC5-1CFAAA76BB2F}"/>
              </a:ext>
            </a:extLst>
          </p:cNvPr>
          <p:cNvSpPr txBox="1"/>
          <p:nvPr/>
        </p:nvSpPr>
        <p:spPr>
          <a:xfrm>
            <a:off x="8325491" y="5481919"/>
            <a:ext cx="401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 3.16 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DCE41E7-78B8-6AD8-11B8-FCAC4EF6F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28" y="332412"/>
                <a:ext cx="11585944" cy="21518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just">
                  <a:lnSpc>
                    <a:spcPct val="107000"/>
                  </a:lnSpc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</a:t>
                </a:r>
                <a:r>
                  <a:rPr lang="en-IN" sz="28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circular ring has a mean circumference of 1.5m and a cross-section area of 0.01 m2. A saw cut of 4mm wide is made in the ring. Calculate the magnetizing current required to produce flux of 0.8mWb in the air gap if the ring is wound with a coil of 175 turns. (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𝑖𝑟𝑜𝑛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=400, </m:t>
                    </m:r>
                  </m:oMath>
                </a14:m>
                <a:r>
                  <a:rPr lang="en-IN" sz="28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leakage factor = 1.25)</a:t>
                </a:r>
                <a:endParaRPr lang="en-IN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DCE41E7-78B8-6AD8-11B8-FCAC4EF6F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28" y="332412"/>
                <a:ext cx="11585944" cy="2151871"/>
              </a:xfrm>
              <a:prstGeom prst="rect">
                <a:avLst/>
              </a:prstGeom>
              <a:blipFill>
                <a:blip r:embed="rId2"/>
                <a:stretch>
                  <a:fillRect l="-1105" t="-2550" r="-110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13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3C1AF9-BE47-AF5D-CEC5-1CFAAA76BB2F}"/>
              </a:ext>
            </a:extLst>
          </p:cNvPr>
          <p:cNvSpPr txBox="1"/>
          <p:nvPr/>
        </p:nvSpPr>
        <p:spPr>
          <a:xfrm>
            <a:off x="8325491" y="5481919"/>
            <a:ext cx="401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 2387 AT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332412"/>
            <a:ext cx="11585944" cy="215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en-US" altLang="en-US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N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cast steel electromagnet has an air gap length of 3mm and an iron path of length 40 cm. Find the number </a:t>
            </a:r>
            <a:r>
              <a:rPr lang="en-IN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ampere-turns necessary to produce a flux density of 0.7 Wb/m2 in the air-gap. Neglect leakage and fringing. Assume ampere-turns required for air gap to be 70% of the total ampere-turns.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3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=7604.2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blipFill>
                <a:blip r:embed="rId2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377296"/>
            <a:ext cx="1158594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In the magnetic circuit shown in Fig. below the area of cross-section of the central limb is 12 cm2 and that of each outer limb (A to B) is 6 cm</a:t>
            </a:r>
            <a:r>
              <a:rPr kumimoji="0" lang="en-US" altLang="en-US" sz="3200" b="0" i="0" u="none" strike="noStrike" cap="none" normalizeH="0" baseline="3000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 coil current 0.5 A produces 0.5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mWb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air-gap. Find the relative permeability of the core material.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2AC805AB-A99C-B1E8-B3EC-11C9ADA15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937" y="2439399"/>
            <a:ext cx="6284877" cy="374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31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1135 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𝑡𝑢𝑟𝑛𝑠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blipFill>
                <a:blip r:embed="rId2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DA88C-7FBE-8A62-B82C-0FC0924B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7" y="142456"/>
            <a:ext cx="11208326" cy="2444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7AEE93-36A5-2148-8F12-9AA9D6A93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37" y="2641383"/>
            <a:ext cx="6788499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5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8325491" y="5481919"/>
                <a:ext cx="401719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 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 0.126 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IN" sz="2400" b="0" dirty="0"/>
              </a:p>
              <a:p>
                <a:r>
                  <a:rPr lang="en-IN" sz="2400" dirty="0"/>
                  <a:t>        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=14.29 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314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400" dirty="0"/>
                  <a:t> A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491" y="5481919"/>
                <a:ext cx="4017195" cy="830997"/>
              </a:xfrm>
              <a:prstGeom prst="rect">
                <a:avLst/>
              </a:prstGeom>
              <a:blipFill>
                <a:blip r:embed="rId2"/>
                <a:stretch>
                  <a:fillRect l="-2428" t="-5839" b="-153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DCE41E7-78B8-6AD8-11B8-FCAC4EF6F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28" y="479502"/>
                <a:ext cx="11585944" cy="18576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>
                  <a:lnSpc>
                    <a:spcPct val="107000"/>
                  </a:lnSpc>
                </a:pPr>
                <a:r>
                  <a:rPr lang="en-US" altLang="en-US" sz="2400" dirty="0">
                    <a:solidFill>
                      <a:srgbClr val="24202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IN" sz="24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the magnetic circuit of Fig. below.</a:t>
                </a:r>
                <a:endParaRPr lang="en-IN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IN" sz="24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(a) Calculate the energy stored in the core and in the air-gap for a coil current of 4 A.</a:t>
                </a:r>
                <a:endParaRPr lang="en-IN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IN" sz="24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(b) Calculate the excitation current and induced emf in the coil to produce a flux of </a:t>
                </a:r>
                <a14:m>
                  <m:oMath xmlns:m="http://schemas.openxmlformats.org/officeDocument/2006/math">
                    <m:r>
                      <a:rPr lang="en-IN" sz="2400" b="0" i="1"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0.4</m:t>
                    </m:r>
                    <m:r>
                      <a:rPr lang="en-IN" sz="2400" b="0" i="1"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lang="en-IN" sz="2400" b="0" i="1"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314 </m:t>
                    </m:r>
                    <m:r>
                      <a:rPr lang="en-IN" sz="2400" b="0" i="1"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IN" sz="24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b="0" i="0" dirty="0" err="1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mWb</a:t>
                </a:r>
                <a:r>
                  <a:rPr lang="en-IN" sz="24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in the air-gap.</a:t>
                </a:r>
                <a:endParaRPr lang="en-IN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DCE41E7-78B8-6AD8-11B8-FCAC4EF6F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28" y="479502"/>
                <a:ext cx="11585944" cy="1857688"/>
              </a:xfrm>
              <a:prstGeom prst="rect">
                <a:avLst/>
              </a:prstGeom>
              <a:blipFill>
                <a:blip r:embed="rId3"/>
                <a:stretch>
                  <a:fillRect l="-842" t="-23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E500A8-29EF-2720-5405-7840E94EA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83473"/>
            <a:ext cx="7602877" cy="392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3C1AF9-BE47-AF5D-CEC5-1CFAAA76BB2F}"/>
              </a:ext>
            </a:extLst>
          </p:cNvPr>
          <p:cNvSpPr txBox="1"/>
          <p:nvPr/>
        </p:nvSpPr>
        <p:spPr>
          <a:xfrm>
            <a:off x="8325491" y="5481919"/>
            <a:ext cx="401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 3.51A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332412"/>
            <a:ext cx="11585944" cy="215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en-US" altLang="en-US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N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iron ring of cross-section area 6cm2 is wound with a wire of 100 turns and has a saw cut of 2 mm. Calculate the magnetizing current required to produce a flux of 0.1mWb if the mean length of the magnetic path is 30cm and the relative permeability of iron is 470.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0A469-DE32-983E-F50D-3390E1296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996" y="2395362"/>
            <a:ext cx="6709024" cy="40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6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344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ET TUTORIAL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TUTORIAL</dc:title>
  <dc:creator>chandra MVSS</dc:creator>
  <cp:lastModifiedBy>chandra MVSS</cp:lastModifiedBy>
  <cp:revision>11</cp:revision>
  <dcterms:created xsi:type="dcterms:W3CDTF">2022-12-13T08:54:59Z</dcterms:created>
  <dcterms:modified xsi:type="dcterms:W3CDTF">2023-01-17T14:37:10Z</dcterms:modified>
</cp:coreProperties>
</file>