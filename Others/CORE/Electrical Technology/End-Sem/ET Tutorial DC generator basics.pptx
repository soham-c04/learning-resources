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7T15:37:33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6067,'0'0'7539,"-2"7"-8531,-3-5-1826,-3 0-2384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7T15:38:00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1361,'0'0'9684,"20"-3"-8323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7T15:38:21.5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7219,'0'0'4274,"3"4"-4466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2-07T15:38:30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786 1425 493 0,'0'0'161'15,"0"0"-92"-15,0 0 17 16,0 0-22-16,0 0-26 15,0 0-6-15,0 0 6 16,-6-6 5-16,6 6-6 16,0 0-9-16,0 0 6 15,0 0-6-15,0 0-6 16,0 0-9-16,0 3-3 16,0 24-10-16,0 9 0 15,0 14 2-15,3 2 14 16,6-1-10-16,-2-3 2 15,1-4-5-15,-5-5 4 0,4-5-1 16,-4-6 1-16,3-7-3 16,-3-3 4-16,-3-7-8 15,2-4 1-15,-2-1 1 16,0-5-2-16,0-1-1 16,0 0-3-16,0 0-25 15,1 0-102-15,1-3-49 16,-2-5-108-16,0-4-291 15</inkml:trace>
  <inkml:trace contextRef="#ctx0" brushRef="#br0" timeOffset="581.04">799 1229 494 0,'0'0'127'0,"0"0"-47"16,0 0 20-16,0 0-23 16,0 0-39-16,0 0-9 15,-3-10-9-15,15 10-1 16,9 0-3-16,3 0 40 16,3 5-29-16,0 18-13 15,8 8 14-15,-3 14-9 16,-1 13 3-16,-7 9 6 15,-3 5-22-15,-9-2 6 16,-5 0 9-16,-7 1-16 16,0-1 7-16,0-1-9 15,-19-6 19-15,0-5-6 16,-7-9-11-16,-2-7 7 0,-4-5 0 16,-2-5-6-16,4-9 15 15,2-3-11-15,-2-6-2 16,5-4-2-16,-2-3-3 15,3-3-2-15,3-1-1 16,2-3-3-16,1 0 1 16,6 0-35-16,3-5-48 15,4-8-86-15,5 4-121 16,0 2-378-16</inkml:trace>
  <inkml:trace contextRef="#ctx0" brushRef="#br0" timeOffset="3446.7">2108 1441 564 0,'0'0'69'0,"0"0"4"16,0 0 20-16,0 0-25 15,0 0-13-15,0 0-9 0,0 0-2 16,0-33-2-16,0 33-12 15,0 0-19 1,0 1-11-16,-6 19-12 0,4 14 1 16,-4 14 22-16,-1 10 12 15,-3 4-10-15,2 0 1 16,2-2-7-16,-2 0 5 16,2-6-9-16,-2-7 1 15,2-8 1-15,-2-8-2 16,5-9 1-16,0-8-3 15,0-7 1-15,3-4 1 16,0-3-2-16,0 0 0 16,0 0 7-16,0-1 5 0,0-22 11 15,0-12 7-15,0-12-3 16,0-7-21-16,0-7-7 16,0-3 5-16,3 1-5 15,0 2 0-15,6 2-2 16,-3 4 2-16,6 7 0 15,-3 8-3-15,0 9-3 16,3 12 2-16,-5 3-1 16,2 8 2-16,-4 2-2 15,-2 3 10-15,0 3-4 16,1 0-1-16,5 0-8 16,3 19-9-16,3 14 3 0,6 14 14 15,1 10 14-15,-1 7 6 16,-1 3-9-16,-1-1-1 15,2-2-4 1,-6-1-3-16,-2-4 4 0,-1-8-4 16,-1-6 2-16,-3-9 1 15,0-6-4-15,-2-5 2 16,-3-11 0-16,0-3-2 16,0-4-1-16,0-5 1 15,-3 1-2-15,0-3 0 16,0 0 1-16,1 0-2 15,-1 0-3-15,0 0-21 16,0-5-25-16,0-11-33 16,0 0-85-16,-7-3 6 15,-5-2 15-15,6 12-79 16,-3 2-196-16</inkml:trace>
  <inkml:trace contextRef="#ctx0" brushRef="#br0" timeOffset="3691.19">2051 1814 521 0,'0'0'157'0,"0"0"-117"16,0 0 34-16,0 0-27 15,0 0-23-15,0 0 25 0,21-9-16 16,3 7 13-1,3 1-1-15,1 0-13 0,0-1-19 16,-1 1-7-16,1 1-6 16,-2 0-1-16,-2 0-27 15,-21-3-133-15,0-1-620 16</inkml:trace>
  <inkml:trace contextRef="#ctx0" brushRef="#br0" timeOffset="4729.41">3352 1655 203 0,'0'0'143'0,"0"0"-66"16,0 0 15-16,0 0-4 15,0 0 4-15,0 0-10 0,0 0-8 16,0-29-1-16,0 23-19 15,0-1 0-15,0 0-4 16,0 1-12-16,0-1 4 16,0 3-30-16,-6-1 10 15,-4 2 5-15,-4 3-23 16,1 0-1-16,-1 0 17 16,-2 0-20-16,-2 5-2 15,3 8-3-15,6 1 5 16,2 0-7-16,7 1 4 15,0 1 0-15,0 1-5 16,13 1-1-16,8 3-3 16,6 6 10-16,1 3 2 15,0 1 8-15,-1 1 2 0,-6-1-6 16,-3 0-4-16,-9-1 0 16,-9-2 4-16,0-1 1 15,-1-3 5-15,-23-2-1 16,0-2 15-16,-6-4-13 15,-4-6-2-15,4-6-6 16,3-4 2-16,3 0-1 16,6-4-4-16,5-13 0 15,5-6-12-15,7-1-42 16,1-1-38-16,3-2-31 16,18 3-8-16,-8 17-124 15,1 2-94-15</inkml:trace>
  <inkml:trace contextRef="#ctx0" brushRef="#br0" timeOffset="5497.11">3618 1958 334 0,'0'0'102'16,"0"0"-66"-16,0 0 72 15,0 0-5-15,0 0-23 16,0 0 2-16,89-35-15 16,-79 15-17-16,-5 1-11 0,-2-1-10 15,-3-2 8-15,0 1-6 16,0 2-1-16,-6 0-2 16,-6 4-18-1,-6 3 14-15,2 5-17 0,-1 3-4 16,-2 3 39-16,4 1-28 15,-3 0-4-15,-1 7-10 16,2 10-3-16,-2 6-4 16,4 2 2-16,2 4-1 15,5 3-2-15,5 0 6 16,3 0-1-16,0 0-1 16,0-3 4-16,15-1 0 15,6-2 0-15,9-5 0 0,3-6-14 16,3-4-6-16,5-6 19 15,1-5-12-15,4 0 0 16,-1-19-31-16,-3-6-18 16,-4-4-37-16,-9-4-8 15,-10-3-43-15,-7-3 42 16,-6 1 87-16,-6 1 21 16,0 8 26-16,0 7 40 15,0 4 14-15,-6 8 22 16,-3 6-25-16,3 1 0 15,2 3-19-15,-2 0 40 16,-6 9-38-16,0 17-56 16,0 10-4-16,3 12 0 15,6 10 5-15,3 9 6 0,0 8 4 16,2 4 0-16,12 3 14 16,3 2-12-16,5-2 10 15,-4-6-1-15,3-6-8 16,-6-12 29-16,-6-11-39 15,0-14-7-15,-4-9 1 16,-1-8 0-16,-3-9-2 16,-1-4-2-16,0-3-1 15,0 0-8-15,0-7-15 16,0-18-27-16,-1-15-58 16,-11-13-74-16,0-7 27 15,9 29-51-15,-2 4-138 16</inkml:trace>
  <inkml:trace contextRef="#ctx0" brushRef="#br0" timeOffset="5762.72">3913 2091 203 0,'0'0'220'15,"-9"-96"-85"-15,9 71 92 16,12 1-159-16,12 2-18 16,-2 10-10-16,2 5-2 15,-3 4 11-15,1 3-7 16,-5 0-23-16,-1 6 8 15,-2 14-11-15,-4 6-2 16,-7 2 14-16,-3 0-7 16,0-1 26-16,-3 0-28 15,-21-4-3-15,-4-2 3 16,-2-3-10-16,-1-5-5 0,4-4-4 16,6-5 0-16,6-4-13 15,9 0-30 1,6 0-52-16,0-6-80 0,3-5-126 15</inkml:trace>
  <inkml:trace contextRef="#ctx0" brushRef="#br0" timeOffset="7063.17">4283 1976 459 0,'0'0'105'0,"0"0"-100"15,0 0 27-15,0 0 36 16,0 0-16-16,0 0-9 15,79 2 14-15,-58-12-12 16,1-4 5-16,-1-2-5 16,-3-2-16-16,-5 3-13 15,-5-2 3-15,-5 0-7 16,-3 0-2-16,0-3 10 0,0 0 7 16,-6 2-20-16,-5 3 10 15,0 5-6-15,-3 2-10 16,4 4 10-16,-1 4-2 15,-1 0 4-15,-1 0-1 16,1 0-2-16,-4 4 0 16,2 14-9-16,1 2-1 15,4 5-2-15,1 6 2 16,5 1 0-16,3 3 1 16,0 4 4-16,0-4 0 15,2 0 5-15,10-4 3 0,4-4-1 16,4-5 3-1,2-3-4-15,0-3-1 0,-1-7-9 16,2-2-1-16,-1-4 0 16,5-3 0-16,-2 0-1 15,3 0-33-15,2-11-34 16,-4-10-64-16,-2-2-30 16,-5-4-66-16,-4-1-5 15,-5 0 52-15,-8-2 25 16,-1 4 156-16,-1 3 203 15,0 1-65-15,3 6 4 16,0 0-58-16,3 4-8 16,2 0-1-16,2 4-24 15,1 4-8-15,1 4 0 0,1 0-12 16,4 0-4-16,0 14 14 16,1 8-28-1,-1 8 17-15,-5 4-16 0,-4 4 3 16,-6-1-6-16,-2-2-3 15,0-7 1-15,0-7-8 16,-5-7 5-16,-2-6-1 16,6-6 5-16,-1-2 10 15,2 0-5-15,0 0 9 16,0-22 9-16,0-10 5 16,2-10-12-16,8-4-10 15,-1 1-7-15,2 3-4 16,-3 12 2-16,-2 7-6 0,-3 9-1 15,0 7 0 1,0 2-10-16,2 4-29 0,8 1-77 16,1 0-32-16,-10 0-139 15,2 0-467-15</inkml:trace>
  <inkml:trace contextRef="#ctx0" brushRef="#br0" timeOffset="8034.42">5156 2012 162 0,'0'0'281'0,"0"0"-247"16,0 0 44-16,0 0-4 15,0 0-27-15,0 0-9 16,0 0 12-16,27-69-14 0,-26 56 14 16,2-1-5-1,-3 1-18-15,0-2 8 0,0-1-5 16,0 1-7-16,-3 0 4 16,-4 6-3-16,-1 2 11 15,-1 1 10-15,0 5-38 16,0 1-7-16,0 0 3 15,-4 0 1-15,-2 2-4 16,2 14-1-16,1 4 1 16,1 5 6-16,1 3-6 15,7 5-1-15,0 1-2 16,3-1 3-16,0-1-1 16,0-5 0-16,9-7-3 15,1-4 3-15,2-6-8 16,-3-4 0-16,1-4 9 0,1-2-1 15,0 0-1-15,3-2-6 16,0-17 8-16,4-5 16 16,-5-4-10-16,2-5-3 15,-9 3-3-15,0 1 0 16,-6 7 5-16,0 7 0 16,0 8 0-16,0 5 9 15,0 2 0-15,0 0 12 16,0 0-22-16,0 1-4 15,0 16-20-15,0 7 20 16,0 4 0-16,8 2 10 16,0-3-2-16,1-2-1 0,2-2-1 15,-1-5-5 1,2-5-1-16,-1-3 0 0,2-6 0 16,-1-4-6-16,4 0-8 15,1-3-19-15,4-17-63 16,-4-5-11-16,-3-5-38 15,2-2-41-15,-14 17-60 16,-2 2-38-16</inkml:trace>
  <inkml:trace contextRef="#ctx0" brushRef="#br0" timeOffset="8296.49">5426 1741 192 0,'0'0'138'0,"0"0"22"15,0 0-22-15,0 0-24 16,0 0-1-16,0 0-27 15,1-65-27-15,-1 65-20 0,0 7-39 16,0 13 8 0,0 7 10-16,0 6 23 0,0 7-16 15,0 2 6-15,0 5 6 16,5-2-7-16,2-1-1 16,2-3-1-16,-1-6-5 15,-2-8-10-15,2-5-5 16,0-9-8-16,1-4-1 15,0-5-6-15,4-4-17 16,1 0-23-16,2-16-80 16,-10 2-144-16,-3 0-388 15</inkml:trace>
  <inkml:trace contextRef="#ctx0" brushRef="#br0" timeOffset="9662.73">5472 1937 439 0,'0'0'263'16,"0"0"-251"-16,0 0 31 15,0 0 7-15,0 0-5 16,0 0 18-16,43 0-33 16,-16 0 1-16,0-1-5 15,1-5-2-15,-1-3 2 16,-1 0-12-16,1-2-1 15,-2-3 4-15,-3 2-7 16,-1-1-6-16,-9 1 3 16,-6 2-3-16,-1 0-4 0,-5 0 7 15,0 0 2-15,0 1-8 16,0 0 10-16,-2 2-8 16,-7 1-3-16,0 3 0 15,-3 3 10-15,2 0-9 16,-1 0 8-16,-2 9-3 15,-1 9-6-15,3 6-5 16,3 4 1-16,2 2 2 16,3 4 2-16,3 0 2 15,0-2 1-15,3-1-2 16,11-4 2-16,3-4-2 0,0-5-1 16,4-4-1-16,-1-4-4 15,3-5 4-15,-1-5 2 16,1 0-1-16,0 0 5 15,0-4-5-15,-1-10 0 16,1-3-12-16,-3-2-9 16,-3-5-15-16,1-4 25 15,-5-2-5-15,-5-6-18 16,2-6 30-16,-5-7-4 16,-4-2 7-16,-1-2 1 15,0 6 1-15,0 4 6 16,0 5-4-16,0 6-1 15,0 5 6-15,0 6-5 0,0 7 12 16,-6 5 12-16,0 4-7 16,2 3 2-16,4 1-3 15,-3 1 4-15,3 0-11 16,-2 0 0-16,-2 7 4 16,-2 16-16-16,-2 11-6 15,1 6 5-15,6 7 2 16,1 2-1-16,0 6 1 15,0 2 2-15,1-1-2 16,12-3 1-16,1-5-1 16,2-9-1-16,1-7-1 15,2-6 0-15,2-8-5 16,0-7-6-16,1-7-1 0,0-4 0 16,4 0-3-16,-5-8-3 15,4-10-17-15,-4-6-17 16,-4 0 37-16,-6-1 16 15,-5 0 0-15,-3 4 10 16,-3 3 2-16,0 1 12 16,0 5 20-16,0 7-17 15,0 4 12-15,0 1-4 16,0 0 1-16,-4 1-19 0,-4 17-10 16,-2 8 10-1,1 3-15-15,6-2-2 0,3-3-7 16,0-5 4-16,3-4-4 15,18-6 2 1,0-5-5-16,10-4 7 0,5 0 3 16,-2-14-1-1,5-10-20-15,-6-8 1 0,-3-1-14 16,-7-4-4-16,-6-1 24 16,-7 4 14-16,-7 8 9 15,-3 12-1-15,0 6 9 16,0 7 17-16,-7 1 13 15,-8 0-12-15,-3 16 8 16,3 16-43-16,-1 13-4 16,13 14 4-16,3 14 4 15,0 16 15-15,21 9 2 16,7 5-5-16,6 4 15 0,-2-4-8 16,-7-6 3-16,-10-14-9 15,-8-19-8 1,-7-16-3-16,0-20-3 0,0-10-3 15,-13-9 2-15,-4-9 1 16,-5 0 0-16,-5-14 0 16,-1-17-3-16,-2-10-2 15,5-10 2-15,2-11-7 16,4-4 3-16,10-3 2 16,7 2 1-16,2 11-1 15,0 5-2-15,17 6-3 0,10 4-7 16,4 0-6-1,5 4-44-15,7 2-34 0,5 3-49 16,-30 26-140-16,0-1-366 16</inkml:trace>
  <inkml:trace contextRef="#ctx0" brushRef="#br0" timeOffset="10863.11">7461 1737 626 0,'0'0'21'16,"0"0"-4"-16,0 0 37 15,0 0 0-15,0 0-6 16,0 0-18-16,0 0 14 16,52 38-11-16,-46-38-7 15,0 0-7-15,3 0-18 0,-2-6 30 16,2-7 20-16,-4-2-27 16,2 0-15-16,-4-5 0 15,-3 0 0-15,0-1-4 16,0 2-2-16,-7 3 7 15,-2 4-7-15,-5 5-3 16,0 4 13-16,-2 3-6 16,-1 0-1-16,-4 6 6 15,7 13-5-15,-2 3-7 16,4 6 1-16,3 3-2 16,6 4 0-16,1 2 1 15,2 1 3-15,0-4 3 0,3-3 4 16,13-7 5-16,3-4 2 15,3-5-3-15,5-6 5 16,2-2 10-16,-1-4 4 16,0-2 0-16,-4-1-18 15,-3 0-8-15,-5 0-6 16,-1 0-2-16,-1-1-9 16,0-9-9-16,0-1-97 15,-11 3-63-15,-3 3-196 16</inkml:trace>
  <inkml:trace contextRef="#ctx0" brushRef="#br0" timeOffset="11164.85">7844 1652 839 0,'0'0'54'0,"0"0"-40"16,0 0 0-16,0 0-8 16,0 0 58-16,84 47 29 15,-53-18-34-15,-1 4 14 16,-3 1-30-16,1-2-3 16,-7-4-16-16,1-3-13 15,-7-7-7-15,-4-6-2 16,-2-2-2-16,-5-6-7 0,-2-4-13 15,1 0-42-15,0-1-61 16,-3-9-137-16,0-2-394 16</inkml:trace>
  <inkml:trace contextRef="#ctx0" brushRef="#br0" timeOffset="11409.81">8122 1627 841 0,'0'0'82'0,"0"0"-60"16,0 0 8-1,-51 75 22-15,34-38-9 0,-3 5-3 16,-3-2-5-16,3 0-4 16,0-6-16-16,1-6-6 15,4-4-8-15,1-4-1 16,2-5 0-16,5-2 0 15,1-5-24-15,5-4-39 16,1-4-95-16,0 0-307 16</inkml:trace>
  <inkml:trace contextRef="#ctx0" brushRef="#br0" timeOffset="12444.67">8560 1649 257 0,'0'0'215'0,"0"0"-156"16,0 0 37-16,0 0-13 15,0 0 8-15,0 0 5 16,5-8-26-16,-5 5-24 15,0 2 4-15,0-2-5 16,0 3-19-16,0 0-10 16,-3 0 21-16,-6 0-20 0,-3 0-7 15,-3 0 7-15,0 7-12 16,0 5-3-16,-1 7-2 16,4 4 0-16,1 1-6 15,4 3-1-15,4 2 4 16,3 1 1-16,0-4 0 15,2-2-1-15,14-2-4 16,2-5 4-16,10-5 0 16,1-4 2-16,2-3-1 15,0-5 2-15,1 0 0 16,-6 0 0-16,1-10-6 16,-5-7 4-16,-5-4-3 15,-2-3 2-15,-5-4 2 0,-2-3-15 16,-1-1 1-1,-5 3 0-15,-2 7 6 0,0 6 9 16,0 7 10-16,0 8-3 16,0 1 6-16,0 0 13 15,0 0-7-15,0 8-19 16,0 17-11-16,0 5 11 16,0 6 11-16,0 0 1 15,1 1 1-15,8-3-2 16,3-3 2-16,0-6 1 15,0-6-4-15,-2-5-4 16,-1-7-6-16,0-7-10 16,2 0-12-16,1-13-43 15,-11-4-128-15,-1-3-144 16</inkml:trace>
  <inkml:trace contextRef="#ctx0" brushRef="#br0" timeOffset="12600.19">8763 1541 667 0,'0'0'193'15,"0"0"-183"-15,0 0 2 16,0 0-12-16,0 0-30 16,-19-17-122-16,19 17-286 15</inkml:trace>
  <inkml:trace contextRef="#ctx0" brushRef="#br0" timeOffset="12861.94">8938 1483 291 0,'0'0'377'0,"0"0"-364"0,0 0 35 16,0 0 78-16,41 103-7 15,-33-59-27-15,-2 2-8 16,-1 5-18-16,-1 3-4 15,-1-2-26-15,1-3-6 16,-2-4-14-16,-2-8-6 0,0-9-5 16,0-10-3-16,0-6-2 15,0-8-3-15,0-4-7 16,0 0-52-16,3-6-68 16,-2-7-81-16,-1 0-175 15</inkml:trace>
  <inkml:trace contextRef="#ctx0" brushRef="#br0" timeOffset="13776.48">8968 1821 524 0,'0'0'114'0,"0"0"-4"16,0 0-6-16,0 0-59 0,0 0-42 16,0 0 23-16,0 0 12 15,76-19-18 1,-51 19-7-16,8-4-3 15,-6-3 5-15,8-2-1 0,-5-4 8 16,-4 0 7-16,-1 2-3 16,-7-1-6-16,-4 0 0 15,-4 1-8-15,-7 0 0 16,-3 2-3-16,0 1 2 16,0 2 14-16,0 2 4 15,-9 1-5-15,-3 3 1 16,0 0-23-16,-4 0 11 15,-5 4 0-15,6 12-13 16,0 2-1-16,3 2-3 16,4-1 3-16,7 1-1 0,1 0-1 15,0-1-1 1,0-3-1-16,17-2-6 0,6-2-1 16,6-4 10-16,2-3-24 15,6-5-48-15,2 0-56 16,3 0-19-16,-5-9-75 15,-2-7-66-15,-6 0 113 16,-2-1 36-16,-3-3 141 16,-7 3 98-16,-3-2 12 15,-3 4 10-15,-2-2 11 0,-5 3-8 16,-4 0-8 0,0 4 13-16,0 1-44 15,-4 2-37-15,-4 6 4 0,-2 0-5 16,-2 1-41-1,0 0 20-15,-2 7-13 0,0 11-12 16,2 6 0-16,0 4 0 16,9 3 5-16,3-2-5 15,0-1 3-15,0-7-3 16,6-5 0-16,9-8 1 16,-3-4 5-16,2-4-4 15,-1 0 2-15,3 0-2 16,2-12 3-16,4-13 14 15,5-5 20-15,0-7-26 16,-6-4-7-16,-2-9 1 16,-10-7 1-16,-6-4-3 15,-3 2-4-15,0 10 7 0,0 14-5 16,-4 15 26 0,-7 12-13-16,1 5 15 0,-2 3-20 15,-5 0-5-15,-2 23-2 16,-3 17-4-16,2 12-10 15,2 7 10-15,11 3 0 16,7 3 1-16,0-6-1 16,4-2 2-16,17-7 4 15,2-8 0-15,5-10-3 16,-3-11 2-16,1-8-1 16,-4-7-4-16,-5-5 1 15,-4-1 0-15,-3 0-1 0,-2 0 0 16,2 0 0-1,-4-7-40-15,-3-3-40 0,-3 4-143 16,0 2-444-16</inkml:trace>
  <inkml:trace contextRef="#ctx0" brushRef="#br0" timeOffset="16864.25">10788 1414 263 0,'0'0'512'0,"0"0"-467"15,0 0 34-15,-2-3-27 16,2 3-21-16,0 0-15 16,0 3-4-16,0 17-10 0,0 9 0 15,5 10 16-15,4 3 12 16,-2 1-9-16,-1 0-3 15,-1-7-1-15,-2-5 0 16,-2-5-6-16,3-5-2 16,-2-6-1-16,-1-3-6 15,1-2-1-15,-1-5 3 16,1-2-7-16,-2-1 5 16,1-2-2-16,-1 0 0 15,0 0-3-15,2 0-27 16,-2 0-51-16,0 0-37 15,0-6-9-15,0-11 34 16,-6-6-80-16,-9-3 10 16,0-4 99-16,-1-4 64 15,1-4 5-15,-1 0 11 0,5-2 26 16,2 3 61 0,3 5-17-16,5 4 16 0,-1 5-16 15,2 6 17-15,0 4-33 16,0 5-20-16,6 0-17 15,9 1 11-15,9 4-26 16,4 3-14-16,3 0 1 16,5 0-3-16,0 15-2 15,2 13-4-15,-4 11-1 16,0 7 5-16,-7 4-1 16,-8-1 6-16,-8 0 12 15,-10-2-4-15,-1-6-10 0,0-3 5 16,-16-7 4-16,-8-6 3 15,2-5 6-15,-1-9 10 16,-2-5-7 0,1-4-9-16,0-2-2 0,2 0-8 15,4-6-5-15,3-6-3 16,3 0-13-16,9 1-30 16,3 0-82-16,0-1 5 15,0 8-82-15,12-2-146 16</inkml:trace>
  <inkml:trace contextRef="#ctx0" brushRef="#br0" timeOffset="17259.59">11432 1511 564 0,'0'0'147'0,"0"0"-87"16,0 0 66-16,0 0-94 15,0 0 7-15,0 0 0 16,-55-16-32-16,36 32-3 16,1 4-2-16,1 2 3 0,4 1-2 15,4-2 6 1,9 0 2-16,0-2-1 0,0-4-1 15,6 2 4-15,15-1-7 16,6-4 0-16,1 1 9 16,-2-4-4-16,-3-5-2 15,-3-1 7-15,-7-2-7 16,-1 0 2-16,-6-1-10 16,-3 0 1-16,-3 0 3 15,3 0-5-15,3 0 0 16,3 0-68-16,-5 0-91 15,-1 0-220-15</inkml:trace>
  <inkml:trace contextRef="#ctx0" brushRef="#br0" timeOffset="19877.43">12541 1570 441 0,'0'0'200'15,"0"0"-154"-15,0 0 38 16,0 0-8-16,0 0-18 15,0 0 12-15,6 1-5 16,-6-3 0-16,0-7-25 0,-3 0-19 16,-6-4 4-1,-5 0-10-15,-2-1-7 0,1 3 10 16,0 3-5-16,2 3 21 16,-4 3-28-1,1 2-6-15,-5 0 4 0,3 9-9 16,0 11 0-16,-1 5 1 15,5 5-6-15,4-2-3 16,7-1 8-16,3-3-2 16,0-7 3-16,6-2-5 15,9-6 0-15,0-6-5 16,7-3 10-16,5 0-1 0,3-13-6 16,3-13 7-1,-2-3-3-15,-4-4 4 0,-8 2-15 16,-8 6 12-16,-7 5 6 15,-4 9 9-15,0 9 0 16,0 2 4-16,0 0 7 16,0 9-20-16,0 18-24 15,-4 15 24-15,1 15 5 16,3 12 0-16,0 10 3 16,0 3 5-16,3 1 0 15,7-4 4-15,0-6 8 16,-4-9 1-16,-1-8-5 15,-5-9 0-15,0-10-4 16,0-12 3-16,0-10-1 16,0-8-9-16,-3-5 7 0,-3-2-4 15,-4 0-4-15,-7-2 12 16,-10-21-3-16,-4-13-10 16,-2-7-8-16,2-7-6 15,7-3-6-15,8 1 9 16,10 5 1-16,6 3-4 15,0 3-12-15,10 1 15 16,14 5-38-16,9 3-22 16,4 5-30-16,0 5 8 15,-1 2 19-15,-3 3 7 16,-5 2 22-16,-1 3 37 16,-5-1 12-16,1-1-10 0,-2-1 4 15,0-2-1-15,-3-1 6 16,-2 2-9-16,-5-1 13 15,-2 3-4-15,-5 1 7 16,-1-1 3-16,-3 1 16 16,0-1-11-16,0 4-4 15,-2 0-6-15,-8 3-12 16,1 5 1-16,0 0 7 16,-3 2-2-16,2 0-10 15,-1 0-1-15,-2 16-8 16,2 4 4-16,2 5 0 15,2 2-1-15,6 1 3 16,1 0 2-16,0-2-2 0,0-4-2 16,7-3 1-1,5-4 1-15,3-5-2 0,4-6 2 16,0-4 3-16,3 0-2 16,0 0 1-16,0-17-15 15,-1-3 16-15,-3-2 12 16,0-2-7-16,-6-2-3 15,-3 4 14-15,0 2-11 16,-5 7 0-16,-1 5 0 16,-1 4 0-16,-1 2-1 15,1 2-4-15,1 0-1 16,3 2-17-16,5 15-7 16,3 8 25-16,2 6-4 15,-2 3 11-15,-2 4-1 16,0-3 8-16,-5-4-4 0,-1-6-9 15,-3-9 3-15,-1-7-2 16,2-7-2-16,-3-2 0 16,-1 0 3-16,3 0 0 15,-1-2 8-15,-1-18 1 16,4-11-10-16,0-6 0 16,1-2-2-16,1-2 2 15,0 1 0-15,2 6-4 16,2 7-3-16,-1 7 4 15,1 9-4-15,-5 6-17 16,-3 3 22-16,1 2 0 16,2 0-4-16,3 6-18 0,3 12 12 15,3 8 10-15,-3 5 4 16,3 1-4-16,-3-1-1 16,1 2 1-16,-1-2 8 15,-1-4-5-15,0-2-2 16,0-7-1-16,1-5 1 15,1-6 0-15,2-4-1 16,3-3 0-16,-1 0-5 16,3-4 2-16,1-13-8 15,-1-6 11-15,1-2 13 16,-4-2-12-16,-5-1-1 16,-4 0-4-16,-8-1 1 0,0 2 3 15,0 5-5-15,-3 1 3 16,-8 7 4-16,2 4-4 15,-1 5 2-15,4 2-11 16,0 3 11-16,3 0 14 16,-3 0-14-16,-3 0 0 15,2 13-9-15,-2 9 1 16,3 5 1-16,0 2 2 16,3 4 1-16,3 2 1 15,0 0 2-15,0-1 2 16,12-5-2-16,1-3 1 15,3-8-6-15,1-5 5 16,2-9-1-16,-2-4 0 16,2 0 0-16,0-4-4 15,0-17 6-15,3-5 23 0,-1-3-7 16,-2-1-12 0,-1 3-3-16,-1 6 0 15,-3 3 5-15,-2 5-4 0,2 5 0 16,-4 5-2-16,-1 3-4 15,1 0-3-15,3 8-14 16,0 12 6-16,2 7 15 16,-3 2 2-16,1 3-2 15,-5-2 0-15,-2-4 9 16,-2-9-2-16,-2-7-7 16,-2-6 2-16,0-2 1 15,0-2-1-15,0 0 12 0,0 0 0 16,0-20 26-16,0-12 27 15,0-7-55-15,0-5-6 16,0 1 9-16,0 3-15 16,0 8 4-16,0 6-4 15,3 9-13-15,2 6 9 16,0 5-21-16,1 5 12 16,5 1-15-16,3 0-74 15,3 6-47-15,7 6-25 16,-15-3-124-16,1-3 14 15</inkml:trace>
  <inkml:trace contextRef="#ctx0" brushRef="#br0" timeOffset="20673.68">14037 1656 131 0,'0'0'78'0,"0"0"60"16,0 0 27-16,0 0-36 16,0 0-52-16,0 0 3 15,0 0 2-15,25-39-11 16,-33 35-4-16,-1-2-10 15,-2 6-19-15,-2 0-25 16,-1 0-2-16,-3 0-2 16,0 13-9-16,-2 8-10 15,4 7 2-15,1 2 1 16,4-1 7-16,5 1 0 16,4-2-2-16,1-1 2 15,0-6-3-15,0-5 2 16,0-6 0-16,6-5-3 0,1-3-5 15,4-2 7-15,4 0 2 16,1-5-1-16,4-15 4 16,-3-5 30-16,0-3-23 15,-5-5-3-15,-5 5-7 16,-4 3 8-16,-3 7-7 16,0 6 14-16,0 6-4 15,0 5 21-15,0 1 4 16,0 0-17-16,0 0-19 15,0 0-19-15,0 16-7 16,0 4 22-16,0 1 4 16,5 0 9-16,4-2-2 15,2 3 2-15,3-5-7 0,4-2-2 16,-3-4 2-16,1-5 5 16,-4-6-7-16,3 0 0 15,-3 0-1-15,2-18 2 16,-1-7-10-16,-3-8 5 15,-2-6-41-15,-5-7-19 16,-3 0-12-16,0-5-12 16,0 2 3-16,0 3 33 15,0 7 48-15,-8 8 8 16,1 8 3-16,4 6 13 16,0 6-2-16,1 4 7 15,2 6 7-15,-1 1 18 0,1 0-10 16,-2 0-11-16,2 0-15 15,0 11-14-15,0 15-17 16,0 14 17-16,0 5 53 16,0 5-24-16,6 0 1 15,2 0-2-15,0-4 4 16,0-2-1-16,1-6 1 16,0-5-13-16,1-6-12 15,1-8-1-15,-2-5-5 16,4-4-1-16,5-8-5 15,6-2 0-15,3 0-51 16,-2-17-82-16,-19 3-140 16,-6 0-496-16</inkml:trace>
  <inkml:trace contextRef="#ctx0" brushRef="#br0" timeOffset="21442.1">14273 1608 875 0,'0'0'12'0,"0"0"-12"15,0 0 5-15,0 0 19 16,0 0-11-16,95-18-7 16,-66 12 3-16,1-1 8 15,-3 0 6-15,-1-3 13 16,-5 2 33-16,-6 2-51 15,-3 4-1-15,-9 2 1 0,-3 0-12 16,0 0 0-16,0 0-6 16,0 5 0-16,0 15 0 15,0 7 0-15,0 4 19 16,0 0-10-16,0 1 1 16,0-1-6-16,0 0 10 15,0 0-1-15,9-2-2 16,0-7 0-16,3-6-5 15,-2-8 7-15,-4-6-8 16,3-2-5-16,-1 0 0 16,1-2 2-16,5-12 15 15,-1-7-13-15,-6-1 24 0,-4-4-28 16,-3-3 9-16,0 3-13 16,-13 1 4-16,-5 2-5 15,1 4-23-15,-1 4 2 16,6 4 20-16,3 0 2 15,4 1 6-15,5 3-4 16,0-1 1-16,0 1-2 16,3-3-13-16,13 2 7 15,6 0 9-15,3 2 7 16,8 3-2-16,5 3-4 0,2 0 6 16,5 6-2-1,-5 13-3-15,-3 6-4 16,-7 4 2-16,-6 2-5 0,-7 3 5 15,-6 0 5-15,-8-2 3 16,-3-3 1-16,0-7-8 16,-4-8-1-16,-6-7 5 15,2-5 2-15,4-2 5 16,-1 0-1-16,0-21 9 16,2-10 5-16,3-12-12 15,0-10 7-15,3-4 3 16,11 2-5-16,4 7-17 15,-3 14 1-15,-2 13-2 16,-2 9-14-16,-1 9 6 16,3 3-35-16,1 0-43 0,-9 12-120 15,-2-2-253 1</inkml:trace>
  <inkml:trace contextRef="#ctx0" brushRef="#br0" timeOffset="24558.69">16308 1752 635 0,'0'0'40'0,"0"0"-31"15,0 0 14-15,0 0-12 16,0 0 15-16,0 0 25 15,0 0-1-15,0 53-16 16,3-41 30-16,0-1-29 16,3-2-12-16,0-2 4 15,0-3-11-15,4 0-2 16,-1-1-5-16,2-3 2 16,5 0 3-16,1 0 11 15,5-10 13-15,2-11-7 16,4-8 2-16,0-8 3 0,-1-8-23 15,-1-8-3-15,-4-7-7 16,-6-9 2-16,-5-2-5 16,-7 6 7-16,-4 15-3 15,0 14-2-15,0 16 0 16,-9 9 0-16,2 7 3 16,0 3 5-16,1 1-10 15,0 0-11-15,-1 4-7 16,3 15 3-16,4 7-5 15,0 7 11-15,0 4 2 0,12 9 7 16,9 1-1-16,6 6-2 16,0-4 4-16,1-2-1 15,-3-5 3-15,-2-8-3 16,-10-6 0-16,-4-7 4 16,-8-7-4-16,-1-2 1 15,0-4 0-15,-3 1-1 16,-14-3 9-16,-4-4-4 15,1 0-5-15,0-2-19 16,7 0-26-16,5 0-58 16,8-13-22-16,0 6-15 15,0-2-208-15</inkml:trace>
  <inkml:trace contextRef="#ctx0" brushRef="#br0" timeOffset="25144.67">16915 1541 575 0,'0'0'73'0,"0"0"71"16,0 0-33-16,0 0-40 15,0 0-4-15,0 0 4 16,2-24-24-16,-2 24-1 15,0 0-27-15,0 0-12 16,0 0-7-16,0 4-8 16,0 16-8-16,0 8 16 0,0 7 15 15,0 0 1-15,0-1-8 16,3-2-4 0,7-4-4-16,-1-6 0 15,3-2-2-15,1-6-1 0,1-4 5 16,1-3-2-16,-2-4 1 15,0-3-1-15,0 0 0 16,0-4 0-16,2-15 1 16,3-6 14-16,-6-3-2 15,-2-6-7-15,-1 1 0 16,-8 2-3-16,-1 4-2 16,0 6 3-16,0 7 6 0,0 7-4 15,0 5-1-15,0 1 8 16,0 1-8-1,0 0-5-15,0 0-5 16,0 11-13-16,0 14-12 0,0 9 30 16,0 3 3-16,8 2-1 15,3-2 3-15,5 0-2 16,2-4-3-16,0-9-2 16,5-7-2-16,3-10-3 15,7-7-10-15,2 0-53 16,3-22-69-16,-4-10-58 15,-26 14-90-15,-5 1-237 16</inkml:trace>
  <inkml:trace contextRef="#ctx0" brushRef="#br0" timeOffset="25406.71">17421 1601 208 0,'0'0'430'0,"0"0"-340"0,0 0 65 16,0 0-41-16,0 0-49 15,0 0-18-15,-9-17-38 16,2 43 6-16,-2 8-1 15,4 12 13-15,3 12 3 16,2 11 5-16,0 9-10 16,0 3 10-16,7 0-12 15,11-2-5-15,2-6-3 16,3-9-3-16,-8-17 17 16,-2-18-23-16,-7-14-3 0,-3-9-2 15,-3-6-1 1,2 0-2-16,-2-11-29 0,0-18-43 15,0-15-60-15,0 17-133 16,-8-1-126-16</inkml:trace>
  <inkml:trace contextRef="#ctx0" brushRef="#br0" timeOffset="25674.82">17376 1689 541 0,'0'0'88'0,"0"-88"-31"16,15 71-1-16,8 3-15 15,7 6 1-15,-1 6 8 0,4 2-2 16,-1 0 12 0,-4 16-12-16,-6 9-3 15,-3 7-27-15,-7 5-6 16,-5 3 3-16,-7 3 36 0,0 0-19 16,-11-2-4-16,-13-7-11 15,-3-7 2-15,3-9-5 16,5-7-2-16,3-5-6 15,5-6-3-15,3 0-3 16,7-10-9-16,1-11-87 16,0 7-135-16,0 0-264 15</inkml:trace>
  <inkml:trace contextRef="#ctx0" brushRef="#br0" timeOffset="25989.17">17800 1587 934 0,'0'0'53'16,"0"0"-49"-16,0 0 3 16,4 119 9-16,4-56 19 15,-1 8 22-15,-1 9-16 16,0 1-11-16,2-6 19 15,3-5-31-15,-1-12 33 16,-1-11-37-16,-3-14-8 16,-5-10-2-16,3-12-1 15,-2-6-2-15,-2-5 4 0,1 0-5 16,-1-22-10-16,0-16-65 16,0-14-156-16,0 23-110 15,0 2-115-15</inkml:trace>
  <inkml:trace contextRef="#ctx0" brushRef="#br0" timeOffset="26257.99">17837 1641 558 0,'0'0'114'0,"0"0"-43"16,5-75 7-16,10 69-25 16,0 4-15-16,5 2-3 15,4 0 1-15,0 11 12 16,0 9-4-16,-5 5-16 0,-6 3-15 15,-9 2-13-15,-4 3 11 16,0-1 7-16,-17-1-4 16,-5-4 15-16,-3-5-19 15,1-8-2-15,1-4-4 16,4-6 1-16,6-4-2 16,2 0 1-16,8-3-4 15,3-16-37-15,0-8-61 16,15-1-85-16,-4 12-55 15,3 5-145-15</inkml:trace>
  <inkml:trace contextRef="#ctx0" brushRef="#br0" timeOffset="26777.46">18148 1283 120 0,'0'0'403'0,"31"-82"-297"16,-25 69-9-16,-6 7-5 15,0 6 4-15,0 0-18 16,0 0-6-16,0 0-33 16,0 7-39-16,0 13-15 15,-1 10 15-15,1 9 34 16,0 9-11-16,0 11 5 16,0 8-3-16,1 5 1 15,9-3 5-15,1-3-11 0,2-5-8 16,1-12-8-16,-1-9 2 15,2-12-4-15,0-8-1 16,1-9-1-16,-2-5-5 16,4-6 4-16,-1 0-2 15,1-10 3-15,3-16-3 16,-1-7 2-16,-4-7-21 16,-5-4-42-16,-4 2 11 15,-6 4 33-15,-1 7 10 16,0 10 10-16,0 6 19 15,0 11-12-15,-1 3 15 16,-3 1 15-16,1 4-37 0,0 17-10 16,0 9 10-1,3 2 7-15,0 1 10 0,0-1-7 16,0-1 7-16,4-4-10 16,6-4 5-16,-1-6-9 15,-1-6-2-15,5-8-1 16,1-3-6-16,3-3-23 15,0-22-96-15,-12 8-143 16,-4-3-313-16</inkml:trace>
  <inkml:trace contextRef="#ctx0" brushRef="#br0" timeOffset="26890.41">18418 1401 603 0,'0'0'0'15,"0"0"-21"-15,0 0-210 0</inkml:trace>
  <inkml:trace contextRef="#ctx0" brushRef="#br0" timeOffset="27488.62">18622 1675 276 0,'0'0'378'0,"0"0"-317"15,0 0 37-15,0 0-58 0,0 0-21 16,0 0 26-16,59 18 6 16,-46-35 17-16,-4-3-36 15,-2-1-8-15,-4 3 0 16,-3 1-6-16,0 1 7 16,0 5-8-16,0 1 2 15,0 3-11-15,-9 4 10 16,0 2 12-16,-3 1-29 15,-4 0 2-15,-1 19-3 16,-2 9-8-16,4 3-1 16,6 1 5-16,3 1-1 15,6-1 3-15,0-1-1 16,0-3 2-16,5 2-1 16,14-4 2-16,5 0-6 15,3-5 6-15,0-8 4 0,-1-9 0 16,-3-4-2-16,0-5 3 15,0-21-1-15,-1-11-1 16,1-6 5-16,-8-7-7 16,0 4-1-1,-8 5-1-15,1 9 1 0,-4 7 0 16,0 13 9-16,-1 4-3 16,2 6 11-16,4 2-4 15,7 0-9-15,5 0 2 16,6 14 1-16,0 6 9 15,0 4 1-15,-4 2 1 16,-6 4-9-16,-5 4-3 0,-9 1-4 16,-3 2 3-16,0-2-1 15,-6-8-2-15,-10-7-2 16,-1-7-1-16,4-8-54 16,1-5-86-16,9 0-103 15,-1-8-231-15</inkml:trace>
  <inkml:trace contextRef="#ctx0" brushRef="#br0" timeOffset="28101.5">18415 1411 304 0,'0'0'330'0,"0"0"-258"16,0 0 10-16,0 0-38 15,0 0-21-15,0 0 7 16,0 0-7-16,0-5-14 0,0 5-9 16,0 0-4-1,0 0-2-15,0-2 6 0,0-4 7 16,4 0-6-1,2-1 29-15,-1 0 11 0,-1-1-7 16,-4 1 3 0,0 0 32-16,0 0-11 0,-10 0-28 15,-2 2-9-15,-2 3-21 16,4 2-14-16,1 0-18 16,0 4-65-16,9 2-164 15,0 1-218-15</inkml:trace>
  <inkml:trace contextRef="#ctx0" brushRef="#br0" timeOffset="31658.58">20463 1614 486 0,'0'0'142'0,"0"0"-114"16,0 0 94-16,0 0-43 15,6-86-12-15,-6 60-17 16,0 2-5-16,-9 1 3 15,-1 4-5-15,-1 7-15 16,-1 2-3-16,3 5 7 16,-3 5-24-16,-1 0 5 15,-5 3-2-15,-1 20-11 16,-4 9-10-16,4 9 0 16,1 4 5-16,6 1 3 15,3-4-4-15,6-4 4 0,3-7 2 16,0-7-1-16,0-5 1 15,5-7-1-15,3-6 1 16,0-6 0-16,3 0 0 16,5 0 0-16,2-16 0 15,7-9 4-15,0-6-3 16,-1-5 22-16,-3 1-18 16,-7 3-2-16,-5 7 0 15,-6 12 2-15,-3 10 3 16,0 3 4-16,0 0 17 15,0 0-20-15,0 16-9 0,0 7-26 16,0 4 26 0,0 0 0-16,0-5-2 0,4 0-1 15,15-5 3-15,7-3 0 16,2-7 2-16,5-3-4 16,0-4 2-16,0 0 0 15,-5 0 4-15,-7 0 5 16,-6-4-9-16,-6-3-7 15,-4-2 3-15,0 1-55 16,-5 2-85-16,0 1-164 16</inkml:trace>
  <inkml:trace contextRef="#ctx0" brushRef="#br0" timeOffset="33422.19">21546 1223 399 0,'0'0'174'0,"0"0"-147"16,0 0 35-16,0 0-17 15,0 0 35-15,0-38 19 16,0 37-19-16,-2 1-20 15,-2 0-6-15,1 0-6 0,-1 0-31 16,-4 4-4-16,-4 13-10 16,-6 11-3-16,1 9 2 15,3 5 0-15,3 9 9 16,4 2-6-16,6 5 0 16,1-4-3-16,0-2 2 15,7-9-1-15,11-8-1 16,1-8-4-16,3-10 3 15,0-6-4-15,0-7 1 16,2-4 1-16,-1 0 0 16,2-12 1-16,0-11 8 15,-1-4 3-15,-2-4-2 16,-7-3-7-16,-6-3 3 16,-3 1-1-16,-6 4 6 15,0 6-4-15,0 9 2 0,0 9 9 16,0 5 0-16,0 3 13 15,0 0-7-15,-4 0-18 16,1 3-5-16,0 15-19 16,-2 7 9-16,4 6 10 15,1 2 1-15,0-4-1 16,0 0-2-16,3-4 2 16,10-4-2-16,-1-7 2 15,0-3-3-15,6-6-2 16,-6-3 3-16,6-2-8 15,-2 0-3-15,-1-2 11 16,0-17 2-16,-2-2 13 16,-2-7-13-16,-3-5-6 0,-4 1 3 15,-4-2-1-15,0 6 4 16,0 7 3-16,-4 8 6 16,-1 8-3-16,5 3 1 15,-1 2 7-15,-1 0-7 16,2 0-7-16,-2 7-17 15,2 13-14-15,0 8 22 16,0 3 9-16,0-1 4 16,4-2-4-16,12-3 2 15,0-3 0-15,4-7-2 16,-2-7 0-16,-2-2-3 16,-2-6 2-16,-1 0-8 15,-4 0 1-15,1-3 8 16,1-14 0-16,-4-6 2 0,-2-7-6 15,-4-1-11-15,1-3 2 16,-2 1 12-16,0 8 2 16,0 3 2-16,0 3 5 15,4 6-3-15,2 3-3 16,1 2-2-16,1 4 0 16,4 4-2-16,0 0-3 15,3 0-2-15,4 21-3 16,2 6 0-16,-1 5 10 15,-1 6 1-15,-2-1 3 0,-1-2 3 16,-4-4-5 0,-2-4-2-16,-6-9 3 0,-2-5-1 15,-2-6-2-15,0-4-7 16,0-2 7-16,0-1 13 16,-3 0-9-16,-9-4 10 15,2-13-3-15,4-4-7 16,3-3-8-16,3-6 4 15,0 1 0-15,7-2-1 16,11 1-1-16,5 5 1 16,-1 4 1-16,2 8-3 15,-1 6 3-15,-3 6 1 16,1 1-1-16,1 7-5 16,-2 17-5-16,-1 5 1 15,-4 5 9-15,-3 0 2 0,-5-3 6 16,-4-6-7-16,0-6 2 15,-3-9-1-15,0-5-1 16,0-5 2-16,0 0 0 16,0 0 13-16,0-3 2 15,0-18-1-15,0-8 18 16,-1-7-35-16,1-3 1 16,0-2 5-16,0 7-6 15,0 7-2-15,6 9-3 16,4 7-2-16,1 5-4 15,6 6-59-15,3 0-64 16,5 3-30-16,2 12-42 0,-19-6-89 16,-2-1-134-16</inkml:trace>
  <inkml:trace contextRef="#ctx0" brushRef="#br0" timeOffset="34119.56">22650 1459 86 0,'0'0'166'0,"0"0"-51"16,0 0 4-16,0 0-12 15,0 0-33-15,0 0 23 16,0 0-1-16,57-10-3 15,-57-4-32-15,0 0-25 16,0 2 4-16,0 2 4 16,-3 3-12-16,-5 2 9 15,2 2-15-15,0 3 13 16,-4 0-32-16,0 0-2 16,-4 15-5-16,4 12-21 15,1 5 8-15,3 2 1 0,6 1 9 16,0-3 2-16,0-1 0 15,3-7 0-15,12-4 1 16,3-8 0-16,0-2 0 16,1-6-1-16,0-4-6 15,-2 0 7-15,2 0 8 16,-1-14-1-16,-2-5 1 16,-2-7-2-16,-2-1 5 15,-3 1-8-15,-3 2 6 16,-3 1-2-16,0 6 3 15,-3 7-1-15,0 3 20 0,0 7-18 16,0 0 0 0,0 0-11-16,0 0-5 0,1 16-23 15,7 6 11-15,1 7 17 16,1 0 8-16,3-1-5 16,0-3 1-16,-4-7-2 15,-1-6-1-15,-3-6-1 16,-2-5-1-16,-2-1 1 15,1 0 2-15,2 0-2 16,5-11 0-16,0-13 6 16,5-10 13-16,-1-4-15 15,-3-4-3-15,3 7-1 16,-5 4-8-16,1 11 5 0,2 8-8 16,-4 7 11-16,-1 5 0 15,2 0-5-15,-1 0-6 16,6 20-8-16,3 8 19 15,0 6 1-15,-1 3 2 16,-2-1 15-16,-4-3-16 16,0-6 0-16,-1-9-1 15,-1-4-1-15,-3-7 0 16,2-4-3-16,2-3-7 16,2 0-63-16,2-7-46 15,2-14-39-15,1-8-17 16,-11 14-155-16</inkml:trace>
  <inkml:trace contextRef="#ctx0" brushRef="#br0" timeOffset="34385.06">23290 1278 373 0,'0'0'219'0,"0"0"-78"16,0 0 2-16,0 0-60 15,0 0-39-15,0 0-44 16,0 0 1-16,3 62 36 15,0-17 21-15,1 2-4 16,1-1-12-16,1-3-1 16,2-6-12-16,3-5-14 15,3-8 1-15,0-7-5 16,2-4-1-16,3-6-9 16,2-6-2-16,6-1 0 0,0 0-10 15,-2-10 1-15,-5-11-154 16,-18 7-5-16,-2 0-373 15</inkml:trace>
  <inkml:trace contextRef="#ctx0" brushRef="#br0" timeOffset="34557.51">23378 1438 182 0,'0'0'671'0,"0"0"-600"15,0 0 101-15,0 0-119 0,0 0-32 16,0 0 24-1,51-49-29-15,-3 40-12 16,12-1-3-16,8 2-1 16,5 1-15-16,-51 5-71 0,-3-1-203 15</inkml:trace>
  <inkml:trace contextRef="#ctx0" brushRef="#br0" timeOffset="35619.37">24327 1438 938 0,'0'0'59'16,"0"0"16"-16,0 0-4 16,0 0-28-16,0 0-19 15,0 0-13-15,-7 6-11 16,-7 13 0-16,2 8 3 15,-1 4-2-15,4 1 1 16,4 1-2-16,4-3 0 16,1-2 2-16,0-5-2 15,3-1 0-15,11-6 0 16,5-7 0-16,3-4-5 16,0-5 3-16,4 0-3 0,4 0 5 15,-2-14 26-15,1-6-21 16,-9-3 8-16,-5-4-4 15,-3-2-3-15,-7-4 3 16,-4-6-1-16,-1-8 2 16,0 4 8-16,-9 3 0 15,-7 12-3-15,1 12 2 16,-3 6 6-16,3 6 1 16,-1 4-13-16,-1 0-6 15,-1 0-5-15,-1 17 1 16,4 7-1-16,2 4 0 15,7 5-2-15,6-1-2 0,0-1 1 16,6-4 0 0,18-9 1-16,4-4-3 15,8-7-6-15,7-7-17 0,2 0-12 16,5-4 33-16,-2-18-23 16,0-8 2-16,-6-10-40 15,-9-2 7-15,-7-5-4 16,-8 0-11-16,-7 3 70 15,-7 6 6-15,-4 9 28 16,0 12 26-16,0 8 9 16,-6 4 19-16,0 5-15 15,3 0-14-15,-9 7-32 16,-3 26-21 0,1 12 6-16,-2 20 9 15,15 6-4-15,1 13-1 0,1 15 5 16,22 6 15-16,-1 0-11 15,1-5 14-15,-1-8-3 16,-8-13-21-16,-4-15 4 16,-6-14-7-16,-4-13 0 15,0-14-4-15,0-11 0 16,0-8-2-16,0-4 0 16,0 0 0-16,-13-19-28 15,-12-18-58-15,11 12-186 16,-2-3-211-16</inkml:trace>
  <inkml:trace contextRef="#ctx0" brushRef="#br0" timeOffset="35778.92">24615 1917 747 0,'0'0'163'15,"0"0"23"-15,0 0-30 16,-10-77-57-16,32 56-44 16,11-2-13-16,10-4-29 15,9 4-6-15,6 3-7 16,4 3-4-16,0 3-15 15,-4-1-92-15,-42 12-111 16,-6 2-380-16</inkml:trace>
  <inkml:trace contextRef="#ctx0" brushRef="#br0" timeOffset="38751.79">26007 1277 517 0,'0'0'74'16,"0"0"9"-16,0 0 45 16,0 0-61-16,0 0-30 15,0 0 3-15,0-81-7 16,23 72-17-16,2 0-2 15,5 3 5-15,1 5-1 16,-1 1 0-16,-2 0-1 16,-3 16-9-16,-6 7 1 15,-5 11-3-15,-8 7 4 16,-6 10-5-16,0 5 9 16,-23 5 2-16,-9-4-14 0,-4-5 16 15,-1-10-18 1,0-11 0-16,0-10 5 0,8-10 4 15,10-8-4-15,5-3 1 16,7 0-2-16,2-18 4 16,2-10-8-16,3-9-5 15,0-4 5-15,0 0-7 16,5 5 15-16,7 8-5 16,0 8 0-16,-3 10 11 15,-3 5-2-15,2 5 4 16,3 0-12-16,3 2-4 15,6 19-5-15,4 13 5 16,0 7 26-16,-3 6 1 0,-3-1-13 16,-2-4-8-1,-1-4 3-15,-1-6 0 0,0-8-8 16,2-6 1-16,1-8-4 16,4-6-12-16,3-4-42 15,6-3-50-15,-20-11-73 16,-2-3-148-16</inkml:trace>
  <inkml:trace contextRef="#ctx0" brushRef="#br0" timeOffset="39252.41">26553 1325 719 0,'0'0'98'0,"0"0"40"0,0 0-30 15,0 0-49 1,0 0-11-16,0 0-26 0,-9-17-19 16,-5 35-1-16,-2 8 22 15,-1 7-17-15,3 6 3 16,2 3-4-16,2 0-1 16,4 1 1-16,3-3-5 15,3-3-1-15,0-5 0 16,0-3-1-16,6-8 1 15,7-4-2-15,4-6 0 0,-1-5 1 16,2-5-4 0,0-1 0-16,-2 0 1 0,3-4 8 15,-3-13 5-15,0-5 8 16,-6-5-4-16,-2-7-4 16,-2-7 1-16,-3-3-3 15,-2-1 4-15,-1 1 1 16,0 6 9-16,0 10 7 15,-4 5-4-15,-10 7-3 16,1 3-12-16,-5 0-3 16,1 3-6-16,1 4-1 15,1 5 0-15,2 1-24 16,2 0-5-16,4 8-13 16,2 8-28-16,5 0-38 0,0 1 3 15,5-4-79-15,5-10-80 16,-1-1-214-16</inkml:trace>
  <inkml:trace contextRef="#ctx0" brushRef="#br0" timeOffset="39722.53">26828 1340 892 0,'0'0'62'0,"0"0"36"16,0 0-24-16,0 0-49 16,0 0-17-16,0 0-8 0,0 0 0 15,-33 52 7-15,22-19-6 16,1 4 3-16,4 2-3 16,3 1-1-16,3-2 0 15,0-4 0-15,0-5-1 16,6-6 1-16,7-9-6 15,2-6-1-15,5-5-4 16,-1-3-10-16,5 0 13 16,-3 0 8-16,0-10 5 15,-5-7 7-15,-1-4-5 16,-3-4 0-16,-4-2 1 16,-2-5 2-16,-6-6 20 15,0-2 21-15,0-1 2 0,-6 3-9 16,-10 7-15-16,-7 6-5 15,-1 5-5-15,-1 5-10 16,-1 7-9-16,4 7-3 16,-5 1-8-16,2 2 0 15,4 18-8-15,7 2-21 16,10 2-38-16,4 1-66 16,0-18-44-16,3-2-152 15</inkml:trace>
  <inkml:trace contextRef="#ctx0" brushRef="#br0" timeOffset="40292.03">27214 1391 818 0,'0'0'63'16,"0"0"-44"-16,9 82 22 16,-9-44-4-16,0-3 5 15,0-2-11-15,0-4 9 0,0-9-27 16,0-4 8-16,0-9-10 16,0-5 1-16,0 0-5 15,0-2-2-15,0 0 10 16,0-2 6-16,0-16 4 15,0-11 31-15,0-10-50 16,0-8 3-16,6-7-4 16,3-1-3-16,1 0-1 15,1 9-1-15,0 10 1 16,2 8 2-16,-3 9-2 16,0 4 2-16,1 5-3 15,-5 4 3-15,0 4 7 16,-3 2-8-16,3 0-4 15,1 5-1-15,4 15-19 16,5 11 22-16,-2 6 3 0,0 6 7 16,-3 7 3-16,-2 1 9 15,0-1-12-15,-3 0-3 16,0-5 3 0,-3-5-4-16,0-10-6 0,-3-4 1 15,0-8 4-15,0-6-5 16,0-5-1-16,0-4-1 15,0-3-15-15,0 0-74 16,0 0-35-16,0-2-54 16,0-8-208-16</inkml:trace>
  <inkml:trace contextRef="#ctx0" brushRef="#br0" timeOffset="40481.14">27244 1515 779 0,'0'0'117'0,"0"0"2"16,0 0-51-16,0 0-27 16,0 0-13-16,0 0-14 15,76-49-1-15,-37 42-13 16,1 4-1-16,-3 0-20 16,1 3-60-16,-25 0-197 15,1 0-269-15</inkml:trace>
  <inkml:trace contextRef="#ctx0" brushRef="#br0" timeOffset="41768.87">28430 1426 502 0,'0'0'57'15,"0"0"8"-15,0 0 31 16,0 0-16-16,0 0-1 16,0 0-3-16,0 0-10 0,31-18-12 15,-31 11-9 1,0 1-5-16,0-1-15 0,0-1 9 16,-3 2-14-16,-6 2-2 15,-2-2-10-15,-1 5-2 16,-1 1-3-16,-4 0-3 15,-4 0 0-15,0 18-11 16,-3 7 2-16,0 8 3 16,6 6 0-16,2 3 3 15,5-2 3-15,7-1 0 16,4-5-2-16,0-8 2 16,0-2-3-16,7-8 3 15,5-3-5-15,3-6-3 16,-1-6-1-16,2-1-3 15,1 0 9-15,2-8 2 0,1-14 2 16,2-5 15-16,-2-3-9 16,-3-6-1-16,-4 1 0 15,-4-2 7-15,-3 7-10 16,-2 8 10-16,-3 8-3 16,-1 7 7-16,0 6 16 15,0 1 1-15,0 0-15 16,0 0-19-16,0 1-9 15,0 17-9-15,0 7-9 16,0 8 27-16,0-1 7 16,7-2-5-16,5-4 3 15,4-4-5-15,3-5 1 16,0-3-1-16,-1-6 0 16,-2-3-3-16,-1-5-2 15,3 0 5-15,1-3 4 0,1-18 8 16,1-6-7-16,-3-7 1 15,-3-7-2-15,-5-7-4 16,-3-5-5-16,-5-3 5 16,-2 9 7-16,0 8-6 15,0 13 0-15,-6 9 0 16,-1 8 6-16,2 5-6 16,2 4 4-16,1 0 10 15,1 0-15-15,-5 0 0 16,-1 17-16-16,-2 8 14 15,1 9 0-15,5 7 0 16,3 6 2-16,0 2 6 0,0 2 2 16,3-5 0-1,11-5-3-15,0-4 2 0,2-9-6 16,0-6 5-16,-1-7-6 16,0-4-3-16,0-5 3 15,-1-5-17-15,0-1-18 16,-1 0-42-16,-7-16-67 15,-6 3-135-15,0 0-443 16</inkml:trace>
  <inkml:trace contextRef="#ctx0" brushRef="#br0" timeOffset="41940.21">28715 1531 869 0,'0'0'66'0,"0"0"64"0,0 0-50 16,0 0-58-16,0 0-22 15,0 0 0-15,71-34 16 16,-30 29-14-16,1 3-2 16,-1-1-54-16,-29 3-148 15,-4-3-183-15</inkml:trace>
  <inkml:trace contextRef="#ctx0" brushRef="#br0" timeOffset="42666.81">29667 1291 726 0,'0'0'58'0,"0"0"64"16,0 0-7-16,0 0-59 15,0 0-14-15,0 0-7 16,0 0-17-16,0-14-12 15,0 28-6-15,0 11-15 16,0 12 15-16,0 12 39 16,3 5-5-16,1 2-15 0,-1-2 10 15,2-6-12 1,-2-6-1-16,0-8-5 16,0-8 1-16,0-7-9 0,0-3 1 15,1-6-3-15,0-3-1 16,-1-6 0-16,2-1-9 15,3 0-42-15,4-3-67 16,-7-7-98-16,1 0-223 16</inkml:trace>
  <inkml:trace contextRef="#ctx0" brushRef="#br0" timeOffset="43104.37">29900 1399 759 0,'0'0'84'15,"0"0"33"-15,0 0-43 16,0 0-56-16,0 0 13 16,0 0-11-16,89-54 2 15,-74 54-5-15,0 0-13 16,-5 11-4-16,-2 11-5 15,-3 9 5-15,-5 8 6 16,0 0 1-16,0 4-3 16,-16-4 4-16,-1-5 10 0,-2-6-11 15,5-7 4 1,5-6 17-16,1-6-10 16,5-3 7-16,3-3-14 0,0-3 5 15,0 0-8-15,0 0-1 16,3 0 15-16,12 0 11 15,12 0-11-15,4-3 8 16,4-3-8-16,-2 0-18 16,-3 1-1-16,-7 0-3 15,-2 1-2-15,-4 0-5 16,-3-2-79-16,-5-1-110 16,-9 5-92-16,0-1-451 15</inkml:trace>
  <inkml:trace contextRef="#ctx0" brushRef="#br0" timeOffset="43666.57">30389 1416 451 0,'0'0'210'0,"0"0"-127"16,0 0 54-16,0 0-39 15,0 0-18-15,0 0-5 16,49-67-9-16,-49 67 4 16,0 0-27-16,0 0-14 15,0 0-8-15,-1 0-18 0,-7 0-3 16,-1 0 0-16,-2 11 3 15,0 5-3 1,3 0-6-16,4 6 4 0,2-2 0 16,2 4-4-16,0-1 5 15,0 1 0-15,12 2-4 16,5-4 4-16,-2-2 1 16,2 1 0-16,-3-4 0 15,0-1 1-15,-3-4 3 16,-3-3-3-16,0-4 0 15,-5 0 1-15,-3-4-2 16,1-1 2-16,-1 1-1 16,0-1-1-16,0 0 3 0,0 0 1 15,0 0 1-15,0 2 0 16,-3 1-4-16,-11 2 1 16,-6 1 3-16,-6-3 3 15,-1 0-8-15,-1-3 0 16,-1 0-20-16,3 0-28 15,6-2-55-15,7-11-52 16,13 5-67-16,0 0-177 16</inkml:trace>
  <inkml:trace contextRef="#ctx0" brushRef="#br0" timeOffset="43824.97">30370 1383 732 0,'0'0'85'0,"0"0"18"15,0 0-42-15,0 0-34 16,0 0-14-16,80-74-7 16,-66 71-6-16,-1 3-9 15,-4 0-48-15,-9 0-146 16,0 0-190-16</inkml:trace>
  <inkml:trace contextRef="#ctx0" brushRef="#br0" timeOffset="44303.62">30656 1317 687 0,'0'0'106'15,"0"0"-8"-15,0 0 20 16,0 0-65-16,0 0 9 15,0 0-21-15,0 0-6 16,-4-11-2-16,4 11-12 16,0 0-21-16,13 10-2 0,3 13 2 15,5 9 9 1,0 12 6-16,-1 7-10 16,2 5 2-16,3-2 0 0,-1-3 0 15,0-9 9 1,-3-8-7-16,-5-6-3 0,-4-10-1 15,-6-5-3-15,-1-7 6 16,-5-6-5-16,1 0-2 16,1 0 7-16,3 0 8 15,1-15 11-15,4-10 3 16,2-11 3-16,1-7-28 16,-1-7 0-16,1-10-2 15,-2-1 4-15,-2 4-5 16,-2 13-2-16,-3 13 0 15,-2 14-3-15,-2 8-6 0,0 6-16 16,0 3-32 0,0 0-82-16,0 10-138 0,0 3-176 15</inkml:trace>
  <inkml:trace contextRef="#ctx0" brushRef="#br0" timeOffset="48667.05">31999 1280 700 0,'0'0'108'16,"0"0"-54"-16,0 0 54 16,0 0-69-16,0 0-22 15,0 0 9-15,0 0 2 16,0 0-9-16,-6-7 2 16,1 22-3-16,-5 17-9 15,-1 14 1-15,-5 9 21 16,3 2 12-16,2-1-17 15,1-3 12-15,5-5-6 16,1-1-21-16,1-5 4 16,3-8-3-16,0-6 3 15,0-5-7-15,0-8-8 16,0-4 6-16,0-2-4 0,0-3-1 16,0-4-2-16,0-2 1 15,0 0-2-15,0 0-6 16,0 0-46-16,0-12-34 15,0-8-32-15,0-2-69 16,-6 10-57-16,0 1-223 16</inkml:trace>
  <inkml:trace contextRef="#ctx0" brushRef="#br0" timeOffset="49164.63">31743 1603 532 0,'0'0'154'0,"0"0"-62"15,0 0 46-15,0 0-54 16,0 0-27-16,0 0-39 0,4-22-18 16,18 18 3-16,5 1 14 15,8 0-9-15,4 1-5 16,5 0 2-16,0-2-2 16,0 3 4-16,-5-2 3 15,-9 0 1-15,-8 2 0 16,-12-2-4-16,-3 3-1 15,-7 0 0-15,0 0-1 16,0 0 4-16,0 0 5 16,0 0 0-16,0 3-14 15,0 12-2-15,0 6 2 0,-3 6 17 16,-1 1-11 0,4 1-4-16,0-1-2 0,0-4 4 15,2-3-4 1,10-4 0-16,0-4 0 0,4-3 1 15,-1-7 0 1,4-3-2-16,-1 0 3 0,3-6 7 16,0-13 7-16,-4-3-3 15,-6-3-2-15,-5-2 5 16,-6 0 23-16,0 0-6 16,-10 5-5-16,-16 0 1 15,0 5-22-15,-6 4-3 16,1 7-4-16,4 4-6 15,2 2-12-15,3 0-44 0,6 10-78 16,13-2-77-16,3-2-377 16</inkml:trace>
  <inkml:trace contextRef="#ctx0" brushRef="#br0" timeOffset="53998.9">2154 3796 241 0,'0'0'128'0,"0"0"-87"15,0 0 111-15,0 0-56 16,0 0-19-16,0 0 16 16,0 0 1-16,0 0-14 15,12-48-37-15,-12 24-4 16,0-2-3-16,-9-1-7 16,-9-1-5-16,0 1 1 15,-4 2-14-15,4 5 2 16,0 5 13-16,0 5-9 0,5 7-17 15,-5 3 0-15,3 0 0 16,-6 10 0-16,1 17-10 16,-2 8-3-16,3 7 10 15,5 3 2-15,7-2-1 16,7-2-2-16,0-7 4 16,0-6-3-16,4-4-3 15,10-11 5-15,5-6-4 16,-2-6 5-16,2-1-13 15,5 0 13-15,-3-21 8 16,4-8 3-16,-1-4-6 16,-2-3-3-16,-7 5 4 15,0 5-5-15,-7 7 2 16,-4 11-3-16,-4 5 5 0,0 3-1 16,0 8-4-16,0 18-22 15,0 8 7-15,0 1 15 16,0-2 2-16,6-7-2 15,12-6-1-15,3-7 0 16,3-9 1-16,9-4-3 16,1 0 6-16,3-10 3 15,-4-10-3-15,-5 1 10 16,-8 2-10-16,-4 5 0 16,-7 4-3-16,-4 4-3 15,-4 1-32-15,-1 1-81 16,0 2-85-16,0 0-461 0</inkml:trace>
  <inkml:trace contextRef="#ctx0" brushRef="#br0" timeOffset="55131.62">3215 3983 648 0,'0'0'79'0,"0"0"-70"15,0 0 52-15,0 0-9 16,0 0 30-16,0 0 0 15,61-56-31-15,-43 16-19 16,-3-8-6-16,1-8-7 16,-4-7 1-16,-3-4-7 15,-5-4 2-15,-4-1-2 0,0-1 0 16,-4 8-1-16,-12 16-7 16,2 18 8-16,1 15 44 15,7 9-48-15,1 7 18 16,-2 0-4-16,-5 6-23 15,0 22-1-15,1 13-14 16,3 11 9-16,2 6 1 16,6 4 5-16,0 4 0 15,0 0 0-15,9 3 0 16,10-5-2-16,2-6 0 16,0-10 1-16,4-12 2 15,-4-14-3-15,4-9 2 16,-5-9-5-16,5-4-5 15,-1 0 9-15,3-20 1 0,-6-10 10 16,3-7-10-16,-8-6 0 16,-4-5 0-1,-9-5-12-15,-3 6 15 16,0 12 2-16,0 15-1 16,0 16 4-16,0 4-6 15,0 0 1-15,-3 0-3 16,0 9-12-16,0 10-6 15,3 6 16-15,0 4 0 16,0-1-5-16,3 3 6 16,15-3-1-16,0-4 1 15,3-5 1-15,1-8 0 16,-4-6-6-16,1-2-3 16,-5-3 7-16,-1 0 2 0,-1 0 2 15,-4-14 4-15,0-10 9 16,-3-6-3-16,-5-3-7 15,0-4 1-15,0 3 0 16,0 5-3-16,-16 6 8 16,-1 7 0-16,1 4-11 15,-1 4 3-15,-2 6-9 16,1 2 6-16,0 0-24 16,2 17-23-16,5 1-45 15,10 2-4-15,1-2-45 0,0-14-63 16,10 0-129-1</inkml:trace>
  <inkml:trace contextRef="#ctx0" brushRef="#br0" timeOffset="55662.54">3986 3649 647 0,'0'0'59'0,"0"0"70"16,0 0-45-16,0 0-29 16,0 0 9-16,-36-74-28 15,21 69-5-15,-1 2 4 0,-1 3-19 16,-2 0 6-16,0 4-20 16,-1 14 25-16,1 5-21 15,4 7-6-15,2 3-4 16,5 4 0-16,7 1 4 15,1-1-2-15,0-3 0 16,3-6 2-16,11-4-2 16,0-8 0-16,4-5 1 15,-5-8 1-15,1-3-10 16,2 0-10-16,-1 0 20 16,0-14 0-16,3-8 7 15,-5-4 0-15,-2-7 0 16,-1-4-2-16,-4 3-1 15,-3 2 1-15,0 8-2 0,-3 9 6 16,0 9-3-16,0 6 24 16,0 0 15-16,0 0-28 15,0 8-17-15,-1 15-26 16,-1 10 23-16,1 0 2 16,1-2-2-16,0-1-7 15,9-7-17-15,10-7-23 16,9-4-25-16,-1-5-27 15,4-6-55-15,-20-1-46 16,-2 0-104-16</inkml:trace>
  <inkml:trace contextRef="#ctx0" brushRef="#br0" timeOffset="56162.13">4283 3694 490 0,'0'0'113'0,"0"0"20"16,3-73 9-16,-15 63-57 15,-3 4-25-15,-3 3-21 16,2 3 2-16,-2 0-23 16,-6 16-17-16,6 11 13 15,0 3-14-15,8 7 0 16,4 0 0-16,4 2 2 16,2 0-1-16,0-7-1 15,3-4-1-15,12-6 1 16,3-8 1-16,3-7 0 15,-2-6 0-15,2-1 0 0,0 0 7 16,3-21 6-16,0-10-3 16,0-9 13-16,-3-9-6 15,-8-7-10-15,-6-5 0 16,-5-3-1-16,-2 1 0 16,0 4 0-16,0 6 4 15,0 13-2-15,0 13 12 16,-2 12 24-16,-2 10-7 15,3 5-2-15,-4 0-16 16,-1 15-20-16,-6 23-10 16,-1 15 10-16,2 7 9 15,4 7-9-15,7 3 3 16,0 1-1-16,0-5-1 16,3-5 6-16,10-12-4 0,2-12 1 15,2-12-4-15,-1-9-4 16,-1-10 3-16,7-6-8 15,2 0-42-15,7-12-51 16,-17-5-49-16,2 0-178 16</inkml:trace>
  <inkml:trace contextRef="#ctx0" brushRef="#br0" timeOffset="57262.01">5126 3594 683 0,'0'0'141'15,"0"0"-66"-15,0 0 47 16,0 0-46-16,0 0-24 0,0 0-9 15,0 0-42 1,-31-2 19-16,20 21-20 16,2 5 4-16,-1 3-4 0,7 2 4 15,0 4-4-15,3 0 0 16,0-2 1-16,0-1-1 16,13-3 0-16,5-6-3 15,0-5 3-15,4-8-1 16,-2-6 0-16,1-2 1 15,1 0 1-15,-1-13 6 16,0-9 9-16,-2-4-8 16,-7-5-4-16,-4-5 6 15,-5-3-6-15,-3-2 2 16,0 3 3-16,-9 6 1 0,-9 6 11 16,-2 11-6-1,-2 6 3-15,1 7-2 16,2 2-7-16,1 0-9 0,1 15 0 15,4 9-2-15,4 6 2 16,3 2-5-16,6 3 4 16,0-1-1-16,17-3-4 15,8-6-2-15,3-9-4 16,2-7-20-16,4-9-26 16,-2 0 1-16,-1-9 19 15,0-18 11-15,1-5-12 16,-4-8-16-16,2-5-23 15,-5 0-36-15,-6-2-43 16,-5-2-18-16,-8 5 166 0,-3 6 9 16,-3 10 113-16,0 11 25 15,0 7-2-15,-6 6-14 16,0 4-3-16,-2 0-31 16,-2 10-25-16,-2 21-53 15,-1 11 15-15,1 12-15 16,3 9 16-16,4 14-4 15,5 9 15-15,0 10-1 16,6 2-9-16,14-2-3 16,4-7-8-16,-8-14 10 15,-4-13-13-15,-3-16-11 16,-6-11 0-16,-3-14 0 16,0-10-1-16,0-7-1 0,0-4-6 15,-12 0-10-15,0-18-52 16,0-2-110-16,5-1-236 15</inkml:trace>
  <inkml:trace contextRef="#ctx0" brushRef="#br0" timeOffset="57412.65">5354 4109 720 0,'0'0'178'0,"0"0"-55"16,0 0-17-1,0 0-64-15,0 0-19 16,0 0 2-16,116-79-23 15,-60 66-2 1,-4 2-15-16,-33 5-107 0,-2 1-178 16</inkml:trace>
  <inkml:trace contextRef="#ctx0" brushRef="#br0" timeOffset="59193.84">6361 3461 51 0,'0'0'609'0,"0"0"-551"16,0 0 45-1,0 0-38-15,0 0-9 0,3-30 2 16,-3 30 1-16,-3 0 9 16,-6 0-23-16,-1 0-20 15,-2 6-14-15,-6 16 4 16,0 6-8-16,3 2-6 16,2 8 1-16,5-1-2 15,7 3-1-15,1 1 1 16,0 0 0-16,3-5-2 0,15-3 1 15,1-6 1-15,2-9-3 16,4-8-1-16,1-9-5 16,-1-1-6-16,-1-7 12 15,1-18 3-15,1-5-14 16,-6-4-12-16,-6 2 7 16,-2 2-1-16,-8 5 19 15,-2 7 1-15,-2 6 7 16,0 8 23-1,0 4 9-15,0 0 2 16,0 4-36-16,-3 16-1 16,-3 5-4-16,6 4 5 15,0-1-4-15,0 0-2 16,0-3 2-16,15-2 2 0,0-3-2 16,4-7 0-16,-1-5 2 15,-3-5-3-15,6-3 0 16,-6 0 8-16,3-3 1 15,-3-15 1-15,-4-6-4 16,-6-5 2-16,-5 0-6 16,0-4 4-16,0 3 1 15,-18 4-7-15,-7 4-4 16,-1 6-8-16,-2 6 8 16,1 7-7-16,2 3 4 15,3 0 3-15,5 0 3 16,7 0 0-16,5 3-2 15,5-2-4-15,0-1 0 16,0 0 2-16,0 0-8 0,15 0-1 16,2 0 14-16,5 0 1 15,2-4 0-15,1-2 5 16,3 1-2-16,-2 2-3 16,4 3-1-16,0 0 0 15,1 0 1-15,0 0-1 16,2 10 4-16,-6 7 0 15,-2 3-1-15,-7 5-1 16,-9 4-2-16,2 4 0 16,-8 2 0-16,-3 1 7 15,0-5-6-15,0-6 3 16,-2-7-1-16,-2-9-3 16,2-6 0-16,-1-3 4 0,3 0-4 15,-3-13-6-15,3-11-29 16,0-10-6-16,0-4 22 15,0 0 19-15,0 1 0 16,8 5 2-16,3 5-2 16,1 6 0-16,6 2 0 15,-3 5 0-15,3 4 0 16,0 5 0-16,1 3 0 16,-2 2 0-16,4 2 5 15,-2 15 0-15,-2 5 5 16,0 5 0-16,-2 1 3 15,0 2 5-15,-3-4-12 16,0-5-3-16,-5-5 1 16,-2-4-1-16,1-7-3 0,0-2 1 15,0-3-1-15,-2 0 0 16,4-8 0-16,2-19 4 16,7-10 19-16,-4-8-22 15,-1 1-1-15,-3 2-4 16,-6 4-33-16,0 9 20 15,0 11 17-15,-1 11 1 16,-2 6 0-16,0 1 6 16,4 0-7-16,6 15-15 15,2 5-9-15,6 4 24 0,-1 3 8 16,2 0 4-16,2 1-3 16,-3 0 8-16,-2 0 7 15,-7-1 13-15,-7-4-17 16,-2-2-4-16,-11-4-13 15,-13-3 14-15,-4-3-13 16,3-5-4-16,4-6-2 16,10 0-72-16,7-6-77 15,4-6-120-15,0-1-452 16</inkml:trace>
  <inkml:trace contextRef="#ctx0" brushRef="#br0" timeOffset="59994.41">7665 3384 407 0,'0'0'167'16,"0"0"-79"-16,0 0 37 15,0 0-18-15,0 0-21 16,0 0-7-16,12-44-16 16,-12 44-25-16,0 11-25 15,0 12-8-15,-3 8 21 0,-1 8 1 16,1 4-4-16,1 0-5 16,2 2 9-1,0 1 1-15,0 0-3 0,0 2-6 16,3-3 1-16,8-4 0 15,0-7-3-15,3-7-4 16,-1-9-11-16,-1-6 2 16,-1-5-4-16,4-6-1 15,-2-1-3-15,2 0 1 16,-3-14 3-16,1-10-16 16,-8-6-57-16,-5-5-102 15,0 19-84-15,-3 1-355 16</inkml:trace>
  <inkml:trace contextRef="#ctx0" brushRef="#br0" timeOffset="61028.82">7613 3624 544 0,'0'0'116'0,"0"0"-25"16,0 0 14-16,0 0-66 16,0 0-19-16,0 0-19 15,99-69-2-15,-58 60-3 16,1 2 1-16,-3 4-3 15,1 0-7-15,-6 3 13 16,-4 0 0-16,-6 0 2 16,-9 0 0-16,-3 0-1 15,-5 0 5-15,-7 0-1 16,0 0 7-16,0 0 8 16,0 0 23-16,-3-1-3 0,-10-2-28 15,1 3 23-15,-3 0-6 16,-1 0 9-16,-4 0-12 15,1 11 4-15,-1 8-18 16,1 3-10-16,1 5-2 16,6 3 0-16,5 0-1 15,4 3 0-15,3-2 0 16,0-3 0-16,0-4 1 16,9-2-2-16,7-8-2 15,1-4 4-15,0-6 0 16,0-4-3-16,1 0 0 15,-3-3 3-15,4-17 12 16,-1-7-7-16,-3-8 0 0,0-3-2 16,-3-2 0-16,-5 4-2 15,-5 6 1-15,-2 10 3 16,0 8-4-16,0 6 7 16,0 5 8-16,0 1 7 15,0 0-3-15,0 0-20 16,0 7-2-16,0 14-12 15,0 7 14-15,0 6 5 16,0 4-4-16,3 3 0 16,7-3 3-16,1-4-3 15,1-4-1-15,1-11 1 16,-4-6 2-16,-1-5-3 0,0-8-1 16,-2 0-2-16,3-4 3 15,3-17 4-15,2-6 10 16,-5-7-9-16,2-2-2 15,-3-2 3-15,-2 5-1 16,2 6 0-16,-1 8-3 16,-1 7 3-16,0 4 7 15,0 6-3-15,0 2 1 16,9 0-10-16,-2 10-2 16,2 13 2-16,3 3 8 15,-2 7-1-15,-2 0 2 16,1-3-1-16,-6-4-5 15,-2-9-2-15,-1-7 1 16,-3-6-2-16,-2-4 1 0,1 0 0 16,1 0 3-16,0-18-3 15,0-15 0-15,3-6 10 16,-1-7-11-16,0 0-2 16,-2 2-6-16,3 8 2 15,-3 7 4-15,2 12 2 16,-2 9-4-16,-2 5 4 15,1 3 1-15,5 0-1 16,2 14-10-16,5 10 6 16,2 9 4-16,-1 5 17 15,1 4-9-15,-4 2 8 16,0-3-7-16,0-5-3 16,-3-4-6-16,0-11 2 0,-3-7-2 15,0-6 0-15,2-8-6 16,3 0-23-16,3-10-64 15,2-16-22-15,-13 7-76 16,0 1-187-16</inkml:trace>
  <inkml:trace contextRef="#ctx0" brushRef="#br0" timeOffset="61302.92">8629 3394 680 0,'0'0'149'0,"0"0"-17"15,0 0-35-15,0 0-59 16,0 0-26-16,0 0 58 16,2 99-9-16,2-56-13 15,-1-1 8-15,6 1-11 16,0-2-11-16,3-2-7 16,4-3-9-16,-1-9-8 15,0-5-4-15,0-11-4 16,0-5-2-16,0-6-3 15,0 0-9-15,-2-3-8 16,-3-17-50-16,-10-5-106 16,0 11-121-16,0 1-486 15</inkml:trace>
  <inkml:trace contextRef="#ctx0" brushRef="#br0" timeOffset="61464.73">8623 3566 659 0,'0'0'251'15,"0"0"-163"-15,0 0 27 16,0 0-50-16,0 0-40 16,0 0 2-16,61-33-20 15,-12 26-7-15,12-2-4 16,7-2-17-16,-46 7-81 16,-1-2-473-16</inkml:trace>
  <inkml:trace contextRef="#ctx0" brushRef="#br0" timeOffset="62429.83">9503 3550 393 0,'0'0'102'0,"0"0"-13"0,0 0-3 16,0 0 9-16,0 0-22 15,-9-41 22-15,9 30-35 16,0-2-20-16,9 2-9 16,11 1-5-16,2 2-3 15,8 3-8-15,0 4 5 16,1 1-8-16,-1 1 0 16,-3 19-6-16,-5 7-6 15,-1 7 3-15,-8 4 7 16,-5 3-2-16,-7-2 3 0,-1-4-6 15,0-8-2-15,0-8-1 16,-9-9 2-16,2-6 0 16,1-4 1-16,0 0 0 15,1-14 10-15,1-15 3 16,1-3-3-16,3-6-7 16,0 0 6-16,0-1-10 15,3-1 3-15,6 5 0 16,5 5-6-16,-1 9 3 15,-3 6-4-15,2 6-5 16,3 3-8-16,7 5-1 16,5 1-86-16,-18 0-72 15,0 0-219-15</inkml:trace>
  <inkml:trace contextRef="#ctx0" brushRef="#br0" timeOffset="63059.07">10054 3573 226 0,'0'0'370'0,"0"0"-335"16,0 0 49-16,0 0 16 15,0 0-35-15,0 0 7 16,0 0-56-16,40-38 2 16,-39 19-6-16,-1 2 6 15,0 0-4-15,0 3 9 16,-4 6 7-16,-5 2-3 0,0 6 11 15,0 0-10-15,-4 0-16 16,1 9-12-16,0 9-7 16,0 4 1-16,3 4 6 15,4 4-4-15,4-2 2 16,1 0 3-16,0 0-2 16,1-1 2-16,15-3-1 15,1 0 1-15,3-4 1 16,5-5 10-16,-1-2-4 15,0-8 6-15,-2-5-2 16,1 0 4-16,-1-4-12 16,5-21-1-16,-2-7 14 15,-2-7-13-15,-4-1 5 16,-4-2-9-16,-9 5 0 0,-3 4 4 16,-3 9-2-1,0 9 0-15,0 9 10 0,0 3-5 16,0 3 8-16,0 0-14 15,0 0-1-15,1 13-27 16,8 8 13-16,6 4 14 16,0 1 13-16,3 2 1 15,-3-1 4-15,0-2 10 16,-5-1-2-16,-5-3-7 16,-5 0-3-16,0-2-1 15,-6 1-5-15,-18-2-1 16,-3-4 2-16,-4-1-11 15,3-5 0-15,2-6-1 16,7-2-15-16,11 0-37 0,8-17-76 16,0 2-118-16,8 0-474 15</inkml:trace>
  <inkml:trace contextRef="#ctx0" brushRef="#br0" timeOffset="63269.22">10501 3567 605 0,'0'0'245'0,"0"0"-242"15,0 0 129-15,0 0-29 16,60 101-7-16,-52-65-17 16,-5-5-29-16,-2-4-30 0,-1-8-16 15,0-7 0-15,0-7-4 16,0-5-10-16,0-8-95 15,0-11-148-15,0-3-425 16</inkml:trace>
  <inkml:trace contextRef="#ctx0" brushRef="#br0" timeOffset="63409.63">10531 3365 711 0,'0'0'150'0,"0"0"-68"16,0 0-24-1,0 0-58-15,0 0-17 0,0 0-23 16,-10-4-72-16,13 8-236 16</inkml:trace>
  <inkml:trace contextRef="#ctx0" brushRef="#br0" timeOffset="64242.53">10695 3820 616 0,'0'0'175'15,"0"0"-160"-15,0 0 55 16,0 0-24-16,0 0 8 0,0 0 14 16,0 0-8-1,66 28-19-15,-39-45-3 0,6-10-17 16,5-7 7-16,1-8-12 16,0-5-9-16,-3 1 1 15,-8-4-7-15,-10 2 3 16,-12 3 1-16,-6 10 1 15,0 8 1-15,-3 13-1 16,-10 10 1-16,-1 4-1 16,2 0 3-16,-1 5-9 15,5 14-4-15,4 6-14 16,4 2 8-16,0 4 6 16,15 2 2-16,15 0 2 15,3 4 3-15,5 0 5 16,-2-1 0-16,-8-1 9 15,-8-8 11-15,-7-4 0 0,-8-7-9 16,-5-5-10-16,0-1-2 16,0-2 0-16,-15-2 0 15,-5-6-2-15,-2 0-2 16,0 0-3-16,4-4-16 16,3-10-33-16,7-6-48 15,8-6-70-15,0 12-78 16,0 2-186-16</inkml:trace>
  <inkml:trace contextRef="#ctx0" brushRef="#br0" timeOffset="64526.65">11210 3375 403 0,'0'0'265'0,"0"0"-177"16,0 0 18-16,0 0-58 15,0 0-24-15,0 0 52 16,49 58 1-16,-37-23-9 16,0 3-9-16,-2 3-1 15,-2 3-7-15,-3 0-9 16,-1-1-9-16,-1 0-11 16,-1-4-12-16,2-8-8 15,-1-8-2-15,-2-7 0 0,2-12-1 16,-1-4-7-16,1 0-56 15,-2-14-109-15,-1-2-80 16,0 0-497-16</inkml:trace>
  <inkml:trace contextRef="#ctx0" brushRef="#br0" timeOffset="65593.34">11262 3619 606 0,'0'0'195'16,"0"0"-153"-16,0 0 21 15,0 0-35-15,0 0-23 16,0 0 24-16,70-35-14 16,-34 28-10-16,10 0-1 15,4 0 3-15,2-3 12 16,-7 0 28-16,-7 0-37 16,-12 0-7-16,-10 3 1 15,-10 1 1-15,-6 1 1 0,0 2 4 16,0-1 20-16,-10 2-12 15,-7 2-6-15,-2 0 4 16,-2 0-13-16,0 9-3 16,-1 6 0-16,-1 5-1 15,3 6-1-15,0 3 1 16,5 5-3-16,5 1 3 16,1 1-1-16,9-2-2 15,0-4 4-15,0-1 0 16,0-8-2-16,10-4 6 15,4-7-4-15,2-5 2 0,1-5-2 16,2 0 0-16,0 0 3 16,1-16 0-16,-1-10 6 15,1-7 0-15,-4-1-6 16,-4-6-3 0,1 2 5-16,-5 5-1 0,-4 8 2 15,1 8-5-15,-4 8 8 16,1 4 15-16,-2 3 9 15,0 2-16-15,0 0 8 16,0 0-25-16,0 9-15 16,5 12 3-16,6 9 12 15,3 4 11-15,0 1-4 0,3-1 2 16,-2-2 1 0,-3-9-9-16,-2-6 0 0,-4-7 3 15,-3-5-4-15,-3-3 1 16,3-2 1-16,-1 0-1 15,1-3 3-15,4-21 3 16,2-13-6-16,0-7 12 16,0 0-9-16,4 4-4 15,1 7 0-15,2 9 0 16,-2 8 0-16,0 4 0 16,-2 5-1-16,-1 6-5 15,1 1 6-15,0 0-10 16,4 15-5-16,-1 10 8 15,1 5 7-15,-1 4 12 16,0 5-4-16,-3-2-7 0,-3-2 3 16,0-6-2-16,-5-11-1 15,-2-5 0-15,-1-9 0 16,-1-2-1-16,0-2 1 16,2 0 5-16,-2-9 5 15,0-19-4-15,6-10-7 16,-3-6-4-16,3 0 2 15,1 5 1-15,2 6 0 16,2 9-4-16,2 7 4 16,-1 9-1-16,0 3-6 15,0 5 7-15,2 0-3 16,2 2 0-16,-1 16 1 16,0 8 3-16,-2 2 15 0,-3 5-7 15,-2 1-4-15,-5 2-2 16,2-2 1-16,-4-3 1 15,1-4-4-15,-1-7-1 16,2-6 0-16,2-6-15 16,6-8-55-16,3 0-50 15,7-4-12-15,2-16-36 16,0-6-15-16,-14 11-80 16,-3 1-102-16</inkml:trace>
  <inkml:trace contextRef="#ctx0" brushRef="#br0" timeOffset="66141.69">12477 3495 323 0,'0'0'179'15,"0"0"-34"-15,0 0 0 16,0 0-29-16,0 0-57 16,0 0-17-16,0 0-33 15,-17 18 8-15,5 6-5 16,3 5-1-16,2 1 1 15,1 5 21-15,6-2-14 16,0 3 3-16,0-1-9 16,4-1 6-16,10-5-3 15,5-3-6-15,-1-7-6 16,5-5 3-16,0-4-6 0,3-5 4 16,-1-5-5-16,5 0 8 15,9-15 3 1,-2-11 0-16,-3-8-11 15,-1-7-2-15,-12 3 0 16,-3-6-3-16,-3 4 2 16,-6 4-3-16,-6 9 6 15,-3 9 6-15,0 7 2 16,-9 6 10-16,-12 5-2 16,-6 0-10-16,-4 10-6 15,3 13-3-15,3 3 3 16,8 3-1-16,8 5-1 15,9-1 2-15,0 5 4 16,13-2 2-16,20-4 5 16,10-7 10-16,5-9 15 0,6-7-2 15,1-8 2-15,0-1-20 16,-1 0-3-16,1-7-8 16,-4-5-5-16,-8-4 0 15,-7-2 0-15,-9 1-39 16,-10-2-42-16,-17 12-74 15,0 2-290-15</inkml:trace>
  <inkml:trace contextRef="#ctx0" brushRef="#br0" timeOffset="70175.36">13709 3846 801 0,'0'0'116'16,"0"0"-56"-16,0 0 37 15,0 0-41-15,0 0-26 16,-1 27-9-16,1-3 2 16,0 2 24-16,0 0-21 15,-8 1-15-15,-4 0-1 0,-4 0-6 16,-5-2-1-1,0-3-1-15,0-7-2 0,5-7-11 16,5-6-43-16,7-2-36 16,4 0-63-1,0-14-184-15</inkml:trace>
  <inkml:trace contextRef="#ctx0" brushRef="#br0" timeOffset="71303.07">14377 3513 178 0,'0'0'171'0,"0"0"-146"15,0 0 66-15,0 0 10 16,0 0-17-16,0 0-4 16,39-42 6-16,-34 32 0 15,-4 2-12-15,1 1-2 16,-2 1-6-16,0 3-1 16,0 3-6-16,0 0-1 15,0 0-12-15,0 0-15 16,0 0-15-16,0 0 0 15,-2 13-16-15,-2 12-13 16,-1 9 13-16,2 4 2 0,3 2-2 16,0-1 0-16,2 1-1 15,11-5 0 1,5-4-1-16,0-7 2 0,-2-6-2 16,2-8-4-16,-3-7 3 15,3-3-3-15,0 0 6 16,3-17 0-16,-2-11 6 15,-1-6-2-15,-2-3-4 16,-3 5-7-16,-6 4 0 16,-5 8 7-16,-2 7 4 15,0 8 0-15,0 5 2 16,0 0-1-16,0 0-5 16,0 9-7-16,0 14-11 0,0 7 18 15,8-2 1-15,6 0-1 16,5-4 0-1,5-5-4-15,-1-5 2 0,0-6-2 16,-2-5 2-16,-1-3-2 16,-4 0 4-16,-1-16 5 15,-2-12 8-15,-5-6-4 16,-2-4 0-16,-6 1-6 16,0 1 3-16,0 1-1 15,-11 6-4-15,-6 7-1 16,0 6-1-16,-1 7 0 15,3 3 2-15,2 3-5 16,2 3 1-16,7 0-86 0,4 0-84 16,0 6-74-16,0-3-168 15</inkml:trace>
  <inkml:trace contextRef="#ctx0" brushRef="#br0" timeOffset="72518.23">14982 3298 677 0,'0'0'195'0,"0"0"-122"0,0 0 54 16,0 0-62 0,0 0-23-16,0 0-20 0,-11-12-22 15,11 39-6-15,0 11 6 16,0 10 39-1,0 4-19-15,2 4 2 0,4 1 15 16,1-2-13-16,-3-3 9 16,1-5-15-1,-3-8-4-15,1-10-10 0,-3-9-1 16,1-9-3-16,-1-7 1 16,2-1 0-16,1-3 1 15,-2 0 4-15,1-14-5 16,1-17 1-16,2-10-4 15,1-7-6-15,2 1 8 16,1 5-7-16,0 9 6 0,0 8 0 16,1 8-1-16,2 4 0 15,-1 7-7-15,2 5 8 16,2 1-4-16,0 0-4 16,3 13 2-16,-5 10 5 15,2 3 2-15,-3 4 2 16,-2 0 7-16,1-3-6 15,-4-2-3-15,4-8 0 16,-1-6-25-16,1-7-57 16,6-4 5-16,2 0-14 0,1-5 8 15,1-10 47 1,-4-2 14-16,-1 1 15 16,-2 0 1-16,-1-1 6 0,-3 2 4 15,-1-2-2-15,-1 0 3 16,-4 2-3-1,-4-1 6-15,0 2 2 0,0 1 11 16,0 0 2-16,-8 3 16 16,0 3 0-16,-1 3-2 15,0 3 1-15,-3 1 4 16,0 0-32-16,0 9-4 16,0 13-10-16,5 5 4 15,2 5 0-15,5-1 3 16,0 2-2-16,0-1-1 0,6-4-1 15,8-4 1 1,3-7 0-16,0-6 1 0,4-5 1 16,1-6-2-16,3 0 0 15,0-8 3-15,0-15 9 16,-1-4-6-16,-2-3-6 16,-7-2 10-16,-2-2-10 15,-7 2 7-15,-3 4-6 16,0 2 5-16,-3 6 0 15,0 6 3-15,0 6 11 16,0 5 6-16,0 3 4 16,0 0-14-16,0 0-16 15,0 16-15-15,2 7-1 0,7 6 16 16,6 3 11-16,3 3-10 16,3-2-1-16,-1-4 3 15,-3-7 1 1,-5-10-1-16,-5-6-2 0,-4-4-1 15,0-2-2-15,3 0 0 16,4-13 2-16,1-13 2 16,1-6 16-16,0-2-18 15,-2-4-4-15,0 1-3 16,-2 2-14-16,-3 7 19 16,-1 11-1-16,-2 10 5 15,-2 7-2-15,0 0 0 16,3 14-4-16,0 11-37 15,5 8 41-15,1 1 8 16,1-2-3-16,3 1-5 0,3-5 0 16,7-4 1-16,2-9 1 15,5-4 4-15,3-8 1 16,2-3 0-16,6 0 3 16,-1-15 0-1,0-5-1-15,-4-1-9 0,-4 1-10 16,-7 2-55-16,-7 1-110 15,-18 11-73-15,0 1-577 16</inkml:trace>
  <inkml:trace contextRef="#ctx0" brushRef="#br0" timeOffset="73521.78">17157 3543 601 0,'0'0'236'16,"0"0"-180"-16,0 0 50 0,0 0-54 15,0 0 4 1,0 0-4-16,0 0-19 0,3-76-3 15,-12 62-7-15,-2-2-16 16,-2 3 9-16,-1 1 2 16,-2 5 1-16,3 2-8 15,-2 4 1-15,-3 1-10 16,0 0-2-16,-3 15-10 16,2 11 5-16,2 7 2 15,2 4-5-15,5 6 7 16,6 3 0-16,2 1-1 15,2-1 2-15,0-1 0 0,5-9-1 16,6-9 1-16,3-7-2 16,1-9 1-1,1-8-1-15,2-3-5 0,3 0 7 16,3-23 5-16,3-12 12 16,-2-7-3-16,0-8-9 15,-1-5 1-15,-6 0-4 16,-5-4 2-16,-8-7-1 15,-5-5 4-15,0-4-6 16,-9 4 2-16,-6 14-1 16,-1 13 15-16,4 17-13 15,1 14 10-15,4 6-1 16,4 7 6-16,2 0-9 0,-1 0-10 16,-1 12-7-16,2 16-7 15,-2 14 14 1,3 8 2-16,0 5-2 0,0 2 3 15,0 4 1-15,9-1-3 16,4-3 5-16,2 0-6 16,3-5 0-16,-2-3 1 15,5-3-1-15,0-10 0 16,-1-6 0-16,0-10 0 16,2-8-1-16,1-9-13 15,4-3-30-15,0-4-44 16,0-19-56-16,-4-6-52 15,-6-5-71-15,-15 17-112 0</inkml:trace>
  <inkml:trace contextRef="#ctx0" brushRef="#br0" timeOffset="73822.75">17454 3591 173 0,'0'0'263'15,"0"0"-127"-15,15-75-1 16,-9 62-27-16,1 6-39 16,2 4-11-16,-1 3-20 15,3 0-2-15,3 5-7 16,0 17-13-16,-1 7 17 15,-1 7-2-15,-4 5 2 16,-3 4-9-16,-5-4-7 16,0-4-3-16,0-10-10 15,0-12 2-15,0-5-4 16,-2-7 5-16,1-3 9 0,1 0 28 16,0-20 8-1,0-14-12-15,0-11-25 0,0-3-7 16,0 2 6-16,0 3-12 15,0 8-2-15,4 8-4 16,3 8-2-16,0 5-4 16,2 4-31-16,4 3-56 15,0 2-58-15,-6 5-82 16,-4 0-286-16</inkml:trace>
  <inkml:trace contextRef="#ctx0" brushRef="#br0" timeOffset="74080.96">17745 3485 296 0,'0'0'444'0,"0"0"-412"16,0 0 26-16,0 0-12 16,0 0 16-16,0 0 38 15,17 100-19-15,-12-67-9 16,0 2-20-16,-4 0-13 15,1 1-3-15,-1-7-16 16,-1-6-9-16,0-8-10 16,0-6 1-16,0-9-2 15,8 0-38-15,2-29-121 16,-4 10-194-16,-2-5-246 0</inkml:trace>
  <inkml:trace contextRef="#ctx0" brushRef="#br0" timeOffset="74201.03">17795 3367 575 0,'0'0'179'0,"0"0"-83"16,0 0-39-16,0 0-57 15,0 0-11-15,0 0-139 16,-41-40-275-16</inkml:trace>
  <inkml:trace contextRef="#ctx0" brushRef="#br0" timeOffset="74544.71">17795 3367 646 0,'97'46'199'0,"-92"-39"-155"15,1 6 27-15,6 5-21 16,-2 5 15-16,5 5-9 16,0 5-14-16,3 3-5 15,-2 5 3-15,2 2-7 16,-1-3-3-16,-1-5-9 15,-4-10-8-15,-3-9-1 16,-5-8-2-16,-1-4 3 16,-1-4-1-16,-1 0 3 15,4 0 19-15,1-24-13 16,2-13-7-16,2-12 13 16,-1-5-24-16,-3 1-1 0,0-1 0 15,-1 5-2 1,-3 10-3-16,2 11-11 0,0 13-12 15,2 9-16-15,1 6-72 16,5 0-81-16,-6 13-67 16,0 2-106-16</inkml:trace>
  <inkml:trace contextRef="#ctx0" brushRef="#br0" timeOffset="75256.64">18322 3537 348 0,'0'0'143'0,"0"0"-13"16,0 0 26-1,0 0-41-15,0 0-62 0,0 0-30 16,37-66-6 0,-37 45-11-16,0 4 10 0,-1 3-2 15,-11 7-6-15,0 4 23 16,-1 3-7-16,-2 0 12 16,1 12-32-16,2 10-4 15,2 3-1-15,5 5-1 16,4 1-2-16,1 0 3 15,0 1 1-15,3-3 1 16,12-4 6-16,0-3 3 16,-1-5 0-16,0-4-2 15,-2-7-3-15,1-6 3 16,-2 0-6-16,2 0 4 16,1-22 12-16,2-7-4 15,2-9 3-15,3 1-11 0,0 1 0 16,-2 3-6-16,4 6 0 15,-7 6 4-15,3 3 0 16,-2 8 5-16,-4 6 1 16,1 4-1-16,1 0-4 15,0 17-4-15,1 7 2 16,-4 6 12-16,0 3-6 16,-6 1-5-16,-3 1-2 15,-3-5 2-15,0-6-4 16,0-7 0-16,0-9-1 15,0-5 1-15,0-3 3 16,0-6 11-16,0-17-3 0,1-11-11 16,7-6-51-1,7-2 33-15,1-4 12 0,2 6 5 16,1 6 0-16,-2 10 1 16,-3 13 1-16,-3 8-1 15,0 3 0-15,-4 4 2 16,3 18-1-16,-2 10 9 15,0 3 12-15,-1 1-12 16,-1 1-1-16,0-3-2 16,0-6-1-16,1-6 3 15,2-8-5-15,0-7 1 16,0-6-2-16,6-1-2 16,3 0 1-16,4-11 2 0,7-10-4 15,-1-5-10-15,-1-2-108 16,-20 17-120-16,-2 0-405 15</inkml:trace>
  <inkml:trace contextRef="#ctx0" brushRef="#br0" timeOffset="76441.17">19927 3444 603 0,'0'0'142'0,"0"0"-110"0,0 0 48 15,0 0-26 1,0 0 4-16,33-76 0 0,-33 59-7 15,0-1-7 1,-4 1-2-16,-10 3-19 0,-2 4 5 16,-2 3-16-16,0 4-4 15,-3 3 4-15,2 0 9 16,-4 12-21-16,3 11-2 16,1 8-7-16,3 5 1 15,6 4 1-15,5 0 7 16,3-1-6-16,2-2 5 15,0-3 0-15,7-2 1 16,5-7-1-16,4-6 1 16,-2-9-6-16,-2-7 2 15,1-3-9-15,2 0 8 16,3-11 5-16,2-12 10 16,2-7-2-16,0-3-4 0,-1-6 0 15,-8-1-2-15,-2-1-1 16,-4 2 1-16,-4 10 4 15,-3 12-1-15,0 10 3 16,0 5 20-16,0 2 25 16,0 0-13-16,0 2-27 15,0 19-13-15,0 10 0 16,0 7 0-16,0-1 5 16,0-3 3-16,0-3-2 15,9-4 0-15,2-6-3 16,2-4 0-16,2-6-1 15,3-5-2-15,4-5-10 0,-1-1 5 16,6-3 3 0,-2-18-21-16,1-4-63 0,-4-5-48 15,-6-1-49 1,-2-3-46-16,-7-2-20 0,-4-4 64 16,0-1 72-16,-3 1 113 15,0 4 61-15,0 5 44 16,0 4 17-16,0 7-3 15,0 8-3-15,0 5 72 16,0 7-141-16,0 0 68 16,0 0-26-16,-1 3-34 15,-2 16-21-15,0 9-30 16,0 9 8-16,1 4 24 16,2 3 9-16,0 1-7 0,0-3-4 15,0 0-10-15,8-5-11 16,-1-6-1-16,4-4-7 15,-1-6-4-15,1-7-1 16,2-6 0-16,-1-8-9 16,2 0-53-16,0-8-52 15,-12-6-56-15,-1 0-203 16</inkml:trace>
  <inkml:trace contextRef="#ctx0" brushRef="#br0" timeOffset="76612.22">20224 3437 790 0,'0'0'114'16,"0"0"-27"-16,0 0 59 16,0 0-94-16,0 0-32 15,0 0-11-15,64-46 11 16,-19 35-17-16,9-1-3 16,6 1-6-16,4-1-76 15,-40 8-97-15,-8 0-375 16</inkml:trace>
  <inkml:trace contextRef="#ctx0" brushRef="#br0" timeOffset="77492.39">21537 3592 545 0,'0'0'155'16,"0"0"-81"-16,0 0 73 16,0 0-87-16,35-82 4 15,-35 63-16-15,0-1 1 16,0-2-10-16,0 2-3 0,-11 1 2 16,1 8-5-1,-5 4-10-15,0 4 0 0,-4 3-4 16,-5 0-19-16,-1 17-5 15,0 10 5-15,1 7 0 16,4 4 1-16,6 3-3 16,6 2-1-16,3 2 3 15,5-2-1-15,0-5 0 16,4-5-2-16,11-7-2 16,3-9 0-16,-1-5-7 15,2-9-10-15,-1-3 13 16,6-2 6-16,-1-19 3 0,4-12 0 15,-3-6 0 1,-1-2-8-16,-3-5 2 0,-3 3 3 16,-8 4 3-16,-3 7 3 15,-6 13 4 1,0 9 1-16,0 9 18 0,0 1 13 16,0 0-12-16,-2 15-27 15,-5 7-17-15,2 4 17 16,5-2 0-16,0-2-2 15,0 1-1-15,14-3 1 16,5-3 2-16,1-3 0 16,0-6 2-16,1-4-1 15,-1-2 1-15,1-2 8 0,-2 0-10 16,-2 0 2-16,2-9-4 16,0-3-16-16,2-2-59 15,-15 7-90-15,-1 1-122 16</inkml:trace>
  <inkml:trace contextRef="#ctx0" brushRef="#br0" timeOffset="78321.22">22684 3587 519 0,'0'0'184'16,"0"0"-181"-16,0 0 51 15,0 0-1-15,0 0 3 16,0 0 14-16,39 32 3 0,-25-32-26 15,2 0-8 1,4-1 7-16,5-15-8 0,2-6-1 16,1-8-3-1,0-5-7-15,-1-5-15 0,-5-5-5 16,-5-1-3-16,-9 2-1 16,-7 9 2-16,-1 8-3 15,0 13 11-15,-10 6-13 16,-1 8 6-16,2 0 14 15,0 2-20-15,6 16-15 16,3 8-13-16,0 5 15 16,5 3 8-16,16-1-3 15,7 1 8-15,2-2 2 16,0-6 2-16,-5-2 1 0,-10-7 0 16,-6-3 8-16,-7-5-8 15,-2-2 1-15,0 1-3 16,-6-1 8-16,-11-1 1 15,-4-2-7-15,-1-3-5 16,5-1-6-16,3 0-57 16,7 0-62-16,6 0-10 15,1 0-63-15,0-2-200 16</inkml:trace>
  <inkml:trace contextRef="#ctx0" brushRef="#br0" timeOffset="78675.3">23190 3372 617 0,'0'0'145'16,"0"0"-49"-16,0 0 29 16,0 0-55-16,0 0-24 15,0 0-44-15,0 0 4 16,-9 67 12-16,8-22 18 15,1 8-5-15,0 11 5 16,1 10 1-16,13 8 6 16,1 4-9-16,-3-4 10 15,1-7-18-15,-3-8-9 16,-4-11-4-16,1-12 3 16,-7-13-4-16,1-12-7 0,-1-9-4 15,0-4 2-15,0-6-3 16,2 0-2-16,1-1 0 15,-2-22-35-15,-1-13-60 16,0-13-97-16,0-5-13 16,0 26-107-16,0 4-199 15</inkml:trace>
  <inkml:trace contextRef="#ctx0" brushRef="#br0" timeOffset="78921.39">23213 3626 414 0,'-9'-80'172'0,"9"50"-45"16,0 7 0-16,4 5-57 0,14 4-10 15,4 2-33 1,5 4-4-16,2 7 12 0,0 1-3 16,1 0-7-1,-4 14-7-15,-2 5 3 0,-7 3 8 16,-7 0-4-16,-7 1 1 16,-3-1-16-16,-3 0 10 15,-24-2-7-15,-6-2 4 16,-2-5-8-16,1-7-6 15,9-6-3-15,8 0-28 16,13-19-92-16,4 6-75 16,0 3-210-16</inkml:trace>
  <inkml:trace contextRef="#ctx0" brushRef="#br0" timeOffset="80003.62">23584 3484 553 0,'0'0'133'15,"0"0"-77"-15,0 0 41 16,79-54-47-16,-67 40 4 16,-4 0-21-16,-2 0-4 15,-6 1-13-15,0 0 14 16,0 2-1-16,-5 1 16 0,-5 3-19 16,-4 4-24-1,1 3 4-15,0 0-6 16,-1 0 10-16,2 3-13 15,-1 13 3-15,4 5-3 0,1 6 3 16,4 1 0 0,2 2 6-16,2-2 1 0,0-2-2 15,2 1-5-15,14-2 4 16,5-6-2 0,-1-2 1-16,5-6-3 0,2-5-2 15,1-5 2-15,2-1 7 16,-2 0 3-16,-3-10-8 15,0-5 7-15,-5-6-9 16,0-2 8-16,-5-2-1 16,-2-4-5-16,-7 2 2 15,-2-3 1-15,-2 3 0 16,-2 5 0-16,0 5 4 16,0 7 3-16,0 4 13 15,-5 4-1-15,-2 2-7 16,-3 0-11-16,-2 3-3 0,-6 17-3 15,0 8-7-15,2 2 0 16,6 3 7-16,6-3 0 16,4 0 0-16,0-3 2 15,0-3-4-15,15-3 0 16,9-5 1-16,4-5-8 16,8-4-4-16,4-7-6 15,6 0-37-15,5 0-34 16,-3-14-30-16,0-5 23 15,-10-2-40-15,-5-1-51 16,-6-2 44-16,-6-1 91 0,-9-1 53 16,-4-1 73-1,-5 2 12-15,-3 2-2 0,0 2-2 16,-3 6 23-16,-13 2-6 16,0 4-44-16,1 4-36 15,0 5 32-15,2 0-26 16,-5 9-8-16,0 17-12 15,-1 6-4-15,2 2 0 16,7 2 0-16,4-4 7 16,3-1-4-16,3-6 3 15,0-4-4-15,0-4 1 0,6-7 6 16,4-5-3 0,5-4 5-16,2-1-4 15,5-1 11-15,3-19 1 0,2-7-7 16,1-8 4-16,2-8-16 15,-7-7 1-15,-2-9-1 16,-5-7 0-16,-10 4-14 16,-6 8 0-16,0 12 14 15,0 14 3-15,-10 12 2 16,-4 8 16-16,1 7-2 16,-4 1 7-16,0 7-21 15,-2 20-5-15,3 9-15 16,6 9 15-16,4 8 0 15,3 3 0-15,3 1 5 0,0-2 7 16,6-5 1 0,13-6 10-16,2-7-5 0,6-6-1 15,6-4-5-15,4-9-12 16,5-7 2-16,0-8 2 16,-5-3-4-16,-4-1-1 15,-5-19-64-15,-3-2-52 16,-23 9-188-16</inkml:trace>
  <inkml:trace contextRef="#ctx0" brushRef="#br0" timeOffset="81041.96">25240 3252 711 0,'0'0'209'15,"0"0"-193"-15,0 0 82 16,0 0-73-16,0 0-24 16,0 0-1-16,0 0 0 0,-60 79-2 15,56-45 1 1,4 0 1-16,0-2 1 0,0-3 0 15,17-4-1-15,5-7 2 16,0-2-2-16,4-8-3 16,2-2-8-16,0-6 11 15,1 0 3-15,1 0 4 16,-4-11-2-16,0-6-2 16,-7-3-2-16,-4-4 9 15,-3-4-6-15,-7-3 13 16,-4-1 24-16,-1-3 4 15,0 3 31-15,-14 7-4 0,-5 3-25 16,-5 8-14 0,0 7-14-16,2 4-2 0,-2 3-17 15,5 0-4-15,2 13 4 16,7 6-2 0,5 2-6-16,5 1 7 0,0-1-9 15,3 1-17-15,20-7-29 16,7-2-32-16,5-6 9 15,3-7-1-15,-3 0-9 16,-2 0-32-16,-6-8-15 0,-2-9 30 16,-6-2 46-1,-3-1 37-15,-4-2 23 16,-3 1 37-16,-5 4 9 16,-2 5 65-16,-2 5 6 0,0 6 13 15,0 1-2-15,0 0-5 16,0 0-62-1,0 18-59-15,-2 17 6 0,1 12 1 16,1 11 26-16,0 7-6 16,1 8 1-16,11 9-6 15,4 4 1-15,0 2-10 16,-2-8 8-16,-3-12-14 16,-4-11-1-16,-4-15-5 15,-3-14-2-15,0-11 0 16,0-9-1-16,0-8 0 15,0 0-25-15,-13-8-11 16,-8-22-115-16,-3-9-148 0,15 16-58 16</inkml:trace>
  <inkml:trace contextRef="#ctx0" brushRef="#br0" timeOffset="81177.2">25556 3849 372 0,'0'0'416'0,"0"0"-254"16,-23-87 10-16,23 66-79 15,1-5-43-15,20 1-37 16,9 1-10-16,10-1 0 15,11 2-3-15,11-1-5 16,10 0-13-16,7-1-66 16,-49 16-71-16,-6-1-237 15</inkml:trace>
  <inkml:trace contextRef="#ctx0" brushRef="#br0" timeOffset="81921.53">26890 3166 362 0,'0'0'215'15,"0"0"-134"-15,0 0 52 16,0 0-55-16,0 0 12 16,0 0-18-16,0 0 6 15,0-18-4-15,0 18-14 16,0 0-14-16,0 0-25 0,0 20-21 15,0 11-14-15,0 14 14 16,0 6 37 0,3 4-9-16,4-3 3 0,4-3 0 15,-2-4-7-15,-1-5-6 16,-1-6-4-16,-4-6-4 16,-2-8-2-16,2-7-4 15,-1-5-2-15,1-4-1 16,-1-4-1-16,1 0 0 15,3 0-17-15,4-7-47 16,3-14-88-16,-7 5-142 16,3 1-617-16</inkml:trace>
  <inkml:trace contextRef="#ctx0" brushRef="#br0" timeOffset="82953.12">27342 3190 228 0,'0'0'441'0,"0"0"-367"16,0 0 51-1,0 0-39-15,0 0-45 0,0 0-13 16,48-70-4-16,-28 64 17 16,0 6-10-16,-2 0 2 15,3 0-18-15,-2 16 1 16,-2 10-11-16,-2 11 0 15,-8 4 14-15,-5 6 3 16,-2 2 1-16,0-1-3 16,-19-3-10-16,-10-2 2 15,-2-10-5-15,-3-6 0 16,2-7-6-16,2-9 4 16,5-6-2-16,7-5 2 0,2 0-2 15,5-7-3-15,4-15-11 16,2-1-24-16,5 0-2 15,0 0 20-15,0 5 15 16,2 2-3-16,8 2 5 16,4 4 4-16,5 3 7 15,2 4 1-15,-2 3 2 16,7 0-5-16,-1 3 3 16,2 12-7-16,-2 4 15 15,-2 4-9-15,-2-1 9 16,-2 0-12-16,-4 0 1 15,0-2-1-15,-2-2-4 0,2-5-4 16,2-4-5 0,0-4-31-16,4-5-58 0,5 0-74 15,-20-3-103-15,1-8-213 16</inkml:trace>
  <inkml:trace contextRef="#ctx0" brushRef="#br0" timeOffset="83407.41">27880 3340 6 0,'0'0'568'0,"0"0"-465"15,0 0 31-15,0 0-10 16,0 0-43-16,0 0-1 16,11-45-14-16,-11 45-11 0,-8 0-28 15,-3 0-16 1,-3 14-9-16,-3 5 0 0,2 5-2 15,1 5 0-15,5 0-1 16,5 0-1-16,4-1 2 16,0-6 0-16,0-1-2 15,6-6 0-15,9-4-5 16,1-4 5-16,1-4-2 16,2-3 4-16,-1 0 0 15,0-1 1-15,-2-15 8 16,-2-3-7-16,-3-2 4 15,-2-5 13-15,-2-4-2 0,-4-1 2 16,-3 0 2 0,0 3 0-16,0 5 1 0,0 5 0 15,-11 4-10-15,-2 4-12 16,1 6 0-16,-4 2-5 16,2 2-5-16,-4 0 0 15,8 3 6-15,0 8-41 16,6 3-10-16,4-2-31 15,0-4-45-15,15-1-69 16,-2-6-22-16,-2-1-206 16</inkml:trace>
  <inkml:trace contextRef="#ctx0" brushRef="#br0" timeOffset="83809.6">28170 3289 553 0,'0'0'223'0,"0"0"-133"16,0 0 34-16,0 0-77 16,0 0-47-16,0 0 0 15,-17 46 20-15,6-20-14 16,5 1-3-16,0-1-3 16,5 0 2-16,1 0-2 15,0-3 0-15,1-3 4 16,16-4-4-16,-1-5-1 0,6-7-8 15,1-4 0-15,-1 0 3 16,-1 0 12 0,0-14 0-16,-3-3-4 0,-6-1 24 15,-5-3 2-15,-1-6 14 16,-6 0 14-16,0-4 22 16,0 0-23-16,-10 4-12 15,-9 0-23-15,-3 8-16 16,-3 4-4-16,0 7 1 15,-1 4-2-15,0 4-14 16,3 0 7-16,2 10-41 16,9 7-42-16,9-2-52 15,3-9-46-15,0-5-217 0</inkml:trace>
  <inkml:trace contextRef="#ctx0" brushRef="#br0" timeOffset="84586.11">28653 3306 320 0,'0'0'337'0,"0"0"-264"15,0 0 83-15,0 0-59 16,0 0-66-16,0 0-3 16,52-62-13-16,-24 59-4 15,0 3 5-15,2 0-3 16,-2 5-3-16,-2 18 8 15,-4 7-7-15,-4 4 5 0,-6 4-7 16,-5 1 5-16,-7-5 10 16,0-3-9-16,0-10-8 15,-11-5-1 1,0-8-5-16,3-3 15 0,4-5 1 16,0 0 17-16,-1 0 10 15,-1-19-5-15,0-9-9 16,6-7-25-16,0-8-4 15,0 0-1-15,15 0 0 16,8 5-1-16,-1 7 1 16,1 6-4-16,-1 7-10 15,3 5-49-15,-1 4-82 16,-20 9-103-16,1 0-402 0</inkml:trace>
  <inkml:trace contextRef="#ctx0" brushRef="#br0" timeOffset="84856.73">29128 3276 647 0,'0'0'155'15,"0"0"-106"-15,0 74 64 16,0-35-19-16,0 8-24 16,0 9-8-16,0 18 2 15,-1 10-3-15,1 9-16 16,0 3 1-16,-2-7-2 0,-5-11-29 15,-1-12-5 1,-1-14-3-16,2-15-6 0,0-11 0 16,4-13 1-16,1-7 1 15,2-6-6-15,0 0 2 16,0-17-26-16,3-21-55 16,9-13-84-16,-9 23-84 15,-2-2-85-15</inkml:trace>
  <inkml:trace contextRef="#ctx0" brushRef="#br0" timeOffset="85119.03">29101 3505 511 0,'0'0'132'15,"11"-93"-13"-15,4 76-26 16,4 0-31-16,2 3-35 16,4 4 13-16,4 6 13 0,-3 4 1 15,3 0-2-15,-5 5-2 16,-3 15-3-16,-5 7-29 15,-9 4 0-15,-3 0 5 16,-4 1 4-16,-5-3-14 16,-20-4-1-16,-10 0-3 15,-2-5 12-15,0-7-18 16,4-9-1-16,9-4-4 16,6 0-8-16,11-14-61 15,7-6-80-15,0 9-101 16,9 0-363-16</inkml:trace>
  <inkml:trace contextRef="#ctx0" brushRef="#br0" timeOffset="85888.53">29525 3341 790 0,'0'0'82'16,"0"0"-3"-16,0 0-11 16,0 0-38-16,0 0 4 0,0 0-12 15,69-28-7 1,-59 32-7-16,2 13 6 0,-3 6 0 16,-4 4-1-16,-2 1 12 15,-3 1-12-15,0-2-5 16,0-2-3-16,-5-3 7 15,-1-8-11-15,0-6 6 16,0-6-7-16,5-2 1 16,-2 0 0-16,0 0 10 15,0-14 8-15,0-9-19 16,1-5-13-16,2-3 11 16,0-2 2-16,2 1 0 15,11 2-8-15,1 7 8 16,1 5 4-16,2 6-4 15,-3 3 16-15,1 5-4 0,-3 4-4 16,1 0 1 0,-1 0-6-16,3 13-3 0,-3 11-5 15,2 5 5-15,-1 5 5 16,-4 0 1-16,-3-1 0 16,-3-8-4-16,-3-7 6 15,1-4-6-15,-1-8-1 16,0-5-2-16,0-1 3 15,0 0-2-15,4-4 7 16,2-14-7-16,5-9-13 16,2-6-21-16,4-3 14 15,2-4 14-15,2 2-8 16,0 3 3-16,1 5 6 16,-2 8 5-16,-2 8-2 0,-6 8 0 15,-5 6 2 1,-3 0 12-16,0 2-4 0,0 17-8 15,1 9 1-15,-1 8 21 16,2 4 1-16,-5 2 5 16,-1-3-11-16,0-5-1 15,0-6-1-15,0-4-7 16,0-6-5-16,0-3-2 16,3-7 0-16,3-4-1 15,5-4-6-15,8 0-42 16,5-1-66-16,-13-9-137 15,-1 0-384-15</inkml:trace>
  <inkml:trace contextRef="#ctx0" brushRef="#br0" timeOffset="86118.37">30302 3426 221 0,'0'0'693'15,"0"0"-637"-15,0 0 57 16,0 0-26-16,0 0-19 16,0 0 19-16,0-3-24 15,0 1-16-15,0 2-7 0,0 0-14 16,0 0-13 0,0 0-6-16,0 0-7 15,0 0-5-15,0 0-63 0,0 0-261 16</inkml:trace>
  <inkml:trace contextRef="#ctx0" brushRef="#br0" timeOffset="94715.69">4104 5246 286 0,'0'0'95'15,"0"0"68"-15,0 0-77 16,10-73 40-16,-10 61 1 16,0 5-25-16,0 2-14 15,-5 4-27-15,-6 1-11 16,2 0-10-16,-6 0-30 15,0 4 4-15,-1 17-14 16,1 7 0-16,-3 10 4 16,1 10 0-16,0 4 0 15,3 6 4-15,4 0-4 0,8-2 4 16,2-3-8-16,0-4-1 16,5-5 1-16,14-9 0 15,2-8-1-15,-1-9 0 16,0-6-3-16,-2-8-1 15,3-4 5-15,0 0 3 16,1-10 3-16,-2-11-2 16,1-8 1-16,-1-4 0 15,-3-4-4-15,-1-2 3 16,-4-7-2-16,-4 3-1 16,-5 4 0-16,-3 8 4 15,0 12-1-15,0 9 6 16,0 6 15-16,0 4 9 0,0 0-10 15,0 0-8-15,-6 15-16 16,0 13-10-16,-2 12 9 16,4 2 1-16,4 2 0 15,0-5 2-15,0-3-2 16,15-6-1-16,4-5 1 16,6-7-1-16,1-5-2 15,1-8 2-15,1-5 0 16,-4 0-8-16,3-7 9 15,-5-11 4-15,-1-6-1 16,-3-3-2-16,-4-4-1 16,-3-1-1-16,-5-6 1 15,-3-1-2-15,-3 2 0 0,0 2 2 16,0 10 3-16,0 8-3 16,-3 10 3-16,0 6-1 15,0 1 1-15,0 0-3 16,-1 17-2-16,3 8-14 15,1 8 16-15,0 2 0 16,0 0 2-16,1-1 0 16,12-3-2-16,-2-4-1 15,7-7 1-15,-2-5 0 16,-1-5-3-16,0-7-7 16,1-3 9-16,-2 0-6 0,-1-3-1 15,2-14 3 1,1-4 2-16,-5-5-2 0,0-3 2 15,0-2 2-15,-5 1-4 16,2 5 3-16,-2 4 2 16,1 8 0-16,4 4 2 15,-2 5 1-15,2 4-3 16,3 0-5-16,4 7-4 16,0 15 4-16,0 6 5 15,2 4 5-15,-3 2 1 16,2 0 3-16,-7-3-6 15,-7-5 4-15,-5-8-7 16,0-6-3-16,0-3 3 0,-2-5 6 16,-7-4-5-16,-1 0 1 15,-2-3 1 1,3-17-3-16,1-5-17 0,1-8 10 16,6-2 7-16,1-1 2 15,0-4-2 1,16 6-9-16,11 7 8 15,1 6-2-15,0 14-1 16,5 6-1-16,0 1-1 16,0 1 6-16,0 16 5 15,-11 6 7-15,-4 5-12 16,-12 4-1-16,-6 4 1 16,0 2 2-16,-6-4 5 0,-12-6-5 15,3-10 0 1,2-7-1-16,3-9 2 15,2-2 2-15,2 0 3 0,3-15-2 16,3-11-4-16,0-7 0 16,0-3 1-16,0-2 0 15,17 0-3-15,0 5-3 16,4 6-4-16,0 9-3 16,0 8-18-16,-2 7-55 15,1 3-12-15,7 0-32 16,1 16-31-16,5 1 85 15,-2 0 70-15,-7 0-3 16,0-3 1-16,-9 0 5 16,-2-6 13-16,-4-2 10 0,-3-3 11 15,-3-3-7-15,0 0 6 16,-1-2 34 0,-1-15-9-16,2-3-23 0,-3-3-32 15,0 0 0-15,0 3 4 16,0 2-2-16,-7 7 20 15,-5 4-5-15,-3 5 13 16,3 2-19-16,0 2-13 16,-3 16-1-16,3 5 0 15,2 5-1-15,2 2 1 16,5 0-3-16,3 0 3 16,0-1 1-16,0-1-1 15,5-2 0-15,12-1 0 0,3-6 0 16,4-5 29-16,-2-11-19 15,2-3-8-15,-6-3 1 16,6-18 0-16,-2-6 6 16,-4-4-4-16,0-1 0 15,-1-2-2-15,-4 1-2 16,-3 7 1-16,-2 4 0 16,-1 11 0-16,-4 4-2 15,-1 7 2-15,-1 0 3 16,2 4-5-16,0 15 1 15,2 5-1-15,1 2 22 16,1 3-17-16,2-2-4 0,-3-2 0 16,3-4 13-1,-2-7-6-15,-1-4-8 0,-1-6 6 16,1-4-6-16,0 0-1 16,4-7 1-16,2-16 6 15,3-7 15-15,0-7-21 16,4-5-2-16,-5-5-2 15,2 2 0-15,-4 8 4 16,-3 9-1-16,0 14 0 16,-3 8 1-16,0 6 0 15,2 2-3-15,0 17-4 16,0 11 7-16,-1 1 23 16,1 4-1-16,-1 2-5 0,1 0-6 15,-1-1 0 1,-1-3 8-16,2-7-16 0,0-6 0 15,0-5-5-15,3-11 2 16,3-4-7-16,3 0-33 16,8-11-49-16,2-14-29 15,1-5-47-15,-2-6-63 16,-20 19-90-16,-5 0-123 16</inkml:trace>
  <inkml:trace contextRef="#ctx0" brushRef="#br0" timeOffset="94933.19">6011 5252 242 0,'0'0'229'0,"0"0"-54"16,0 0 8-16,0 0-56 0,0 0-37 16,0 0-63-16,-8 34 33 15,8 7 4-15,0 1-12 16,0 5-5-16,0-1 6 16,6-2-17-16,9 1-4 15,0-5 0-15,4-7-19 16,-2-6-8-16,4-8-2 15,-2-8-3-15,-1-10-3 16,3-1-23-16,-6-3-49 16,0-16-91-16,-15 3-104 15,0 2-544-15</inkml:trace>
  <inkml:trace contextRef="#ctx0" brushRef="#br0" timeOffset="95098.96">6036 5454 878 0,'0'0'235'0,"0"0"-205"16,0 0 67-16,0 0-67 16,0 0-28-16,0 0 10 15,70-34-5-15,-27 23-7 16,5-2-2-16,6-4-58 16,-35 11-114-16,-2-2-249 15</inkml:trace>
  <inkml:trace contextRef="#ctx0" brushRef="#br0" timeOffset="96831.97">7192 5458 529 0,'0'0'141'0,"0"0"-104"15,0 0 46-15,0 0-27 16,0 0-6-16,15-72 1 16,-19 58-12-16,-11-2-1 15,0 1-6-15,-3 3 10 16,0 3 5-16,-1 5-26 16,-2 2 3-16,4 2-13 15,0 0-10-15,0 2 2 0,1 11 2 16,2 8 3-16,1 4-8 15,5 4-1-15,2 3 1 16,5 4 0-16,1-1 2 16,0-4-1-16,0-4 4 15,12-6-3-15,6-5-2 16,0-9 1-16,1-5 2 16,5-2-1-16,3-2 3 15,2-18 6-15,6-8 3 16,-2-6-6-16,-2-4-7 15,-6-6 6-15,-5-4-6 16,-1-4 2-16,-8-6-1 16,-7-5 3-16,-4-4-4 0,0 2 4 15,0 12-3-15,-12 9 3 16,0 17 39-16,-1 15-41 16,7 3 13-16,0 9-11 15,3 0 8-15,-3 0-13 16,-3 16-5-16,-3 14-3 15,3 9 5-15,2 4 3 16,2 8-2-16,4 3 4 16,1 1-1-16,0 3-1 15,0-3 0-15,14-4 1 16,6-5-4-16,4-6 2 16,1-7 1-16,2-6-2 15,0-8-2-15,-3-8-1 16,4-8 3-16,1-3-4 0,0 0 5 15,0-16 1 1,-7-4-7-16,0-4-2 0,-8-3-11 16,-5-2 11-16,-2-2-4 15,-7 0 9-15,0 0 4 16,0 4 3-16,-7 6-3 16,-4 7 2-16,1 8-2 15,0 6-2-15,-1 0-2 16,3 6-5-16,-2 15 2 15,3 7-3-15,2 2 7 16,5 2 3-16,0 2 0 16,0 2 0-16,2-3 0 0,11-2 0 15,2-2 0-15,6-7 0 16,-2-5 0-16,5-7-2 16,-2-7 1-16,2-3 2 15,2 0 2-15,1-16 5 16,-2-9-5-16,0-7 0 15,-4-5-2-15,-1-4-1 16,-6-6 0-16,-6-5-1 16,-2-8 0-16,-6-6 1 15,0 2 0-15,0 6 2 16,0 10 0-16,-9 15 1 16,-3 12 4-16,2 11 6 15,4 7 2-15,-5 3-2 0,4 0-8 16,-1 15-5-1,1 10-8-15,1 10-4 0,3 8 12 16,3 6-2-16,0 5 2 16,0 4 6-16,0-2-4 15,10-1-1-15,2-7 6 16,3-7-7-16,0-9 1 16,1-11-3-16,1-6 2 15,1-8-2-15,0-7-2 16,1 0-7-16,3-4-8 15,-2-18-18-15,-1-3-10 16,-1-6-2-16,-7-3-14 16,-2-3 13-16,-5 3 39 0,-1 5 11 15,-3 9 0-15,0 10 6 16,0 7 17-16,0 3 35 16,-3 0 3-16,0 18-52 15,2 7 3-15,1 0-3 16,0 0 1-16,0-1-1 15,0-2-4-15,4-4-3 16,6-5-2-16,1-4 0 16,7-7-5-16,0-2-18 15,7 0-60-15,-14-11-136 16,-3 0-244-16</inkml:trace>
  <inkml:trace contextRef="#ctx0" brushRef="#br0" timeOffset="96958.85">8056 5150 804 0,'0'0'61'0,"0"0"-9"15,0 0-52-15,0 0-13 16,0 0-93-16,0 0-236 16</inkml:trace>
  <inkml:trace contextRef="#ctx0" brushRef="#br0" timeOffset="98537.85">8198 5307 442 0,'0'0'150'0,"41"75"-2"15,-24-37-10-15,7 4-37 16,-9-1-35-16,6-3 20 16,-8-4-23-16,-1-7-20 15,-1-9-15-15,-5-8-20 16,-1-9 7-16,-3-1-8 15,1 0 7-15,-2-7 28 16,4-15 8-16,-2-12-34 16,3-7-3-16,0-5-13 15,7-6 0-15,-1 2-1 16,1 3 0-16,1 12-6 16,1 9-23-16,-2 15-10 15,5 8-14-15,0 3-30 0,3 3-3 16,1 14 24-1,-2 3 22-15,-1-1 12 0,-4-3 24 16,0-2 4-16,-6-2 2 16,-1-4 3-16,-4-2 0 15,0-5 4-15,-2-1 4 16,-2 0-3-16,0 0 13 16,0-10 14-16,0-5-15 15,0 1-19-15,-6 3 0 16,-6 2 1-16,-2 6 3 15,0 3-1-15,-1 0 8 16,1 12-12-16,2 8-1 16,5 5-5-16,1 0 2 15,6 3 0-15,0-1 3 0,0-1-1 16,0-4 0-16,9 2 2 16,7-3-2-16,5-4 1 15,0-1 0-15,0-11 5 16,-2-5-3-16,-2 0-1 15,1-5-1-15,-1-17 4 16,2-2 9-16,0-2-13 16,-1 0 4-16,4 4-2 15,-1 3-1-15,4 5-2 16,-5 6 1-16,5 4 0 16,-3 4 2-16,-2 0 5 0,-1 9 8 15,-4 12-7-15,-6 6 10 16,-4 3-6-16,-5-1-1 15,0-2-5-15,0-4-1 16,-5-6 3-16,-4-6-2 16,-1-5 17-16,-1-6 12 15,4 0-3-15,-2-3-21 16,5-18 43-16,4-9-43 16,0-4-7-16,0-2 5 15,6 0-9-15,11 5-9 16,4 8 7-16,2 6-21 15,2 7 3-15,0 7-17 0,-1 3-2 16,1 0 6 0,0 0 5-16,0 8 9 0,-3 4 8 15,-1-4 10-15,-3-1 1 16,-2-1 0-16,-2-6 0 16,-5 0 3-16,4 0 1 15,-5 0 2-15,1-7 4 16,-1-9 4-16,-5 1-6 15,-3-3-1-15,0 6 2 16,0 1 4-16,-11 5-3 16,-6 5 16-16,-4 1-5 15,2 1-13-15,-2 17-7 16,2 6-1-16,4 2-2 16,0 2 2-16,10-1-5 15,4-2 4-15,1-1 0 16,0-4-1-16,6-3-5 0,15-5 5 15,4-4-11-15,9-6-10 16,5-2-37-16,4 0-24 16,2-2-12-16,3-11 0 15,-3-3 24-15,-3-2 11 16,-2-1 35-16,-8-3 26 16,-2 1 0-16,-10-2 3 15,-4 2 14-15,-7 0 10 16,-6 3 13-16,-3 3-1 15,0 4 0-15,-4 4-7 16,-16 5 4-16,-2 2 5 16,-5 1-21-16,3 18-5 15,-1 6-10-15,7 3-4 0,3 0-1 16,6 2 0-16,6-2 0 16,3-4 1-16,0-6 0 15,0-5 6-15,12-6 2 16,6-4 6-16,0-3 2 15,9 0 0-15,1-15 6 16,2-7-4-16,4-6-11 16,-2-8-3-16,-3-6-1 15,-3-6 1-15,-7-9-4 16,-10-7 4-16,0 2-2 16,-9 5 3-16,0 16 9 15,0 18 22-15,-9 10-2 16,-10 12-3-16,-4 1-1 0,-2 11-27 15,1 17-4-15,3 11-5 16,9 9 1-16,6 8 1 16,6-2 1-16,0 3 2 15,0-6 1-15,15-9 2 16,6-5 5-16,6-9 1 16,3-8-1-16,-1-6-1 15,3-6-6-15,-1-5 1 16,-4-3 4-16,-4 0-6 15,-3 0-3-15,-3-10-32 16,-5-3-53-16,-12 5-67 16,0 3-215-16</inkml:trace>
  <inkml:trace contextRef="#ctx0" brushRef="#br0" timeOffset="104205.54">10807 5252 480 0,'0'0'76'0,"0"0"-1"16,0 0 59-16,0 0-44 16,0 0-4-16,9-81-14 15,-9 73-2-15,0 4-13 16,0 1-10-16,0 3 5 15,0 0-9-15,0 0-26 16,0 0-17-16,0 15 2 16,0 14 4-16,0 12-3 15,0 7 1-15,0 1 5 0,0 0-2 16,0-2-5-16,6-9-2 16,9-7 0-16,0-9 0 15,4-7-3-15,1-8 3 16,1-7-6-16,3 0 5 15,2-7 1-15,0-16 0 16,-1-8-8-16,-4-6-7 16,-5-1-11-16,-7 0 18 15,-3 1 8-15,-4 7 3 16,-2 5 1-16,0 10 12 16,0 8 8-16,0 5-1 15,0 2-3-15,0 0-20 16,-3 19-4-16,0 8 1 15,3 5 6-15,0 2-4 16,0-1 1-16,15-4 0 0,4-2 0 16,7-4 0-16,2-5 4 15,3-6-1-15,1-6-2 16,-1-6-2-16,-3 0 2 16,-4 0 3-16,-6-17-3 15,-3-7-1-15,-8-6-5 16,-4-5-19-16,-3-4 4 15,0-4 4-15,-9 1 6 16,-10 3 10-16,-1 8 4 16,1 8-2-16,3 12 7 15,7 5 0-15,3 6 10 0,1 0-19 16,2 0-16 0,0 14 16-16,3 6-3 0,0 3 2 15,0-1 1-15,17-1 2 16,5-2 3-16,3-4 4 15,4-3-7-15,-5-6-2 16,6-4 2-16,-2-2 0 16,-1 0 1-16,-3-3 3 15,-2-14 0-15,-4-5-2 16,-2-8 1-16,-2-5-5 16,-4-6 4-16,-7-6-2 15,-3-4 0-15,0-5 0 16,0 0-2-16,-15 3 4 15,3 11-1-15,-2 12 3 16,3 12 3-16,2 9 8 0,2 5-4 16,4 4 0-16,1 0-13 15,-2 0-7-15,-1 24 2 16,1 15 5-16,-1 13 2 16,5 7 1-16,0 4 1 15,0 4 1-15,0-1-2 16,3 0 1-16,3-5-1 15,2-6-1-15,-2-14-1 16,1-10 0-16,-3-13-1 16,-2-8 0-16,1-7-3 15,0-3 1-15,-1 0-1 16,2 0 2-16,6-21 1 0,-1-7 18 16,3-9-18-16,0-3-3 15,-1 3 3-15,-2 2 0 16,1 6-3-16,-1 8 2 15,-1 7 0-15,-1 7-1 16,2 7 1-16,-2 0-6 16,2 5-6-16,3 18 8 15,0 7 5-15,2 6 6 16,-1-1-5-16,2 1 1 16,0-4-1-16,-2-4-1 15,4-4 0-15,-2-5 0 16,1-6-1-16,4-6-8 15,0-6-22-15,6-1-17 16,2 0-2-16,0-13-7 16,1-7 0-16,-4-4-4 0,-5-4 6 15,-3-3 11-15,-3-2 11 16,-4 0 5-16,-4-1 25 16,-6 3 3-16,0 4 1 15,0 7 21-15,-1 5 21 16,-11 7 10-16,0 6-20 15,-1 2 8-15,1 0-30 16,-1 12 8-16,2 11-19 16,5 4 2-16,1 5 1 15,5 2-3-15,0 0 3 16,0-1 2-16,0-5 0 0,14-3-1 16,-1-4-2-16,5-4 1 15,0-7 7-15,-2-4-10 16,2-6 3-16,0 0 2 15,0 0 7-15,1-14-7 16,-2-6 6-16,1-5-10 16,-2-5 6-16,-4-4-2 15,2-1 0-15,-4-2 11 16,-1 5 3-16,-2 5 1 16,-2 9 7-16,2 6 0 15,-4 6-7-15,2 6-8 0,2 0-12 16,4 8-17-1,5 14 17-15,3 6 9 0,2 3 0 16,2 2-3-16,-1-2-5 16,-4-4 0-16,1-5 0 15,-5-6-1-15,-1-8 1 16,-4-3-1-16,-4-5 0 16,1 0 0-16,2-2 0 15,2-16 8-15,0-8-8 16,0-3-1-16,-2-5-10 15,-2-2 2-15,-2 1 4 16,-2 6 5-16,-2 10 2 16,0 9-1-16,0 10-1 15,0 0-10-15,0 19-12 0,0 12 20 16,0 7 3-16,0 0-1 16,0-4 3-16,10-7-2 15,-1-6-2 1,6-5-2-16,6-8 3 0,4-5 9 15,5-3 9-15,0 0-11 16,1-7 3-16,-2-9-9 16,-6 1-2-16,-4-1-4 15,-6 5-47-15,-7 2-73 16,-6 8-109-16,0-1-364 16</inkml:trace>
  <inkml:trace contextRef="#ctx0" brushRef="#br0" timeOffset="109361.46">13775 4917 430 0,'0'0'246'0,"0"0"-176"16,0 0 26-16,0 0 4 16,0 0-22-16,0 0-3 15,0 0-16-15,0 0 8 16,-12-64-18-16,12 86-24 15,-2 13-9-15,2 15 12 16,0 6 24-16,0 6-23 16,0-1-14-16,0 1-7 15,0-6 1-15,0-9-7 0,3-8 0 16,-1-9 1 0,-1-8-3-16,-1-8 0 0,2-6-2 15,-2-5 1-15,0-3-6 16,0 0-45-16,0-10-42 15,-6-14-63-15,-14-3-103 16,-1-5 2-16,-3-5-17 16,-2 1-49-16,0 2 324 15,4 4 93-15,5 7 93 16,4 6-37-16,4 5 21 16,5 3-52-16,2 5-16 15,2 0-14-15,0 2-17 16,0 1-22-16,2-1-18 0,20 1-23 15,9-2-7-15,8 0 0 16,9-2 6-16,1-4-5 16,3-1 0-16,-1-2 1 15,-3-5-2-15,-9 0-1 16,-8-3 3-16,-10 0-2 16,-9-1 0-16,-9-3 0 15,-3 0 5-15,0-1-2 16,-3 2 5-16,-9 6-3 15,1 6 16-15,1 5 18 16,4 6 19-16,0 0-22 16,-2 3-9-16,0 23-9 15,-3 9-15-15,4 12 4 16,-1 7-8-16,1 4 5 0,7 3 3 16,0 0-2-16,0-5 1 15,0-5-1 1,0-10-1-16,0-12-3 0,3-7-2 15,3-12 0-15,-3-6-1 16,0-4 0-16,4 0-3 16,4-7 3-16,5-14 1 15,3-7 8-15,1-4 6 16,-2 0-14-16,-5 3-4 16,-1 7 1-16,-5 7 3 15,-2 8 0-15,-2 5 0 16,0 2-3-16,2 0 0 15,2 18-8-15,-1 9-1 0,3 4 12 16,0 2 12 0,3-3-8-16,1-2-4 0,2-6 2 15,0-5 0-15,3-6-2 16,-2-4 0-16,5-4-3 16,0-3 3-16,-1 0 3 15,2-10 2-15,-1-8-1 16,-2-5 0-16,-1-4-4 15,-6-1-5-15,-4 0-1 16,-6 1 0-16,-2 3 3 16,0 6 1-16,-5 7 4 15,-7 7-3-15,-5 4 1 16,4 0-6-16,-2 18-1 16,0 10-10-16,6 6 16 0,3 4 1 15,6-1 0-15,0-5-1 16,15-4 1-16,12-7 1 15,7-6 0-15,6-7 9 16,6-5 4-16,1-3-10 16,-3 0 7-16,-3-7-9 15,-8-7-2-15,-6-1 3 16,-7 1-6-16,-3 3-30 16,-7-1-39-16,-2-1-43 15,-8 9-73-15,0-2-268 16</inkml:trace>
  <inkml:trace contextRef="#ctx0" brushRef="#br0" timeOffset="110277.1">15481 5187 873 0,'0'0'52'16,"0"0"-47"-16,0 0 42 15,0 0-16-15,0 0 3 16,0 0 1-16,23 80-1 15,-8-73-3-15,-2-1 9 16,0 0-7-16,1-3-3 16,1-3-9-16,-5 0 3 15,7 0-3-15,-2-3-3 16,2-12 2-16,3-6-6 16,1-5-5-16,0-5 0 0,-6-5-9 15,-1-6 1 1,-6 0 1-16,-8-6-2 0,0 2 0 15,0 6 3-15,-12 8-1 16,-4 13-2-16,4 11 0 16,-3 8 9-16,1 0-5 15,4 4-4-15,3 21-10 16,7 3 4-16,0 6-2 16,3 0 2-16,19 4 2 15,8 0-2-15,3 2 5 16,-1-2 1-16,1-3 2 15,-4-2-1-15,-6-7-1 16,-8-6 0-16,-4-6 4 0,-8-5-2 16,-3-4-2-16,0 1 5 15,-6 1 5-15,-11-3-1 16,-2-2-4-16,-1-1-4 16,4-1-1-16,3 0-15 15,6 0-19-15,7 0-45 16,0 0-44-16,1-4-68 15,9-3-151-15,2 0-157 16</inkml:trace>
  <inkml:trace contextRef="#ctx0" brushRef="#br0" timeOffset="110560.12">16033 5105 604 0,'0'0'143'16,"0"0"-4"-16,0 0-15 15,0 0-95-15,0 0-20 16,6 89 57-16,-6-31-1 16,0 10-11-16,0 7 7 15,0 2 0-15,0 9-23 16,6 3-10-16,8-7-22 16,2-7 18-16,-4-15 7 15,-2-16-25-15,-7-13-6 16,-1-14 2-16,0-13 1 0,-1-4-3 15,1 0-6-15,-1-19-16 16,1-17-61-16,-2-9-109 16,0 20-55-16,0-2-145 15</inkml:trace>
  <inkml:trace contextRef="#ctx0" brushRef="#br0" timeOffset="111878.94">16050 5293 541 0,'0'-72'118'0,"0"48"-40"15,16 5 14-15,14 4-42 16,3 6-10-16,3 7 2 16,0 2 9-16,-4 2 5 15,-6 21-26-15,-6 8-2 16,-10 3 5-16,-9 3-3 16,-1 1-4-16,-5-5-1 0,-20-1 3 15,-8-5-16-15,-3-7 1 16,1-7-10-16,3-7-3 15,7-6 0-15,10 0-27 16,12-7-49-16,3-7-41 16,8-3-24-16,19 0-56 15,6 2 68-15,1-1 10 16,0 3-13-16,-1 2 127 16,-8 2 5-16,1 1 65 15,-4 1 26-15,-4 2-9 0,-2-4 1 16,-3 0 7-1,1-1-6-15,-3-2-18 16,2-3-2-16,-3-1-20 0,0-2-7 16,0-2-2-1,-4 3-16-15,-5 1-10 0,-1 3 20 16,0 4-20-16,0 0 13 16,-3 5 2-16,-6 1 2 15,0 3 0-15,0 0-20 16,0 0 2-16,-4 7-8 15,3 11-2-15,0 6 0 16,2 6 1-16,5 3 1 16,3 0 0-16,0 0 0 15,3-4 2-15,13-3-1 16,5-5-1-16,0-5 0 0,1-5 0 16,3-7 3-16,2-4-1 15,2 0-2-15,-4 0 0 16,1-17 10-16,-3-2-6 15,-2-6 0-15,-4-1-1 16,-4-1-2-16,-4-2 1 16,-6 4-1-16,-3 3 1 15,0 3 2-15,0 7-1 16,0 2 0-16,-9 4 5 16,-3 4 5-16,-1 2-2 15,1 0 1-15,-6 10-10 16,2 12-2-16,4 5-5 15,1 0 3-15,6 3-1 16,5 0 3-16,0-3 0 0,0-3 0 16,6-3-2-1,10-3 1-15,6-6-1 0,2-4 1 16,7-7-9-16,3-1-35 16,11 0-21-16,6-1-21 15,5-13-18-15,1-3 60 16,-6-5-81-16,-3-3-39 15,-8-1 95-15,-7-4 31 16,-6-1 31-16,-8 0 8 16,-5 0 35-16,-7 1 30 15,-1 2 6-15,-6 6 13 16,0 2-20-16,0 7 6 16,-13 4-16-16,-6 5-9 0,0 4-11 15,-3 0-25-15,1 16 4 16,-3 9-10-16,2 6-2 15,3 6 1-15,8 0 1 16,3 0-2-16,8-1 3 16,0-6-2-16,0-5 4 15,11-7-2-15,5-5 1 16,1-7-1-16,2-6 12 16,3 0-4-16,1-10-4 15,4-16 7-15,-2-7-6 16,3-10-4-16,1-5 0 15,-3-8-3-15,0-9-2 16,-10-4-2-16,-6-6 2 0,-6 7 2 16,-4 12 1-16,0 18 2 15,-11 18 31-15,-5 13 36 16,-2 7-34-16,-3 0-18 16,3 18-20-16,-1 14 0 15,4 13-5-15,3 4 5 16,8 3 6-16,4 2-2 15,0-2 3-15,9-3 13 16,10-4-4-16,5-6-1 16,1-8-8-16,2-8-4 15,0-6-3-15,4-4 0 16,6-4 0-16,1-8 0 0,2-1-8 16,-1-3-5-1,-2-17-45-15,-3-1-70 0,-26 9-123 16,-4 0-214-16</inkml:trace>
  <inkml:trace contextRef="#ctx0" brushRef="#br0" timeOffset="112467.09">18068 4999 915 0,'0'0'42'0,"0"0"-6"15,0 0 4-15,0 0-36 0,0 0 37 16,-3 105 2-1,3-63-17-15,5 0 8 16,-1-2-9-16,1-7-8 0,-4-7-7 16,1-7-9-16,-2-9 1 15,0-6-3-15,3-4 1 16,0-2-95-16,-1-12-157 16,-2-4-260-16</inkml:trace>
  <inkml:trace contextRef="#ctx0" brushRef="#br0" timeOffset="112601.99">18068 4833 704 0,'0'0'170'0,"0"0"-160"16,0 0-3-16,0 0-7 16,0 0-258-16,0 0-62 15</inkml:trace>
  <inkml:trace contextRef="#ctx0" brushRef="#br0" timeOffset="113009.02">18300 5077 490 0,'0'0'162'0,"0"0"-101"0,0 0 73 15,0 0-86 1,0 0-26-16,88-81 7 15,-84 62-1-15,-4 2 11 16,0 4 18-16,-1 5 21 0,-14 2-5 16,-5 6-40-16,1 0-15 15,6 7-18-15,2 14-7 16,5 3-7-16,6 6 4 16,0 1 7-16,12 0 2 15,8 0 2-15,2 0-1 16,2-3 2-16,-2-2-2 15,-4-6 1-15,-5-6 0 16,-8-5 3-16,-5 1 14 16,0 1-8-16,-19 1 10 15,-11 0-3-15,-5-2-8 16,1-1 1-16,1-2-9 16,8-4 1-16,7-2-2 15,9-1-15-15,9 0-56 16,0 0-78-16,6 0-84 0,7-8-476 15</inkml:trace>
  <inkml:trace contextRef="#ctx0" brushRef="#br0" timeOffset="116242.6">19314 5078 125 0,'0'0'406'0,"0"0"-337"16,0 0 39-16,0 0-10 15,0 0-19-15,-16-82 2 0,16 70-17 16,0-1-6-16,10 1-19 16,11 0-10-16,3 4-10 15,5 5-5-15,2 3-3 16,-1 0-11-16,0 14 2 15,-5 10-1-15,-1 7 8 16,-6 6-8-16,-8-1 5 16,-4 4 6-16,-6-4-5 15,0-3-3-15,0-7-3 16,-5-8 7-16,-4-8-8 0,1-8 0 16,2-2 23-1,3 0 5-15,0-12 17 16,0-16-21-16,3-11-1 15,0-6-13-15,0-4-3 0,1-3 4 16,11 2-7-16,3 8-4 16,-3 9-1-16,0 13-6 15,3 8 2-15,0 6-20 16,6 6-21-16,4 0-59 16,5 5-39-16,-2 16-80 15,-17-9-77-15,-4 1-179 16</inkml:trace>
  <inkml:trace contextRef="#ctx0" brushRef="#br0" timeOffset="116577.77">19820 5009 216 0,'0'0'169'0,"0"0"-7"16,0 0-22-16,0 0-48 0,0 0-16 15,0 0-20 1,79 58-6-16,-70-58-4 0,0-10-7 16,0-8-7-1,-1-5-18-15,-2-2-8 0,-2-2 0 16,-4 2-3-16,0 2 2 15,0 5 7-15,-6 6 28 16,-3 6 10-16,-2 3-1 16,-3 3-12-16,-3 3-20 15,-2 16-4-15,-2 11-13 16,4 4 1-16,3 3 0 16,6 2 2-16,5 0 6 15,3-3 6-15,0-4 5 16,12-3 2-16,11-3-5 15,3-4 1-15,4-6-15 0,4-5 3 16,5-7-5-16,1-4 1 16,2 0-2-16,-1-8-9 15,-1-11-74-15,-33 5-102 16,-1 1-229-16</inkml:trace>
  <inkml:trace contextRef="#ctx0" brushRef="#br0" timeOffset="117911.44">20393 5102 523 0,'0'0'54'0,"0"0"-21"16,0 0 29-16,6-72 2 15,-9 52 10-15,-9 2-9 16,-3 0-9-16,-1 5-9 16,-2 2-3-16,0 7-26 15,0 2 37-15,0 2-48 16,-1 0 15-16,1 10-19 0,1 11-3 16,1 4 3-16,4 5-2 15,4 1-1-15,3 3 2 16,5 3 0-16,0-2-1 15,0 2 1-15,5-5 0 16,7-4 5-16,1-8-3 16,1-7 3-16,-2-6-7 15,3-7 0-15,2 0 6 16,-1 0 12-16,4-20-5 16,-1-10 0-16,3-6 11 15,-2-8-12-15,-3-4-3 16,3-4-2-16,-7-9-3 0,-1-8 2 15,-3-4-3-15,-7 1 6 16,-2 10 6-16,0 14-7 16,-3 14 6-16,-9 13 11 15,3 10 3-15,3 5-1 16,1 6-9-16,1 0-18 16,-3 6-4-16,-3 19-3 15,1 10 3-15,3 10 5 16,4 8-2-16,2 6 2 15,0 3-1-15,0 2 1 16,8-7 0-16,6-2-1 16,5-2 0-16,-1-7 0 15,3-5-2-15,-2-10 2 0,0-11-2 16,0-9-5 0,-3-10-3-16,2-1 4 0,0 0 4 15,-2-14 2-15,2-10 1 16,-1-6 4-16,-4-3-10 15,-4-4 4-15,-4 0-7 16,-4 4 3-16,-1-1 4 16,0 8 2-16,0 8 1 15,0 5 1-15,0 9 0 16,-4 1 7-16,1 3-2 16,1 0-8-16,-1 6 0 15,0 16-21-15,3 7 17 16,0 2 4-16,0 1 0 15,3-1 1-15,11 0-1 0,2-7-3 16,-1-2 2-16,3-7 0 16,-3-6-2-16,0-5 2 15,-2-4-3-15,3 0 1 16,3-7 3-16,0-16-1 16,1-5 0-16,-1-4-24 15,-6-1-11-15,-3-4-19 16,-5 6 42-16,-3 4 11 15,-2 7 4-15,0 13 2 16,0 3 6-16,0 4 23 16,0 0 8-16,0 6-31 0,0 15-10 15,0 8 0 1,0 1 9-16,0 1 0 16,0-4-2-16,0-1 2 15,4-4-6-15,6-2-3 0,2-4-1 16,4-5-6-16,4-4-29 15,2-6-55-15,4-1-59 16,-17 0-97-16,-2-1-286 16</inkml:trace>
  <inkml:trace contextRef="#ctx0" brushRef="#br0" timeOffset="118924.47">21179 4944 419 0,'0'0'249'0,"0"0"-126"0,0 0 26 16,0 0-67-16,0 0-1 15,0 0-22-15,0 0-27 16,-27-8-11-16,13 35-11 16,1 5-4-16,3 2 3 15,1 0-1-15,5-3 1 16,2 0 0-16,2 0-1 15,0-2 3-15,0-1-4 16,12-5-4-16,3-3 1 16,3-6-4-16,0-5-1 15,3-7-2-15,-2-2 3 16,5 0 4-16,-2-2 4 16,1-13-1-16,-2-3-7 0,-1-5-16 15,-2-5 16-15,-4 0 6 16,-2-3-4-16,-3 0 0 15,-5-1 2-15,-2 7 0 16,-2 5 6-16,0 8-8 16,0 8 13-16,0 4 6 15,-2 0-3-15,-7 0-3 16,-1 8-15-16,1 12 0 16,-2 7 0-16,4 0-2 15,6 1 1-15,1-2 1 0,0-3 0 16,0-1 0-1,8-2-5-15,7-6 2 16,9-3-8-16,7-6-51 0,7-2-19 16,5-3 6-16,-1 0 6 15,-3-5-125-15,-3-12-23 16,-5-2 13-16,-4-2 56 16,-5 0 86-16,-8-3 62 15,-3-1 79-15,-8-1 67 16,-3-1-61-16,0 4-1 15,0 1 15-15,-1 8 21 16,-11 3-11-16,0 4-10 16,1 5-20-16,-5 2-19 15,1 0-46-15,-3 16-1 16,-1 9-8-16,2 5-5 16,1 2-2-16,6 2-1 15,2 0 3-15,5-4 0 0,3-2-2 16,0-5 2-16,0-7 0 15,5-5-1-15,5-5-1 16,5-6 0-16,0 0 2 16,4 0 8-16,1-18 5 15,1-8 0-15,1-6-9 16,-4-5 6-16,-3-3-6 16,-5-6 0-16,-4-9 2 15,-6-4-4-15,0 3 2 16,0 11 4-16,-3 13 1 0,-4 17 7 15,-1 9 20 1,4 6-14-16,1 0-6 0,-4 7-16 16,1 21-11-16,-4 14 6 15,3 7 5-15,4 2 0 16,3-2 2-16,0-4 8 16,0-4 2-16,9-4-3 15,3-5-5-15,9-3-3 16,7-3-1-16,9-5 0 15,11-7-1-15,5-5-2 16,2-9-63-16,-5 0-56 16,-35-10-201-16,-3-4-507 15</inkml:trace>
  <inkml:trace contextRef="#ctx0" brushRef="#br0" timeOffset="119565.85">22745 4781 906 0,'0'0'93'0,"0"0"-28"15,0 0 17-15,0 0-59 16,0 0-1-16,0 0-3 16,0 0-10-16,5 84 29 15,-5-29 25-15,0 4-24 16,0 4-7-16,0-4-7 16,0 0-7-16,0-6-2 15,0-9-7-15,0-7-5 16,0-13-1-16,0-8-3 0,0-8 0 15,0-7-3 1,0-1-16-16,5 0-65 0,2-18-49 16,-2-7-60-16,-5 8-87 15,0 1-226-15</inkml:trace>
  <inkml:trace contextRef="#ctx0" brushRef="#br0" timeOffset="120007.88">22585 5074 639 0,'0'0'96'0,"0"0"32"16,0 0-33-16,0 0-38 16,0 0-38-16,0 0-18 15,56-36 18-15,-14 30-12 0,3-1-6 16,1 1-1-16,0-1 1 16,-2 0 1-16,-7 4 3 15,-8 1-5-15,-9 2 9 16,-8 0 2-16,-6 15-7 15,-6 9-3-15,0 7 9 16,0 4 13-16,0 3 2 16,0 0-20-16,-3-2-2 15,3-4-3-15,0-7 0 16,4-5 1-16,12-7 0 16,6-6-2-16,5-7-2 15,2 0 3-15,3-8 7 16,-2-14 0-16,-5-1-5 15,-10 0 9-15,-6-4-1 0,-9 1 28 16,0 0 38-16,0 2-8 16,-21 3-26-16,-7 3-28 15,-1 9-3-15,1 1-11 16,0 7-2-16,5 1 1 16,4 0-9-16,3 3-41 15,6 10-66-15,4-3-72 16,6-6-141-16</inkml:trace>
  <inkml:trace contextRef="#ctx0" brushRef="#br0" timeOffset="121123.1">23929 4943 322 0,'0'0'94'16,"0"0"58"-16,0 0-72 15,6-73 18-15,-3 58-11 16,0 5 1-16,0 5-12 16,-1-1-27-16,0 5 25 15,-2 1-19-15,0 0-2 16,0 0-10-16,0 0-34 16,0 18-9-16,0 12-12 15,3 12 12-15,2 9 26 16,-4 3 3-16,1 2-13 0,-2 1-3 15,0-4 2 1,0-5 0-16,0-9 0 0,0-9-5 16,0-9-5-16,0-7-5 15,0-5 0-15,0-5-1 16,1-4-4-16,10 0-55 16,2 0-57-16,4-10-15 15,-10 0-161-15,0-1-369 16</inkml:trace>
  <inkml:trace contextRef="#ctx0" brushRef="#br0" timeOffset="121606.3">24280 5050 513 0,'0'0'187'0,"0"0"-76"16,0 0 38-16,0 0-63 15,0 0-22-15,0 0-14 16,-3-30-28-16,-10 30-20 16,-1 9 11-16,0 8-13 15,2 5 0-15,0 5 1 16,3 4 3-16,3 2-1 16,3 2-3-16,3 0 2 15,0-4-4-15,3-2 3 16,11-8-4-16,2-4 2 15,4-8 0-15,0-6-5 0,4-3 4 16,0 0 2-16,2-5 2 16,-1-13 1-16,-1-5 0 15,-5-4 5-15,-5-4 2 16,-7-3-8-16,-2-3 10 16,-5 1 15-16,0 2 7 15,-2 6 13-15,-11 7-7 16,-7 6 1-16,4 5-21 15,-2 6-4-15,0 4-16 16,-1 0-5-16,-2 0-3 16,6 17 6-16,0 4-8 15,9 2-19-15,6-1-49 16,0 0-34-16,11-5-6 0,17-5-66 16,-13-12-62-16,0 0-170 15</inkml:trace>
  <inkml:trace contextRef="#ctx0" brushRef="#br0" timeOffset="122028.08">24658 5053 702 0,'0'0'229'16,"0"0"-142"-16,0 0 48 15,0 0-75-15,0 0-32 16,0 0-28-16,0 31 4 0,-10 1 6 15,4 4-10-15,1 2 1 16,5-1-1-16,0-4 0 16,0-6-1-16,5-5 1 15,7-8-2-15,1-5-6 16,2-6 0-16,5-3-4 16,-1 0 4-16,1-4 6 15,0-13-6-15,0-4 8 16,-4-3 5-16,-3-6 5 15,-4-1 1-15,-4-2 1 16,-3 0 24-16,-2 3 21 16,0 5-9-16,-4 4-5 15,-12 7-16-15,-3 4-23 16,-4 4 5-16,0 6-9 16,-2 0-8-16,0 3 6 0,3 14 1 15,4 2-14-15,8 1-43 16,6 1-23-16,4-2-46 15,5-4-60-15,8-11-112 16,1-4-200-16</inkml:trace>
  <inkml:trace contextRef="#ctx0" brushRef="#br0" timeOffset="122424.88">24958 5060 798 0,'0'0'126'0,"0"0"-4"16,0 0-40-16,0 0-33 16,0 0-25-16,0 0-24 15,0 0 0-15,8 66 25 16,-8-38-24-16,0 1 2 16,0-1-3-16,0-4-1 15,3-5 0-15,7-3-3 16,6-6 3-16,1-4-20 15,2-6 1-15,1 0-1 16,-1 0 2-16,-1-10 12 16,-6-6 1-16,0-3-6 15,-5-2 12-15,-2-5 26 16,-5 0 0-16,0-1 37 16,0 1 9-16,-13 7-14 15,-3 4-30-15,0 7-25 0,-3 3-3 16,-2 5-2-16,-1 0-7 15,0 5 5-15,3 10-49 16,3 2 10-16,7 2-84 16,9-14-75-16,0 0-136 15</inkml:trace>
  <inkml:trace contextRef="#ctx0" brushRef="#br0" timeOffset="123272.92">25549 5102 244 0,'0'0'512'16,"0"0"-484"-16,0 0 67 15,0 0-32-15,-6-77 3 16,21 67-26-16,2-2-9 15,11 5-14-15,9 3-5 16,0 4 0-16,4 0 9 16,-7 10-21-16,-4 16 7 15,-8 6-6-15,-8 9 4 16,-6 4-2-16,-8 3 14 16,0 0-8-16,-11-7 8 0,-9-8-15 15,2-11-1-15,1-11 9 16,6-7-10-16,5-4 18 15,0 0 20-15,3-8 5 16,3-16 0-16,0-8-25 16,0-9-4-16,4-6-12 15,12-2 10-15,1-1-3 16,0 4-6-16,-1 6-3 16,-2 10-6-16,-3 10 1 15,-1 4 4-15,-1 5-38 16,5 4-73-16,1 2-79 15,-8 5-48-15,0 0-447 0</inkml:trace>
  <inkml:trace contextRef="#ctx0" brushRef="#br0" timeOffset="123522.77">26019 5012 535 0,'0'0'154'0,"0"0"-36"15,5 99 16-15,-5-53-39 16,0 7 0-16,0 6-35 15,0 7 20-15,0 9-33 16,0 7-8-16,0 4-13 16,0-7 25-16,-5-9-33 15,-1-13-11-15,-3-16-6 16,5-12 0-16,-1-12 0 16,4-8-1-16,1-8-1 0,0-1 0 15,0-9-31-15,1-17-93 16,8-11-50-16,-7 16-96 15,-2-3-195-15</inkml:trace>
  <inkml:trace contextRef="#ctx0" brushRef="#br0" timeOffset="123776.78">26004 5254 471 0,'0'-74'174'16,"0"53"-51"-16,23 4-4 15,3 1-43-15,6 6-29 0,2 6-5 16,5 4 3-1,-1 0 3-15,-2 24-12 0,-7 8 7 16,-10 8-11-16,-7 1 17 16,-11-1-12-16,-1-2-21 15,-6-7 3-15,-17-3-10 16,-9-7 3-16,-1-7-6 16,1-6-1-16,0-8-2 15,7 0-3-15,6-1-18 16,8-16-47-16,8-5-62 15,3-4-40-15,0 13-152 16,11 2-382-16</inkml:trace>
  <inkml:trace contextRef="#ctx0" brushRef="#br0" timeOffset="124561.42">26349 5163 634 0,'0'0'125'16,"0"0"-53"-16,0 0 34 16,0 0-46-16,0 0 15 15,91-22-17-15,-82 22-10 16,0 0-23-16,1 19-7 16,-1 9 4-16,-3 5-6 15,-3 2 11-15,-3 2-8 16,0-3-8-16,0-3-9 0,-1-9 1 15,-6-6-3-15,1-8 0 16,2-5 1-16,1-3 0 16,0 0 7-16,0-4-1 15,2-17-7-15,1-8-28 16,0-4 9-16,0-4 15 16,1-3 2-16,12 2 2 15,1 4-2-15,0 5 2 16,3 8 0-16,-3 6 0 15,1 4 0-15,0 5 7 16,-2 4 1-16,1 2 3 16,0 0-11-16,-2 15-5 0,2 12 1 15,-2 3 4-15,-3 4 4 16,-1 0 9 0,-2-7-7-16,-3-2-1 0,1-7-4 15,-3-6 3-15,1-7-4 16,-2-2 1-16,0-3-1 15,1 0 1-15,1 0 6 16,2-6 0-16,3-12 2 16,1-9-9-16,2-4 0 15,5-4 0-15,-1-4-20 16,6 2 19-16,2 4-13 16,-2 6 14-16,0 11-4 15,-8 7-3-15,-5 8-1 16,0 1 7-16,-1 0-8 15,-1 22-3-15,0 7 11 16,-1 10-2-16,-4 3 6 0,0 2 5 16,2-5 7-16,1-5-14 15,2-8-1-15,3-11 0 16,-1-8 0-16,2-6 0 16,6-1 4-16,3-2-3 15,6-18 27-15,6-5 10 16,1-4-14-16,-1-2-12 15,-2 0-4-15,-5 4-4 16,-7 6-4-16,-4 7-4 16,-3 6-18-16,-9 4-68 15,0 4-76-15,0 0-192 16</inkml:trace>
  <inkml:trace contextRef="#ctx0" brushRef="#br0" timeOffset="143336.97">907 5532 291 0,'0'0'59'15,"0"0"-12"-15,0 0 28 16,0 0-25-16,0 0 22 16,0 0 9-16,0 0-12 15,-24-57 30-15,21 53 2 16,0-1-43-16,0 4 16 16,3 1-6-16,0 0-25 15,-3 0 5-15,3 0-22 0,0 0-13 16,0 0-13-1,0 13-4-15,0 9 4 16,0 9 7-16,3 6 21 0,6 8-4 16,-2 6-2-16,2 2 6 15,-1-2-6-15,2 0-6 16,-4-6 0-16,0-4-3 16,-3-5-7-16,0-7 6 15,-1-5-4-15,-1-5-1 16,-1-7-4-16,0-3-2 15,0-2 1-15,0-6-1 16,0 0-2-16,0-1 1 16,0 0-10-16,0-4-18 0,0-17-33 15,0-4-112 1,0-4-28-16,0 17-107 0,-3 2-265 16</inkml:trace>
  <inkml:trace contextRef="#ctx0" brushRef="#br0" timeOffset="143584.06">807 5606 512 0,'0'0'194'16,"0"0"-134"-16,0 0 67 16,0 0-29-16,0 0-45 15,13-75-13-15,4 62-2 16,0 1 1-16,0 1-6 15,4 1 0-15,-2 0-24 0,-1 3-1 16,0 3-8-16,-6 2-5 16,0 2-2-1,-8 0-19-15,-2 10-42 0,-2 14-69 16,0-13-54-16,-6 3-107 16</inkml:trace>
  <inkml:trace contextRef="#ctx0" brushRef="#br0" timeOffset="143803.13">826 5811 629 0,'0'0'84'0,"0"0"31"16,0 0-32-16,0 0 3 16,0 0 0-16,0 0-23 15,0 0-8-15,99-13-22 0,-74 3-21 16,0 3-8-16,-5 1-4 15,-1 3-1-15,-4 2-20 16,0 1-91-16,2 0-79 16,-16 0-103-16,2 0-24 15</inkml:trace>
  <inkml:trace contextRef="#ctx0" brushRef="#br0" timeOffset="144018.14">1114 5756 335 0,'0'0'228'0,"0"0"-121"15,0 0 10-15,0 0-36 16,0 0-11 0,0 0-29-16,3 32-11 0,0-9 54 15,3 2-19-15,0-1-22 16,-3 1-7 0,0-2-13-16,0-4-11 0,0-3-6 15,-3-5-3-15,0-5-3 16,3-6-2-16,0 0-45 15,-3-3-111-15,0-8-233 16</inkml:trace>
  <inkml:trace contextRef="#ctx0" brushRef="#br0" timeOffset="144165.78">1144 5627 691 0,'0'0'19'0,"0"0"-19"0,0 0-138 16</inkml:trace>
  <inkml:trace contextRef="#ctx0" brushRef="#br0" timeOffset="144614.57">1308 5905 505 0,'0'0'194'16,"15"72"-119"0,-15-58 30-16,0-4-52 0,0-5-25 15,0-3-4-15,0-2-2 16,0 0 7-16,0-2-1 16,0-14 33-16,-6-4-31 15,-3-4-5-15,3-1-4 16,2-1-8-16,2 2-4 15,2 2 4-15,0 1-6 16,0 4-4-16,0 0-3 16,11 1 2-16,2 2-2 15,5 2 7-15,1 2-1 16,-1 1 2-16,5 3 1 0,-1 5 1 16,3 1 4-1,2 0 0-15,0 6-3 0,-3 14 4 16,-3 3 12-16,-5 4-17 15,-2 3 19-15,-7-1-25 16,-4 0 5-16,0-1-8 16,-3-1 2-16,0-6-3 15,0-3 0-15,0-6 0 16,0-8-18-16,1-4-86 16,7 0-44-16,-5-3-125 15,3-7-218-15</inkml:trace>
  <inkml:trace contextRef="#ctx0" brushRef="#br0" timeOffset="145220.25">1854 5775 408 0,'0'0'178'0,"0"0"-63"16,0 0 41-16,18-79-52 15,-24 64-25-15,-9 1-6 16,0 4-21-16,-3 2-15 15,3 0-3-15,-1 7-7 16,1 1 3-16,-6 0-19 0,5 0-11 16,-2 9-2-1,3 8 2-15,0 5 1 16,3 3-1-16,5 7-2 16,2 0 0-16,5-1-1 15,0-1 2-15,0-5 1 0,3-3-1 16,12-5 1-16,-3-5 0 15,9-4-4-15,-3-5 4 16,6-3 1-16,-1 0 6 16,-1-1-2-16,0-15 14 15,0-5-11-15,-1-5 17 16,-6-3-6-16,1-7 2 16,-10-1-8-16,-3-9-7 15,-3-6-3-15,0-3 2 16,0 1-1-16,0 8-1 0,-4 12-2 15,1 8 4 1,-3 12 6-16,3 9-5 0,0 3 8 16,-3 2-8-16,3 0-6 15,-3 7-2 1,-4 17-5-16,2 12 7 0,2 6 1 16,0 6-1-16,6 4 1 15,0 0-1-15,0-1 1 16,14-4 3-16,2-8-2 15,-1-5 0-15,-2-7-1 16,1-7-2-16,-1-7 1 16,1-2-1-16,3-7-7 15,6-4 2-15,2 0-15 0,5 0-16 16,-3-15-70 0,-21 5-105-16,-3 0-155 0</inkml:trace>
  <inkml:trace contextRef="#ctx0" brushRef="#br0" timeOffset="146047.93">2654 5346 642 0,'0'0'100'0,"0"0"2"16,0 0 33-16,0 0-62 15,0 0-4-15,0 0-19 16,-11-19-20-16,11 35-23 15,0 11-5-15,0 10 38 16,0 8 7-16,8 3-4 16,1 6-5-16,4-1-7 15,-1-3-8-15,1-2-5 16,-2-7-11-16,-2-10 4 16,-4-7-4-16,-1-9-6 0,-3-5 1 15,1-4 1-15,-2-5-1 16,0-1-2-16,0 0-5 15,0-1-24-15,-9-17-59 16,-9-10-131-16,12 14-25 16,-6-1-166-16</inkml:trace>
  <inkml:trace contextRef="#ctx0" brushRef="#br0" timeOffset="146961.28">2560 5611 426 0,'0'0'125'0,"0"0"9"16,0 0-35-16,0 0-27 15,0 0-29-15,0 0 4 0,67-51-5 16,-27 41-6-16,5 0-9 16,4-5-19-1,-4 1 1-15,1-4 3 0,-4-1-6 16,-6-1 5-16,-3 0 3 16,-11 3 9-16,-7-1-19 15,-8 1 4-15,-7-2-2 16,0 1 9-16,-5 0 5 15,-12 2-2-15,2 2 3 16,2 4-16-16,2 3 19 16,1 4-5-16,5 0 2 15,2 3-10-15,0 0-3 16,3 0 8-16,-3 10-16 0,2 17 2 16,-1 11 5-16,2 9-3 15,0 6 1-15,0 4 4 16,2-1 3-16,7-1-2 15,0-5-1-15,-2-7-4 16,5-6 1-16,-4-9-5 16,-1-8 0-16,-1-10 0 15,-3-7-1-15,0-3-6 16,3 0-2-16,5-4 4 16,3-19 3-16,3-6 1 15,1-10 0-15,-2-3-7 16,-1-2 2-16,0 3 5 15,-2 6 4-15,-2 9-3 0,-4 10 1 16,-1 7-1-16,-1 7-1 16,-5 2-5-1,3 0 0-15,4 4-8 0,5 11-9 16,3 8 22-16,1 4 15 16,1 2-2-16,-1 1-6 15,-1-2 1-15,1-3-3 16,1-2-4-16,-1-5 2 15,-2-2-1-15,2-7-1 16,-4-4-1-16,3-5 0 16,0 0 0-16,4 0 2 15,1-5 3-15,1-13-1 16,1-3-3-16,-2-3 3 16,-3-4 0-16,-3-3-4 0,-1-4-3 15,-7-2-6-15,-4 4 6 16,-2 6 3-16,0 8 1 15,0 9 2-15,-5 7 0 16,-7 3-3-16,-3 0 0 16,-4 16-7-16,1 8 2 15,3 7 3-15,3 0 2 16,8 0-2-16,4-2 1 16,0-3-1-16,3-6 1 15,17-5-2-15,5-4-3 16,3-5 5-16,9-3 1 15,0-3 11-15,2 0 1 16,2-2-4-16,-3-6-3 16,-5-2-2-16,-6 2-2 0,-11 0-1 15,-5 1-4-15,-11-1-71 16,0 7-68-16,0 0-144 16</inkml:trace>
  <inkml:trace contextRef="#ctx0" brushRef="#br0" timeOffset="152928.41">27656 5148 699 0,'0'0'53'16,"0"0"40"-16,0 0-18 16,0 0-54-16,0 0-15 15,0 0-5-15,0 0 1 16,0 0-1-16,0 0 1 15,-9 26 3-15,9-23-3 16,0-2-1-16,0-1 3 16,0 0 1-16,0 0 6 15,0 0 22-15,0 0 15 16,0 0 3-16,0 0 12 0,-2 0 7 16,-5 0-26-1,-1-3-8-15,-1 3-16 0,0 0-4 16,-4 0-16-16,2 0-7 15,4 0-4-15,0 5-8 16,7 0-7-16,0 0-5 16,0-4-7-16,0 1 10 15,3-2-11-15,5 0 15 16,-1 0 24-16,-4 0 0 16,-3 0 8-16,0 0 3 15,0-3 13-15,-2 0 6 0,-7 3 7 16,-4 0-33-1,4 0-4-15,1 0-8 0,4 3-18 16,4 8-75 0,0 1-28-16,0-10-67 0,3-2-335 15</inkml:trace>
  <inkml:trace contextRef="#ctx0" brushRef="#br0" timeOffset="155411.51">2311 6941 465 0,'0'0'81'16,"0"0"17"-16,0 0-2 15,0 0-42-15,0 0 33 16,0 0-25-16,0 0-23 15,-21-71 7-15,10 67 22 16,-1 3-28-16,-1 1-4 16,-2 0-15-16,-4 0-4 15,-2 8-8-15,-3 12 8 16,-3 5-2-16,5 8-2 0,1 4-8 16,3 5-1-1,6 7-1-15,6 1-2 0,3 0 3 16,3-3-4-1,3-8-1-15,15-5-1 0,3-7-7 16,9-7 9-16,4-6-2 16,0-6 2-16,0-6-1 15,-2-2 1-15,-4 0 0 16,-4-7 9-16,-6-9-6 16,-3-2 1-16,-9-3 6 15,-6 1-2-15,0 0-8 16,-15 2 0-16,-9 3-1 15,-3 3-11-15,2 5 7 16,1 4-3-16,8 3 4 0,7 0 2 16,6 0-3-16,3-1 3 15,0-2-5 1,0 2-15-16,16-5-35 0,8-1 1 16,9-3 56-16,4-1 0 15,0 1-6-15,-1 2-9 16,-6 3 9-16,0 3 2 15,-8 2 4-15,-5 0 0 16,-3 0 1-16,-3 8-1 16,-2 9 3-16,0 7 4 15,-2 4 17-15,-1 4 8 0,0 2 9 16,-1-2-5 0,-1-3-15-16,-1-5-3 0,3-3-9 15,-1-5-6 1,4-8-3-16,1-3-1 0,5-5-10 15,6 0-70-15,0-14-77 16,-11-1-153-16,-2 0-338 16</inkml:trace>
  <inkml:trace contextRef="#ctx0" brushRef="#br0" timeOffset="155618.5">2751 7184 367 0,'0'0'355'15,"0"0"-244"-15,0 0 17 0,0 0-75 16,0 0 1-16,0 0-3 16,0 73-5-1,0-55-23-15,0-2-16 0,0-6-1 16,3-3-6-16,4-6-1 16,1-1-46-16,1-3-92 15,-6-7-95-15,0-4-297 16</inkml:trace>
  <inkml:trace contextRef="#ctx0" brushRef="#br0" timeOffset="156713.51">2761 7033 412 0,'0'0'226'0,"0"0"-99"16,0 0-9-16,0 0-34 0,0 0-50 16,0 0-28-1,-31-56-6-15,31 56-30 0,6 0-90 16,9 0-21-16,7 8 94 15,-1 6-32-15,-6 4 25 16,6 5 47-16,-3 4 7 16,1 3 42-16,0 3 6 15,-2 1 30-15,1 1-6 16,-3-1 3-16,3 0-8 16,-2-3 7-16,-1-1-3 15,-1-2-21-15,-3-4 20 16,-3-6-27-16,-4-2-16 15,1-9 2-15,-5-3-12 0,3-4-10 16,0 0 6 0,-3 0 18-16,4-4 8 0,-1-19-13 15,0-12-5-15,2-10-2 16,-4-5-12-16,1-2-5 16,-1 3-1-16,2 8-1 15,-1 17-1-15,-1 7 1 16,1 11-12-16,5 6 7 15,2 0-33-15,9 6-29 16,4 13 29-16,1 4 18 16,2 1-3-16,0-3 17 15,-2-4 6-15,1-1 2 0,-4-6 0 16,-6-5-2 0,1 0 0-16,-5-5 0 0,-2 0 5 15,2 0-4-15,-1-6 2 16,-3-13-1-16,-3-3 16 15,-3-5-12-15,0 0 0 16,0 2-2-16,-3 7-3 16,-9 5 3-16,2 9 2 15,1 4-4-15,0 0-2 16,-3 6 0-16,3 16-7 16,3 6 4-16,3 5-3 15,3-1-2-15,0-1 5 16,0-2 3-16,6-4-2 0,8-6 2 15,0-3-8-15,3-6 5 16,1-4-1-16,2-5 4 16,0-1 0-16,1 0 3 15,-2-10 4-15,-1-10-1 16,0-5-5-16,-3-3 10 16,4-8-6-16,2 1 0 15,0 1-3-15,3 4 2 16,3 10-1-16,-2 6-1 15,-2 5 3-15,-1 6 1 16,-3 3-2-16,-2 0-4 16,-4 19-1-16,-1 6 1 0,-3 7 11 15,-2 5-3 1,-5 1-1-16,-2-2-6 0,0-9 0 16,0-5 0-1,0-11-1-15,0-7-3 0,0-4 2 16,0 0 1-16,0 0 0 15,0-14-19-15,0-10-3 16,6-4-10-16,0-6 23 16,2-1 2-16,0 1 6 15,0 7 1-15,1 10 3 16,-3 7-3-16,4 10-1 16,-1 0-1-16,0 10-3 15,1 16 5-15,1 5 0 16,1 4 12-16,4 0-7 15,1-5-5-15,8-6 0 16,-4-6-1-16,1-9 1 0,-4-5-1 16,0-4 2-16,-3 0 0 15,0 0-1 1,5-14-3-16,-3-3-68 0,-12 5-110 16,-2 3-118-16</inkml:trace>
  <inkml:trace contextRef="#ctx0" brushRef="#br0" timeOffset="157306.92">5029 6725 907 0,'0'0'96'0,"0"0"19"16,0 0-2-16,0 0-46 0,0 0-37 16,0 0-19-16,0 0-11 15,-9 107 41 1,9-49 1-16,0 3-16 0,3 5-9 16,3-1-6-16,-1-4-6 15,-1-9-4 1,0-12 1-16,-1-12-2 0,2-12 0 15,-2-9-1-15,0-7-11 16,0 0-47-16,3-21-92 16,-6 2-107-16,0-4-348 15</inkml:trace>
  <inkml:trace contextRef="#ctx0" brushRef="#br0" timeOffset="157744.79">5023 6886 754 0,'0'0'93'0,"-9"-80"39"16,9 58-4-16,3 2-47 15,18 2-20-15,3 3-25 16,9 4 7-16,4 4-2 16,0 7-9-16,-1 0-11 15,-5 11-5-15,-5 15-9 16,-10 7-4-16,-7 8 3 16,-9 4-6-16,0 4 6 15,-21 2 2-15,-15-2-7 16,-7-3-1-16,0-10-2 15,4-7-23-15,3-14 3 16,9-9 15-16,5-6 1 0,11 0 5 16,3-7 0-1,5-12-6-15,3-2 3 0,0 2 2 16,0 0 2 0,16 4 3-16,1 5-2 15,2 4 5-15,0 6 3 0,5 0-4 16,0 0-1-16,0 16 1 15,-2 9 1-15,1 9-2 16,-1 4-1-16,-3 3-1 16,-2-1 1-16,2-7 0 15,-1-5-3-15,0-6-45 16,6-11-67-16,1-7-23 16,5-4-5-16,4 0-62 15,-23-1-107-15,-2-9-49 16</inkml:trace>
  <inkml:trace contextRef="#ctx0" brushRef="#br0" timeOffset="158310.79">5593 7213 237 0,'0'0'105'0,"0"0"63"0,43-82-39 15,-40 57-20-15,-1 3-4 16,-2 1 6-16,0 6-25 16,-3 4-8-16,-14 2-18 15,1 6-8-15,-5 2-25 16,-6 1-3-16,0 0-16 15,-3 13 1-15,2 10-5 16,-2 9-2-16,9 2-2 16,4 4-6-16,3 1 2 0,8 0 3 15,6-2-2-15,0 0 2 16,0-4 0 0,0-5 1-16,6-5-3 0,12-6 3 15,0-6-7-15,3-7 3 16,-1-4-7-16,3 0 5 15,1-8 6-15,1-11 2 16,0-3 1-16,-3-7 1 16,-3-3-2-16,-7-5 4 15,1-1-5-15,-4-3 3 16,-6 2 4-16,0 8 1 16,-3 7 6-16,0 11 16 15,0 9 7-15,0 2 5 0,0 2-21 16,0 0-14-16,-4 19-8 15,-4 9 2-15,2 7-1 16,3 2-1-16,3 0 3 16,0-2-3-16,0-4 1 15,3-3-1-15,18 4-1 16,8 0 1-16,2-3 0 16,3-5 19-16,-5-10-9 15,-9-9-10-15,-5-5 1 16,0 0 1-16,-4 0-2 15,0 0 0-15,-6-9 0 16,1-1-13-16,-6-3-24 16,3-1-48-16,-3-2-110 0,0 10-107 15,0-1-492-15</inkml:trace>
  <inkml:trace contextRef="#ctx0" brushRef="#br0" timeOffset="158573.06">6057 7006 587 0,'0'0'461'0,"0"0"-395"16,0 0 43-16,0 0-40 0,0 0-28 15,0 0 2-15,97-25-2 16,-64 22-10-16,4 2-17 15,-1-2-3-15,-3-2-7 16,-5 3-3-16,-9 0-1 16,-8 2-1-16,-11 0-35 15,0 7-118-15,-8 2-159 16,-11 0-51-16</inkml:trace>
  <inkml:trace contextRef="#ctx0" brushRef="#br0" timeOffset="158747.1">6100 7161 831 0,'0'0'81'16,"0"0"14"-16,0 0-7 0,0 0-18 15,0 0 1-15,94 0-34 16,-53-12-15-16,5-1-16 16,3 0-6-16,0 4-2 15,0-1-21-15,-37 8-170 16,-4-1-260-16</inkml:trace>
  <inkml:trace contextRef="#ctx0" brushRef="#br0" timeOffset="162243.1">7673 6634 541 0,'0'0'107'16,"0"0"-26"-16,0 0 22 0,0 0-52 16,0 0-9-16,-87-10-6 15,71 21-5-15,-2 4-5 16,1 6 2-16,1 5 0 16,2 5-7-16,3 5-14 15,5 4 3-15,3-2-3 16,3 2 5-16,0-5-5 15,3-3-3-15,14-2-2 16,3-6 4-16,4-7-6 16,1-4 2-16,-1-8-2 15,-1-5-1-15,0 0 1 16,1-10 5-16,-3-11 6 0,-3-4-1 16,-3-5 7-1,-9-4-7-15,-6-2 8 16,0-6 6-16,-2 1 2 0,-17 1 7 15,-2 5-1-15,-4 6-1 16,1 8-1-16,0 6-22 16,3 5 2-16,3 7-7 15,2 3 0-15,5 0-6 16,4 0-11-16,5 15-19 16,2 7-79-16,0-2-17 15,8-13-84-15,4-2-252 0</inkml:trace>
  <inkml:trace contextRef="#ctx0" brushRef="#br0" timeOffset="162514.73">7963 6925 658 0,'0'0'136'0,"0"0"-114"15,0 0 57-15,0 0-34 16,0 0 10-16,0 0 38 16,5 14-1-16,-11-21-48 0,-6-3-5 15,2 1-3 1,-2-1-3-16,4 2-9 0,2 2-13 16,0 0-8-1,3 3-3-15,3-1-8 0,0 1-48 16,0-1-102-16,5 3-101 15,4-1-241-15</inkml:trace>
  <inkml:trace contextRef="#ctx0" brushRef="#br0" timeOffset="162959.32">8244 6777 705 0,'0'0'213'0,"0"0"-145"0,0 0 38 16,0 0-53-16,0 0-32 15,0 0 0-15,-33 37-18 16,21-11-3-16,6 3 0 16,3-1-2-16,3 2-1 15,0-3 1-15,5-2 1 16,11-2-2-16,4-5 1 15,2-4 0-15,3-7-12 16,-1-7-16-16,0 0-7 16,0-7 37-16,-3-14 9 15,-6-2-3-15,0 0-3 0,-9-3 9 16,-6-1-2-16,0-2 12 16,0-1 29-1,-14-3 0-15,-2 7 9 0,-5 3-9 16,0 6-25-16,-3 7-10 15,0 7-5-15,-1 3-11 16,4 0 0-16,0 4-1 16,5 13-21-16,10 1-47 15,6-1-30-15,0-3-28 16,3-12-111-16,10-2-147 16</inkml:trace>
  <inkml:trace contextRef="#ctx0" brushRef="#br0" timeOffset="163395.9">8578 6734 780 0,'0'0'251'0,"0"0"-200"16,0 0 34-16,0 0-44 15,0 0-23-15,79-29 4 16,-64 29-13-16,0 0 2 16,-4 16-11-16,-3 5-1 0,-5 6 1 15,-3 4 6-15,0 3-4 16,-13 0 6 0,-8-3-4-16,0-5 11 0,1-4-11 15,3-7 0-15,7-3 2 16,4-5-1-16,6-3-1 15,0-1 3-15,0-2-7 16,1 0 0-16,20-1 1 16,10 0 17-16,7 0 11 15,2-4-3-15,-1-4-10 16,-5 1-3-16,2 3-6 16,-3-1 4-16,-2 2-8 15,-6 1-3-15,-2 2-2 0,-8 0-1 16,-2-2-15-1,-4 1-85-15,-9-1-156 0,0-1-319 16</inkml:trace>
  <inkml:trace contextRef="#ctx0" brushRef="#br0" timeOffset="164665.4">9202 6924 564 0,'0'0'229'16,"0"0"-177"-16,0 0 48 16,0 0-56-16,0 0-8 15,0 0-9-15,0 0 1 16,-6 4 2-16,6 5 1 0,0 2-3 15,0 0-4 1,7 1-4-16,4-1-5 0,-2-1-4 16,7 0 1-16,2-2-3 15,0-4 4-15,0-1 2 16,0-3-3-16,-2 0-4 16,-1 0 5-16,0 0-6 15,-1-11 2-15,-1-2-4 16,-1-3 4-16,-3-3-3 15,1-4-4-15,-4-3 0 16,-4-5 0-16,-1-4 0 16,-1-2 0-16,0-6 1 15,0 2-2-15,-3 2 0 16,-4 8 0-16,-5 7-1 0,6 7 8 16,0 7 7-16,3 4 9 15,1 5-12 1,2-1-3-16,0 2-1 0,0 0-8 15,0 0 0-15,0 0-3 16,2 0 0-16,16 0-12 16,9 0 13-16,1 3 2 15,2 7-1-15,-2 4 1 16,-4 3-2-16,0 4-4 16,-8 3 1-16,-4 5-2 0,-7 3 7 15,-5 3 6-15,0 3-4 16,0-3-2-16,-5-5 0 15,1-4-1-15,4-7 1 16,0-3 0 0,0-5-3-16,24-5 1 0,7-5 0 15,12-1 2-15,5 0 1 16,4-11 1-16,-7-3 2 16,-5 2-2-16,-13 3 1 15,-9 3-1-15,-10 3-1 16,-5 2 2-16,-3 1-3 15,0 0 0-15,0 0-13 16,-9 0-79-16,1 0-133 16,2 0-208-16</inkml:trace>
  <inkml:trace contextRef="#ctx0" brushRef="#br0" timeOffset="165766.29">10955 7028 605 0,'0'0'306'0,"0"0"-253"16,0 0 6-16,0 0 8 15,0 0-41-15,0 0 6 16,6 74 19-16,-14-40-34 16,-8 1-10-16,-2-1-1 15,0-3-6-15,-1-3 0 16,10-6-11-16,1-7-104 15,8-15-144-15,0 0-234 16</inkml:trace>
  <inkml:trace contextRef="#ctx0" brushRef="#br0" timeOffset="166409.07">11913 6652 670 0,'0'0'175'16,"0"0"-88"-1,0 0 20-15,0 0 2 0,0 0-31 16,0 0-45-16,0 0-25 15,-45 25 11-15,45 13 7 16,0 7 4-16,0 5-1 16,0 3 0-16,0-2-7 15,7-1-8-15,-1-7-8 16,-3-5 1-16,2-5-7 16,-4-9 2-16,-1-7-2 15,2-6 0-15,-1-7-1 16,1-4-26-16,-1 0-71 0,1-10-52 15,-2-12-35 1,0 6-179-16,0 1-208 0</inkml:trace>
  <inkml:trace contextRef="#ctx0" brushRef="#br0" timeOffset="166908.44">11847 6870 347 0,'0'0'149'0,"-34"-94"-26"16,25 67 23-16,7 6-31 15,2 4-34-15,0 0 3 16,2 0-14-16,17 1-11 15,8 1-4-15,6 4-11 16,1 4-15-16,1 7 3 16,-4 0-9-16,-4 4-21 15,-4 17-2-15,-7 9 0 0,-10 4 0 16,-6 6 2 0,0 5-2-16,-20-2-2 0,-10-3-15 15,-4-7-17-15,2-7-30 16,4-8-1-16,10-8 36 15,6-5 29-15,9-5 3 16,3 0 1-16,0 0 3 16,2-12-7-16,16-4-2 15,9-1 2-15,4 2 5 16,2 1 10-16,7 3 7 16,-4 5 2-16,0 6 1 15,-5 0-3-15,-1 7-5 0,-6 13-5 16,-11 8 7-1,-8 5-6-15,-5 3 9 0,-2 4-7 16,-23-2-10-16,-8-3 15 16,-4-7-14-16,-2-7 0 15,1-8 0-15,4-9-1 16,2-4-5-16,7 0 0 16,3-15 2-16,6-10-2 15,10-8-19-15,6-2-32 16,0-2-11-16,10 2-38 15,16 5-61-15,-13 22-100 16,2 2-279-16</inkml:trace>
  <inkml:trace contextRef="#ctx0" brushRef="#br0" timeOffset="167694.04">12314 6859 628 0,'0'0'104'0,"0"0"3"15,0 0-6-15,0 0-27 16,0 0-18-16,0 0-27 16,36-60-5-16,-9 57-6 15,1 3-1-15,0 0-2 16,2 7-10-16,-6 17 0 16,-1 5 0-16,-7 7 0 15,-9 3 7-15,-5 2-4 16,-2 1 0-16,0-5-3 15,-8-6-2-15,-8-9 2 0,1-7-4 16,3-8 3-16,3-7 0 16,2 0 2-16,1-9 8 15,0-16-4-15,3-9-6 16,3-4 20-16,0-3-13 16,0 0 3-16,0 2 4 15,12 3-2-15,1 5-5 16,2 9 0-16,-3 6-11 15,3 8-3-15,-3 4-3 16,0 4-2-16,4 0-49 16,1 0-62-16,2 14-39 0,-14-7-65 15,1-1-134 1</inkml:trace>
  <inkml:trace contextRef="#ctx0" brushRef="#br0" timeOffset="168490.97">12712 6840 459 0,'0'0'100'16,"0"0"38"-16,0 0-13 16,0 0-15-16,0 0-8 15,0 0-16-15,5-41-17 16,-5 41-8-16,0 0-10 16,0 0-21-16,0 15-30 15,0 7 9-15,0 7 3 0,0 3-1 16,0 0-7-16,0 0-1 15,0-3-1-15,0-4-2 16,7-2 1-16,7-6-2 16,1-4-2-16,-1-6 2 15,2-4-3-15,3-3 1 16,-3 0 3-16,4-8 2 16,-2-11-1-16,-2-2 0 15,-2-2 2-15,0-3-2 16,-6-4 4-16,-2-1-1 15,0-1 0-15,-6 3 0 16,0 6 0-16,0 7 0 16,0 6 0-16,0 4 2 15,0 4 4-15,0 2 6 16,0 0-14-16,0 0-2 0,-3 19-7 16,0 6 5-16,3 7 2 15,0 0 0 1,0-3 2-16,0 0-1 0,6-2-2 15,4-5 2-15,2-4-2 16,4-3 2-16,-2-7-2 16,4-5-4-16,0-3 1 15,0 0 4-15,1 0 0 16,1-16 0-16,-1-6 1 16,-1-5-1-16,0-2-7 15,-9-4-10-15,-2-2 15 0,-7 1 0 16,0 5 4-1,0 8 0-15,0 9 2 0,0 8 4 16,-3 2-2-16,0 2 2 16,2 0-8-16,1 0-3 15,0 14-15-15,0 6 17 16,14 2 1-16,5 4 2 16,6 2-2-16,2 2 2 15,3-2 3-15,-5-3 21 16,-10-4-20-16,-5-4-2 15,-10-4-2-15,0 0-2 16,-1-2 1-16,-17-2-1 16,-3-5 8-16,3-4-2 15,-1 0-6-15,4 0-4 0,3-8-22 16,6-9-26-16,6-2-53 16,0-1-49-1,9-2-76-15,3 14-95 0</inkml:trace>
  <inkml:trace contextRef="#ctx0" brushRef="#br0" timeOffset="168977.35">13302 6734 553 0,'0'0'85'0,"0"0"66"16,0 0-37-16,0 0-25 0,4-74-6 15,-4 74-22 1,0 0-5-16,0 0-9 0,3 6-37 15,3 16-5-15,3 11 9 16,-3 8 36-16,5 4-8 16,-2 3-6-16,-1 0-14 15,0-4-5-15,-2-3-11 16,-3-4-2-16,-3-2-4 16,3-9 3-16,-3-9-4 15,0-8 2-15,0-8-2 16,0-1 2-16,0 0-2 15,7-13-2-15,-1-12-19 16,3-6 9-16,4-6-2 16,1-1 10-16,0-3-17 15,2 3 3-15,-1 4 14 0,0 9 4 16,-2 8 1 0,2 10 0-16,-3 7 1 0,1 0-1 15,-4 8 2-15,0 17 0 16,-4 7 12-16,-1 5 1 15,-4-1-6-15,0 1 4 16,0-5-5-16,0-5-2 16,0-4-1-16,0-6-5 15,8-6-3-15,7-6-3 16,12-5-20-16,10 0-35 0,7-16-8 16,-24 0-195-1,-1-2-438-15</inkml:trace>
  <inkml:trace contextRef="#ctx0" brushRef="#br0" timeOffset="170460.71">14553 6698 359 0,'0'0'164'0,"0"0"-88"15,0 0 21 1,0 0-4-16,0 0 22 16,0 0-28-16,0 0-5 0,-2-49 4 15,-6 49-23 1,1 0-22-16,-4 0-19 0,-2 4-13 16,-2 14 3-16,-3 6-9 15,4 8-1 1,1 5 0-16,3 5-1 0,5 1 3 15,3 1-3-15,2-3 1 16,0-3-2-16,7-4-1 16,8-5 0-16,1-6 1 15,-1-4-5-15,4-10 4 16,0-6-3-16,3-3 3 16,3-1 1-16,0-19 2 15,2-5 4-15,-2-4 4 0,-2-1-10 16,-4-2-7-1,-7 4 7-15,-3 7 2 0,-6 6 2 16,-3 7 2 0,0 6 3-16,0 2 7 0,0 0 7 15,0 1-19-15,0 17-4 16,-5 5 0-16,5 4 3 16,0 0-3-16,0-2 2 15,5-1-2-15,12 0 0 16,2-6 1-16,2-4-1 15,0-5-1-15,3-5-1 16,-1-4 2-16,0 0 8 16,-4-7-6-16,-1-13 0 15,-4-2 1-15,-6-3 1 0,-5-1 2 16,-3-2-1-16,0 1-4 16,-19-1-2-16,-6 4-2 15,-2 7-2-15,-1 5-2 16,0 9-1-16,2 3 3 15,0 0 3-15,6 0-2 16,4 6-1-16,8-2 5 16,5-1 0-16,3-1-4 15,0-2-1-15,0 0-13 16,10 0 4-16,7 0 14 16,5 0 12-16,5-3-9 0,1-7-3 15,5-2 10 1,0 4-10-16,-2 2 0 0,3 4-1 15,-2 2 1-15,-4 0 0 16,-1 13-1 0,-6 12 0-16,-3 2-2 0,-9 3 3 15,-6 2 4-15,-3 2-2 16,0-5 3-16,0-2-2 16,-5-4-3-16,-1-9-2 15,2-7-11-15,-1-7 1 16,2 0 9-16,2-2 2 15,-1-17-17-15,2-7-26 16,0-6 31-16,0-2 10 16,3-2-3-16,8 4 6 15,5 3 2-15,-2 4 1 0,-1 8-2 16,3 8 6 0,-2 4 5-16,2 5 7 15,-1 0 3-15,3 7-8 0,-2 14 2 16,-5 8-5-16,-5 2 7 15,-5 3-9-15,-1 3-1 16,0-4-6-16,0 0 7 16,-7-6-9-16,1-5-4 15,1-8-28-15,3-8-61 16,2-6-40-16,0 0-132 0,0-10-278 16</inkml:trace>
  <inkml:trace contextRef="#ctx0" brushRef="#br0" timeOffset="171256.2">15489 6711 283 0,'0'0'91'0,"0"0"31"15,0 0-18-15,0 0-4 16,0 0-32-16,0 0 8 15,-2-73 2-15,2 70-11 16,0 2 8-16,-1 1-2 16,1 0-18-16,0 0-14 15,0 4-25-15,0 12-9 16,0 10 12-16,0 7 24 0,0 4-7 16,0 5-11-16,0 1-4 15,0 2-4-15,-3-1-3 16,-2-1-1-16,4-4-5 15,1-4 1-15,0-4-2 16,0-8-1-16,0-6-2 16,7-6-4-16,7-7 0 15,4-4-4-15,7 0 3 16,6-10 1-16,2-12 0 16,1-2-12-16,-7-3-46 15,-9 1-53-15,-7 3-57 16,-11 13-76-16,0 3-315 0</inkml:trace>
  <inkml:trace contextRef="#ctx0" brushRef="#br0" timeOffset="171940.2">15501 6876 681 0,'0'0'140'0,"0"0"-47"15,0 0 27-15,0 0-76 16,0 0-43-16,0 0 3 15,82-42-4-15,-33 33-1 16,3 4-49-16,-1-1-77 16,-3 5-25-16,-2 1-18 15,-4 0 1-15,-4 0 127 0,-6-2 42 16,-8 0 9-16,-5-3 33 16,-7 3 63-16,-3-3-15 15,-5 0 14-15,0-3 20 16,-1 0-22-16,-3 1-16 15,0-3-25-15,0 4-11 16,0 0-2-16,-5 1 15 16,-10 3-26-16,0 2 4 15,-4 0-22-15,-1 0-8 16,-2 3-11-16,1 11 0 16,2 6-1-16,-1 5 0 15,3 2-1-15,2 2 0 16,4 2 1-16,4-2-1 0,4 2 1 15,3-1-4-15,0-3 3 16,0-3-1-16,11-4-1 16,3-6 0-16,1-6-1 15,0-5-1-15,1-3-3 16,2 0 1-16,1-5 6 16,1-12-5-16,1-6 7 15,-3-1-4-15,-3-3 1 16,-4-1 3-16,-2-1-4 15,-4 2 4-15,-2 4 2 16,-3 4 6-16,0 8-8 16,0 7 11-16,0 4 11 15,0 0 5-15,0 0 2 16,-3 8-19-16,-6 11-10 16,0 4 0-16,5 0-2 15,2 3 0-15,2-1 2 0,0-3-4 16,0-3 4-16,5-4-4 15,11-2-2-15,2-4-19 16,6-5-50-16,1-4-16 16,1 0-60-16,-1-1-36 15,-18-7-87-15,-2 0-233 16</inkml:trace>
  <inkml:trace contextRef="#ctx0" brushRef="#br0" timeOffset="172222.73">16250 6797 488 0,'0'0'166'16,"0"0"-4"-16,0 0-21 15,0 0-44-15,0 0-47 16,0 0-37-16,0 0 7 16,-18 53-4-16,13-28 5 15,4 2 1-15,1-1 3 16,0 0-2-16,0 1 0 15,0-4-3-15,10-3-3 16,4-4-9-16,-1-3-1 16,5-5-6-16,-1-5-1 15,3-3-3-15,3 0-26 0,-1-9-63 16,1-5-57 0,-19 6-63-16,1-2-222 0</inkml:trace>
  <inkml:trace contextRef="#ctx0" brushRef="#br0" timeOffset="172522.73">16463 6722 610 0,'0'0'195'16,"0"0"-55"-16,0 0-25 16,0 0-36-16,0 0-16 15,0 0 1-15,0 0-29 16,0-9-26-16,0 38 32 15,0 6 11-15,0 3-18 0,0 0-15 16,0 1 2-16,0-6-7 16,3-3-3-16,3-3-5 15,3-7-4-15,0-5-1 16,3-5-1-16,1-6-2 16,5-4-2-16,0 0 2 15,3 0 0-15,-5-13-28 16,-4-5-57-16,-6-3-14 15,-6 11-125-15,0 0-131 16</inkml:trace>
  <inkml:trace contextRef="#ctx0" brushRef="#br0" timeOffset="172688.44">16503 6846 210 0,'0'0'539'0,"0"0"-406"15,0 0 30-15,0 0-55 16,0 0-56-16,0 0-25 15,29-36-13-15,7 26-13 16,16-3-1-16,18-2-3 16,12-3-24-16,-48 11-100 15,-4 0-475-15</inkml:trace>
  <inkml:trace contextRef="#ctx0" brushRef="#br0" timeOffset="173355.88">17499 6602 783 0,'0'0'167'16,"0"0"-83"-16,0 0 59 0,0 0-70 16,0 0-21-16,0 0-13 15,1-17-20-15,2 37-17 16,3 10 1-16,-2 11 32 16,2 5 4-16,-1 6-12 15,-2 3-3-15,1-2-4 16,-2-4-6-16,1-5 0 15,-1-5-10-15,2-12 0 16,0-4-4-16,-1-9-1 16,0-8-1-16,-1-2 1 15,-1-4-6-15,1 0-19 16,1-10-19-16,0-13-47 0,-3-7-135 16,0 15-141-16,0 0-396 15</inkml:trace>
  <inkml:trace contextRef="#ctx0" brushRef="#br0" timeOffset="173689.36">17369 6674 550 0,'0'0'161'0,"0"0"-64"16,0 0 37-16,0 0-71 16,0 0-9-16,0 0-28 15,76-72 1-15,-27 69 14 16,2 3-10-16,0 0-8 15,-4 20 10-15,-5 11-2 0,-7 7-5 16,-6 10-1 0,-6 8 7-16,-4 1-15 0,-7 5 1 15,-8 2 3-15,-4-4 10 16,0-2-29-16,-25-7 5 16,-9-9-4-16,-5-10 3 15,-3-11 2-15,-4-10 0 16,7-9-4-16,3-2-1 15,6-12-3-15,10-15-10 16,10-7-32-16,10-6-58 16,0-6-51-16,11 28-97 0,4 1-302 15</inkml:trace>
  <inkml:trace contextRef="#ctx0" brushRef="#br0" timeOffset="174571.46">17931 6921 495 0,'0'0'153'0,"0"0"-79"16,0 0 26-16,0 0-37 15,0 0-13-15,88-38-3 16,-62 38-20-16,-1 0 11 16,-1 0-19-16,-3 14-2 15,-4 4-5-15,-6 8-2 16,-6 1 1-16,-5 1-1 15,0 0 2-15,0-4-10 16,-12-7 9-16,-2-5-8 16,4-8 12-16,4-4 6 15,3 0 4-15,0-4 3 16,1-16 13-16,-1-6-8 16,3-5-8-16,0-2-22 0,0-2 9 15,2 0-7-15,8 4 6 16,2 5-10-16,1 6-1 15,3 9-4-15,-2 4-7 16,3 5 0-16,2 2-89 16,5 0-45-16,-1 0-37 15,-15 3-101-15,0 1-166 0</inkml:trace>
  <inkml:trace contextRef="#ctx0" brushRef="#br0" timeOffset="174943.23">18362 6818 438 0,'0'0'161'15,"0"0"-54"-15,0 0 28 0,0 0-33 16,0 0-13-16,0 0-11 16,12 9-22-16,-12 2-16 15,-5 6-22-15,-5 7 5 16,3 1-11-16,1 3-2 16,3-1-5-16,3 2-3 15,0-2-1-15,0-1-1 16,10-4 0-16,7-4-2 15,4-9 1-15,6-4 1 16,-1-5 0-16,3 0 3 16,-4-11 0-16,-4-8 3 15,-5 2 1-15,-3-4 2 0,-7-2 0 16,-4 0 7-16,-2-1 17 16,0-2 4-16,-8 4-6 15,-9 3-15-15,-4 7-5 16,0 7-9-16,-1 4 1 15,-1 1-2-15,4 0-2 16,6 10-1-16,5 1-15 16,8-1-52-16,0-4-69 15,1-6-112-15,13 0-95 16</inkml:trace>
  <inkml:trace contextRef="#ctx0" brushRef="#br0" timeOffset="175225.84">18604 6835 382 0,'0'0'415'0,"0"0"-307"16,0 0-39-16,0 0-12 15,5 78 21-15,-5-32-3 16,0 13 1-16,0 11 1 16,0 3-27-16,0 4-13 15,0 4-17-15,0 7-13 16,0 1 1-16,0-3-3 15,0-16 27-15,0-20-20 16,0-18-9-16,-3-14-1 16,1-9-2-16,2-8 0 15,0-1-3-15,0-10-31 16,0-20-55-16,5-11-81 16,1-9-73-16,-6 25-67 0,0-2-283 15</inkml:trace>
  <inkml:trace contextRef="#ctx0" brushRef="#br0" timeOffset="175472.1">18604 7068 560 0,'0'-75'126'0,"5"53"-50"15,15 5 9-15,4 5-34 16,4 5-4-16,2 7 7 16,-2 0 11-16,-2 0-31 15,-6 13 12-15,-8 7-23 16,-8 5-8-16,-4 2 17 15,0 1 3-15,-19 1-7 16,-11-4-5-16,-3-3-11 0,-3-3-4 16,3-8-8-16,6-4 1 15,10-7-1-15,9 0-46 16,8-8-72-16,0-4-47 16,3 0-209-16</inkml:trace>
  <inkml:trace contextRef="#ctx0" brushRef="#br0" timeOffset="175767.13">19047 6852 829 0,'0'0'180'16,"0"0"-105"-16,0 0 26 16,0 0-36-16,0 0-14 15,0 0-8-15,75-30-14 16,-50 25-11-16,2-1-10 16,-4 4-4-16,-3 2-4 15,-2 0 0-15,-9 0-17 16,-9 6-76-16,0 14-93 15,-5-10-144-15,-12 1-344 0</inkml:trace>
  <inkml:trace contextRef="#ctx0" brushRef="#br0" timeOffset="175916.39">19047 7010 802 0,'0'0'112'16,"0"0"-8"-16,0 0-8 15,0 0-52-15,0 0 25 16,0 0-23-16,100 20-31 15,-63-22-15-15,4-2 0 16,5 1-52-16,-29 3-146 16,0-1-96-16</inkml:trace>
  <inkml:trace contextRef="#ctx0" brushRef="#br0" timeOffset="177904.4">20199 6622 0 0,'0'0'758'15,"0"0"-695"-15,0 0 57 16,0 0-46-16,0 0-34 15,0 0-5-15,15-70 8 16,7 65-10-16,5 3-4 16,-2 2 4-16,1 0-11 15,-7 4-7-15,-2 12-7 16,-5 8 7-16,-5 6 0 0,-7 3-1 16,0 3-1-16,0 1-7 15,-18 0 9-15,-9-2-12 16,-7-1 2-16,-5-7-4 15,-2-6 2-15,3-7-3 16,4-8 0-16,7-6-4 16,8 0 0-16,8-6-2 15,5-14-1-15,5-5-20 16,1-6 8-16,0 0 8 16,7 1 9-16,9 6 1 15,-1 5 1-15,2 7-4 16,-2 6 4-16,2 5 0 15,0 1 2-15,2 0-2 16,0 17 2-16,0 7-2 16,0 3 18-16,2 3 11 0,-2 0-5 15,1-3-16-15,-4-1-4 16,4-5-2-16,-2-6-2 16,1-2 2-16,2-8-2 15,1-5-29-15,5 0-47 16,0 0-37-16,0-14-60 15,-21 3-107-15,-2 2-205 16</inkml:trace>
  <inkml:trace contextRef="#ctx0" brushRef="#br0" timeOffset="178254.45">20633 6529 673 0,'0'0'108'0,"0"0"-16"16,0 0 4-16,0 0-32 16,0 0-5-16,0 0-18 15,-12-23-38-15,12 43 4 16,0 6 10-16,0 6 16 16,0 5-1-16,8 1 6 15,4 3-3-15,1-2-2 16,-1-1-6-16,0-2-5 15,1-6-5-15,-2-4-11 16,0-6-3-16,-1-5-1 0,-1-4-2 16,0-5 0-16,-1-2-1 15,0-2-8-15,0-2-50 16,2 0-30-16,0-6-15 16,1-12-19-16,4-3-33 15,-3-3-40-15,-9 11-81 16,-2 2-85-16</inkml:trace>
  <inkml:trace contextRef="#ctx0" brushRef="#br0" timeOffset="178566.35">20875 6670 211 0,'0'0'203'0,"0"0"-72"0,12-92 12 15,-12 74-32 1,0 4-16-16,1 3-14 0,-1 4 0 16,0 2-10-16,0 4-11 15,0 1 3-15,0 0-8 16,0 0-28-16,0 10-27 15,-3 10 8-15,-4 5-4 16,1 5 1-16,0 3 0 16,-3 4 4-16,4 1 2 15,-1 0 5-15,3-1-3 16,0 0 4-16,2-6-7 16,-1-4-1-16,2-6-1 15,0-6-1-15,0-2-7 16,0-3 2-16,0-5-1 0,0-2-1 15,0-1-1 1,0-1-6-16,0-1-36 16,0 0-34-16,-1 0-76 0,-3 0-9 15,1 0-92-15,3 0-135 16</inkml:trace>
  <inkml:trace contextRef="#ctx0" brushRef="#br0" timeOffset="178982.93">21215 6822 689 0,'0'0'136'0,"0"0"-133"15,0 0 7-15,0 0-7 16,0 0 5-16,0 0 31 0,0 0 2 15,11-15 6-15,-11 10 15 16,0-1 5-16,-11 3-12 16,-2 0 8-16,-2 3-4 15,0 0-20-15,0 0-26 16,4 0-13-16,1 3-5 16,10 4-51-16,0-5-177 15,0-2-472-15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2-07T15:44:28.3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843 1189 550 0,'0'0'81'0,"0"0"-22"16,0 0 79-16,0 0-60 15,0 0-29-15,0 0 20 16,-20-26-5-16,20 20-25 16,0 0 21-16,0-1-20 15,3-2-16-15,14 0-18 16,2-1 2-16,9 4-7 16,-1 2 2-16,1 4 2 15,-1 0-2-15,-4 7 3 16,-2 13-1-16,-6 7 5 15,-5 7 2-15,-7 3 0 16,-3 5-4-16,0 1-7 16,-18 3 2-16,-10-2-1 0,-8 1-2 15,-1-5 3 1,-5-7 8-16,0-9-11 0,6-10 5 16,2-10 8-16,9-4-13 15,1 0 6-15,9-18 1 16,0-9-7-16,6-7-14 15,6 0 9-15,3 2 5 16,0 2-4-16,0 10 4 16,6 4 0-16,6 6-1 15,-2 4-4-15,1 6 4 16,2 0-7-16,7 4-5 16,2 22 11-16,8 9 2 0,0 7 14 15,-2 4-2-15,5-1-3 16,-2-5-4-1,-1-6-4-15,1-7 1 0,-2-6 1 16,-4-7-3-16,-1-5 0 16,-3-6 1-16,-2-3 0 15,2 0-2-15,-6-18-35 16,-12 4-123-16,-3-4-130 16</inkml:trace>
  <inkml:trace contextRef="#ctx0" brushRef="#br0" timeOffset="315.61">1177 1044 1033 0,'0'0'65'16,"0"0"14"-16,0 0 9 15,0 0-71-15,0 0-14 16,0 0-1-16,91 45 31 15,-60 6-1-15,-1 14-12 16,-3 14-3-16,-8 13-5 16,-8 5 1-16,-10 0 0 15,-1-5-4-15,-12-12-7 16,-21-8 3-16,-7-12-5 16,-5-13 3-16,-4-8-7 0,3-15 8 15,3-10-9-15,4-9 2 16,6-5-45-16,5 0-98 15,25-15-140-15,1-2-531 16</inkml:trace>
  <inkml:trace contextRef="#ctx0" brushRef="#br0" timeOffset="4260.26">2505 1226 862 0,'0'0'49'0,"0"0"72"16,0 0-12-16,0 0-41 15,0 0-22-15,0 0-7 16,0 0-17-16,-2 0-3 0,-10 31-19 16,-4 17 3-16,-4 18 1 15,-2 8 7-15,6 3-7 16,-1-2-1-16,5-10-1 16,0-11-2-16,6-12 0 15,2-9 2-15,1-15-2 16,3-7 0-16,0-8 0 15,0-3 2-15,0 0-1 16,0 0 8-16,0-24 1 16,0-13 6-16,0-15 0 15,0-10-14-15,0-2-3 16,0-5 3-16,1 5 0 0,13 4-1 16,5 6-1-1,5 12 0-15,-3 8 0 0,6 4-1 16,-3 9 1-16,-2 6 1 15,-7 5-1-15,4 7 1 16,-4 3-1-16,0 7-5 16,5 21 1-16,-1 12 1 15,2 12 3-15,-5 15 9 16,-1 6 0-16,-1 2-4 16,-4 0 2-16,-1-8-5 15,-3-6 2-15,0-7-4 16,2-12 2-16,-1-7-2 15,-4-11 0-15,0-8 1 0,-2-8-1 16,-1-4 1 0,0-4-1-16,0 0-3 0,0 0-20 15,0-4-26-15,-6-18-37 16,-10-10-92 0,-2-3-92-16,9 19-23 0</inkml:trace>
  <inkml:trace contextRef="#ctx0" brushRef="#br0" timeOffset="4459.01">2442 1639 398 0,'0'0'65'16,"0"0"16"-16,-88-13 90 15,82 13-73-15,6 0-17 0,0 0 5 16,0 0-29 0,0 0-4-16,24 0-16 0,10 0-22 15,7-2 22-15,6-2-10 16,7-3-19-16,1-2-1 15,2-1-5-15,-2-3-2 16,-37 6-50-16,-6 0-250 16</inkml:trace>
  <inkml:trace contextRef="#ctx0" brushRef="#br0" timeOffset="5546.42">4018 1273 478 0,'0'0'211'0,"0"0"-133"16,0 0 69-16,0 0-42 16,0 0-41-16,0 0 9 15,-14-43-17-15,14 43-10 16,0 0-15-16,-3 0-10 15,3 0-9-15,-3 10-12 16,3 20 0-16,0 19 0 16,-2 15 3-16,1 9 6 15,-4 6-3-15,-2-4 0 16,1-6-4-16,-6-9 0 16,-1-11 0-16,4-13-1 0,0-13 0 15,3-9-1-15,0-10 2 16,3-4 2-16,3 0-2 15,-3 0 10-15,-3-18 1 16,0-5-4-16,1-5-4 16,5 3-4-16,0 2-1 15,0 5 0-15,5 4 2 16,10 3-2-16,4 3-6 16,5 3 3-16,6 3-2 15,1 2-4-15,2 0 8 16,3 0 0-16,-5 0 1 15,-4 0 0-15,-2 0 0 16,-8 0 1-16,1 0-1 0,-8-8 2 16,-2-8 0-16,-5-5-1 15,-3-4 1-15,0-4 0 16,0 2-1-16,0 5 0 16,-3 8 1-16,-3 7 0 15,0 6 1-15,4 1 1 16,-1 0-1-16,-1 1-3 15,-2 23-19-15,0 10 9 16,3 5 10-16,3 5 0 16,0-1 2-16,0 0 2 15,0 1 1-15,0-5-4 16,0-3 3-16,0-5-2 0,0-5 0 16,0-6-2-1,0-6-1-15,0-6-10 0,0-7-82 16,0-1-65-16,0 0-140 15</inkml:trace>
  <inkml:trace contextRef="#ctx0" brushRef="#br0" timeOffset="6292.47">4932 1569 697 0,'0'0'80'0,"0"0"56"15,0 0-35 1,0 0-21-16,0 0-8 16,0 0-13-16,0 0-26 0,0-23-4 15,0 44-4-15,0 18-9 16,3 15-7-16,7 14 17 16,1 12-11-16,-2 6-7 15,1 1 3-15,-1-2 0 16,-3-5 3-16,-3-8-2 15,-1-10-3-15,-2-12 5 16,0-11-7-16,0-9-7 16,0-10 5-16,0-8-5 15,0-5 0-15,0-6 0 16,0-1-1-16,0 0 1 16,0-20-22-16,0-13-32 15,0-14-70-15,0-5-49 0,0 25-49 16,-5 2-188-16</inkml:trace>
  <inkml:trace contextRef="#ctx0" brushRef="#br0" timeOffset="6609.23">4904 1695 495 0,'0'0'114'0,"-6"-87"-6"16,6 72 9-16,7 1-37 15,14 2-31-15,10 4-7 16,7 4 6-16,3 4 6 15,3 0-6-15,-4 16-2 16,-4 14-13-16,-6 4 2 0,-11 4-7 16,-7 2-8-16,-6-2-6 15,-6 0-1-15,-6-1-6 16,-20-2 2-16,-12-4-4 16,-4-6 9-16,-7-6-1 15,7-8-9-15,3-7 5 16,8-4-7-16,7 0-2 15,8 0-1-15,8-8 0 16,8-8-47-16,0-3-30 16,12-2-79-16,18-4-23 15,-14 15-33-15,2 2-238 0</inkml:trace>
  <inkml:trace contextRef="#ctx0" brushRef="#br0" timeOffset="7612.25">5296 1685 276 0,'0'0'483'0,"0"0"-440"15,0 0 63-15,0 0 5 16,0 0-32-16,0 0-3 16,0 0-3-16,11-8-50 15,-11 26-22-15,-2 6 0 16,-4 6 1-16,6 2-1 0,0 1 3 15,0-2-4 1,3-4-2-16,12-4 1 0,1-8 1 16,4-5-1-16,2-4 0 15,-4-6 0-15,6 0 1 16,-2-6 0 0,-2-15 3-16,-4-3 2 0,-1-7-5 15,-10-3 5-15,-5-3-3 16,0-2-1-16,-11 1 0 15,-11 0 6-15,-8 6-7 16,4 7 0-16,-2 10 0 16,1 6 0-16,5 8-4 15,7 1 5-15,3 0-4 16,6 0-4-16,6 10 0 0,0 1 2 16,0 0-2-1,3-1-1-15,15-1 2 0,3-3 5 16,4-5 0-16,2-1 1 15,3 0 2-15,-2-11-1 16,-1-12 0-16,0-6 2 16,-3-3-1-16,0-10 6 15,-2-4-8-15,-1-3 3 16,-6 2-1-16,-9 9 5 16,1 10-5-16,-7 12 15 15,0 6 23-15,0 6 1 16,0 4-9-16,0 0 1 15,-4 0-27-15,-5 2-6 0,-6 24-11 16,-6 10 11-16,3 14 0 16,5 5-2-16,5 4 2 15,8 2 4-15,0-1-4 16,0-1-1-16,18-2-2 16,3-6 2-16,7-6 1 15,-1-8 2-15,3-9-2 16,0-11-1-16,-2-6 0 15,3-7 0-15,1-4-1 16,-4 0 2-16,3-5-1 16,-2-16-1-16,-2-8 1 15,-3-2-1-15,-4-7 2 16,-4-2 0-16,-6-4 1 16,-6 0 3-16,-4 6-3 0,0 7 1 15,0 11-1-15,-10 7 2 16,-5 9 0-16,-3 4 6 15,-3 3-9-15,-3 21-8 16,-1 11 5-16,6 4 0 16,5 4-4-16,8-1 7 15,6 1-1-15,0-7 0 16,11-5 0-16,14-6 1 16,11-10 0-16,7-7 0 15,3-6 0-15,5-2 1 16,-3 0 1-16,-4-9 2 15,-9-2-2-15,-13 1 1 16,-5 0-1-16,-10-1 0 0,-5-3-2 16,-2-3-6-16,0-1-54 15,0 11-179-15,-2 0-569 16</inkml:trace>
  <inkml:trace contextRef="#ctx0" brushRef="#br0" timeOffset="11273.98">7331 1798 528 0,'0'0'148'15,"0"0"-147"-15,0 0 22 16,0 0 22-16,0 0-2 15,0 0-2-15,24 76 7 16,-15-75-24-16,0-1 7 16,6 0 5-16,1-5 4 15,2-17 27-15,4-7-5 16,-2-11-16-16,2-6-13 0,-1-11-7 16,-3-5-13-16,-3-11-3 15,-6-9 3-15,-3 0-2 16,-6 3 2-16,0 8 3 15,0 18 0-15,0 14 2 16,-5 16 14-16,1 14-15 16,2 7-2-16,1 2 5 15,-1 0-11-15,1 0-9 16,-4 14-7-16,1 18-6 16,-3 15 13-16,2 12 2 15,2 7 2-15,3 4-3 16,0 4-1-16,0-3 4 0,0-9-4 15,9-10 3 1,3-7-3-16,1-7-2 0,2-3 1 16,0-6 1-16,4-5-2 15,3-8 0-15,6-3-2 16,2-6-39-16,4-7-26 16,0 0-49-16,2 0-18 15,-5-17-8-15,-4-4 21 16,0-3 38-16,-3 0 34 15,-3-3 40-15,-2 1 11 16,-5 0 7-16,-5-1 9 16,-1 2 21-16,-5-2 22 15,-1-1 5-15,-2 3 10 0,0-1-7 16,0 4-17 0,0 0-2-16,-9 5-8 0,-1 5 2 15,-2 5-8-15,-2 3 0 16,1 4-16-16,0 0-9 15,-4 0-2-15,2 11 9 16,0 8-12-16,-4 8-4 16,7 6 0-16,-3 5-3 15,0 4 2-15,6 0 1 16,2 3 2-16,4-4-2 16,3-4-3-16,0-4 1 15,0-9 2-15,11-7-3 16,3-7-2-16,1-5 5 15,-2-5 0-15,5 0 1 16,-1-4 2-16,2-19 1 0,-1-6 1 16,0-5-1-16,-6-3 0 15,1-1-3-15,-8 1 4 16,-4 2-2-16,-1 7 6 16,0 8-2-16,0 10 27 15,0 7 11-15,0 3-2 16,0 0-19-16,0 0-19 15,0 16-5-15,0 12-15 16,0 10 15-16,0 3 2 16,0-1-1-16,0-4-1 15,9-1 0-15,9-9 0 16,6-8-4-16,3-6-25 0,8-11-14 16,3-1-42-1,-1-13-50-15,1-16-9 16,-4-9 2-16,-7-3-38 0,-8 0 3 15,-10 0 57-15,-6 6 120 16,-3 7 49-16,0 6 100 16,0 11 8-16,-3 5-9 15,-3 5 8-15,0 1-23 16,-2 3-50-16,-5 22-50 16,-2 15-24-16,0 15-9 15,3 12 5-15,6 17 5 16,6 11 12-16,0 9-3 15,15 2-3-15,11-5 32 16,0-8-34-16,-3-8-8 16,-5-17 3-16,-9-15-3 0,3-16-4 15,-8-14-2-15,-2-15 2 16,-1-8-2-16,-1-7-1 16,0-28-29-16,0-17-98 15,0-16-68-15,0-12-23 16,-6-13-61-16,-12-11-90 15,0-3 333-15,-1 7 37 16,10 15 54-16,2 22 51 16,7 14 39-16,0 16-15 15,0 6-19-15,8 6-34 16,12 4-12-16,7 4-15 0,4 5 4 16,5 5 12-16,1 3-12 15,-1 1-6-15,-6 17-1 16,-9 8-6-16,-8 2 4 15,-13 3-20-15,0 3-9 16,-21 1-2-16,-13-2 6 16,-5-8-5-16,2-8-7 15,5-5-6-15,10-10-2 16,9-2-30-16,13-1-48 16,0-12-118-16,0-4-207 15</inkml:trace>
  <inkml:trace contextRef="#ctx0" brushRef="#br0" timeOffset="12112.97">9330 1381 906 0,'0'0'59'0,"0"0"86"15,0 0-18-15,0 0-48 16,0 0-33-16,0 0-21 16,0 0-25-16,-22 58-1 15,22-9 1-15,0 1 6 16,0-1-6-16,0-5 2 16,10-9-1-16,4-6-1 15,-1-11 0-15,-1-7 1 16,0-8 0-16,1-3-1 15,2 0-2-15,8-15 2 16,0-17 0-16,0-10 0 16,-1-5-3-16,-7 5 1 15,-4 5-7-15,-7 10 8 16,-1 15 1-16,-3 6 2 16,0 6 6-16,0 0 9 0,0 6-13 15,0 19-4-15,0 12-14 16,0 7 13-16,8-6 1 15,8-4 1-15,5-8-1 16,3-4-2-16,6-9 0 16,0-8 2-16,-1-5 0 15,0 0 1-15,-4-11 0 16,0-12 3-16,-8-5 0 16,-5-4 1-16,-8-5 1 15,-4 0 0-15,0-5 3 16,-16 2-5-16,-4 8 1 15,-2 8-5-15,3 9 0 0,2 11-1 16,1 3-18-16,2 1-24 16,4 1-47-16,6 11-68 15,4-2-103-15,0-5-488 16</inkml:trace>
  <inkml:trace contextRef="#ctx0" brushRef="#br0" timeOffset="13741.01">9987 1371 780 0,'0'0'19'16,"0"0"100"-16,0 0-38 15,0 0 1-15,0 0-18 16,0 0-14-16,0 0-9 16,0-8 3-16,0 32-44 15,0 11 11-15,-2 10-6 0,2 2-2 16,0 1-2-16,0 0-1 16,3-6 1-16,12-4-1 15,2-5 0 1,3-10-2-16,1-6 1 0,-1-5-2 15,2-9-2-15,-1-3 4 16,0 0-2-16,1-16 3 16,-1-8 7-16,-4-5 3 15,-4-5-8-15,-6-4 5 16,-7-3-3-16,0-2-1 16,-6-3 8-16,-19 2-7 15,0 10-2-15,-7 9 1 16,0 12-1-16,-3 9 18 15,5 4-20-15,5 0-1 0,8 0-1 16,9 1-8-16,5 3 8 16,3 2 1-16,0 1-9 15,0 0 0-15,8 2 5 16,9-6-5-16,8-2 10 16,7-1-5-16,5 0 5 15,2 0 1-15,1-10-1 16,-3-1 0-16,-1-1 1 15,-6 4-2-15,-6 2 2 16,-6 4-1-16,-8 2 0 16,-2 0 0-16,-4 0-3 15,1 15 3-15,-2 15-2 16,1 4 2-16,-3 5 1 16,-1 5 3-16,2-5-4 15,1-2 1-15,0-6 0 0,3-7-1 16,2-8 0-16,2-4-3 15,-1-4 2-15,1-7-1 16,7-1-1-16,-1 0 0 16,5-17-7-16,3-9 2 15,-6-4 0-15,4-6 6 16,-7-2 2-16,-8-1 0 16,-2 0 2-16,-5 7 1 15,0 8-1-15,0 11 3 16,0 10 11-16,0 2 16 0,0 1-12 15,0 0 10 1,0 0-30-16,0 10-3 0,-3 14-16 16,3 10 16-16,0 2 2 15,0 3 1-15,0-1 0 16,6-4 1-16,6-5 0 16,3-1-1-16,0-6 0 15,1-7-1-15,-4-4-1 16,-3-8-1-16,-3-3 3 15,0 0-6-15,2-10-1 16,2-15-19-16,0-8 26 16,-1-6 2-16,-4 1 0 15,4-2 1-15,-5 8-3 0,1 3 2 16,-2 8 1-16,0 8-2 16,0 4 4-16,1 5 5 15,2 1-3-15,3 3-5 16,3 0-2-16,7 10 1 15,5 19-1-15,0 8 2 16,2 7 8-16,-3 0-1 16,0-4-8-16,-7-2 3 15,-1-6 0-15,-6-8-4 16,-6-11-4-16,0-4 2 16,-3-6-3-16,0-3 1 15,0 0 4-15,0 0 5 16,0-13-2-16,0-13-3 15,-6-13-7-15,0-2-21 16,6-2 26-16,0 2 3 16,0 6-1-16,0 5 1 0,9 7 1 15,6 7 1 1,-2 4-1-16,2 7 3 0,3 3 0 16,1 2-2-16,3 0-1 15,1 19 1-15,1 8 5 16,-2 7 1-16,-6 6 0 15,-3-2-7-15,-7-1 2 16,-2-4-4-16,-2-4-11 16,-1-8-18-16,4-7-40 15,1-10-81-15,0-4-84 16,0 0-223-16</inkml:trace>
  <inkml:trace contextRef="#ctx0" brushRef="#br0" timeOffset="14308.47">11437 1415 642 0,'0'0'155'15,"0"0"-110"-15,0 0 53 16,0 0 4-16,0 0-34 16,0 0-7-16,0 0-30 15,-48-60-14-15,26 81-12 16,-5 11-5-16,2 8-8 15,5 2 7-15,4 3-2 16,5-4 3-16,8-4-5 16,3-8 4-16,0-5-1 0,0-8 2 15,11-8-3-15,2-3-1 16,4-5 0-16,2 0 4 16,6-6 1-16,-1-16 5 15,3-6-1-15,0-8 13 16,-3-12 2-16,-2-9-8 15,-4-10-1-15,-5-8-6 16,-4-3 12-16,-6 6 7 16,-3 7-16-16,0 18 1 15,0 17 16-15,-9 12-1 16,-1 16 19-16,-2 2-18 16,-4 8-25-16,-5 22 3 0,0 14-7 15,6 8 4-15,5 6-3 16,7 2 0-16,3 4 3 15,0 2 0-15,14 2 0 16,6-2-1-16,8-8 1 16,2-7-5-16,3-13 7 15,1-10-2-15,-5-11 0 16,-4-8 2-16,-7-9-2 16,-5 0 3-16,-1 0-3 15,-2-16-1-15,0-2-18 16,-4-2-18-16,-3 0-85 15,-3 12-127-15,0 1-374 0</inkml:trace>
  <inkml:trace contextRef="#ctx0" brushRef="#br0" timeOffset="17159.27">12936 1388 640 0,'0'0'41'15,"0"0"8"-15,0 0 26 16,3-78-20-16,-3 60 4 15,-1 2 13-15,-10 3-10 16,-2 3-13-16,2 3 21 16,-1 4-38-16,1 3-6 15,0 0 4-15,-4 0-10 16,0 11-20-16,-1 13-4 16,-1 7-3-16,4 3 3 15,4 3 4-15,3 1-1 16,6-1 0-16,0-4-1 15,0-3 0-15,8-7 1 0,5-6-1 16,0-8 1-16,4-5 0 16,-4-4-1-1,2 0 1-15,2-2 1 0,-4-18 2 16,3-8 1-16,-2-8 4 16,-2-4-5-16,-3-1 4 15,-3 1-2-15,-5 8 2 16,-1 9 5-16,0 9 6 15,0 8 14-15,0 5-4 16,0 1 15-16,0 0-15 16,0 4-25-16,0 21-2 15,0 14-8-15,0 6 8 16,0 2 2-16,0-4 0 0,6-4-2 16,6-9-2-1,2-4 1-15,2-8 2 0,-1-5 1 16,1-7-2-16,1-5 0 15,-1-1 0-15,-1 0-1 16,3-13-2-16,0-15-26 16,-3-7-29-16,-5-8-13 15,-4-3-13-15,-6 3 38 16,0 7 20-16,0 8 26 16,0 9 0-16,0 5 6 15,0 7 10-15,0 3 18 16,0 2-5-16,0 2-1 0,0 0-11 15,0 0-17 1,11 9 0-16,14 13 0 16,6 11 9-16,0 5 22 0,-1 6-17 15,-3-1-5-15,-6-1-5 16,-3-6-1-16,-9-8 3 16,-3-11-5-16,-2-7 2 15,-4-7 3-15,0-3-6 16,0 0 15-16,0 0 3 15,0-7 14-15,0-16-3 16,0-8 0-16,0-8-28 16,0-2 5-16,0 2-5 15,0 3 1-15,6 9-2 16,6 8-1-16,6 2-4 16,5 4-33-16,4 7-43 0,1 2-70 15,-16 4-126-15,-5 0-378 16</inkml:trace>
  <inkml:trace contextRef="#ctx0" brushRef="#br0" timeOffset="18188.22">13631 1419 779 0,'0'0'33'0,"0"0"36"16,0 0 15-16,0 0-56 15,0 0-1-15,21-72-13 16,-6 71 3-16,0 1-4 16,3 0 4-16,6 6-6 15,-3 13 3-15,4 8 10 16,-6 4 6-16,-2 6-13 0,-7-1-7 15,-5 0 5 1,-5-5-8-16,0-3 3 0,0-7-10 16,-2-5 3-16,-2-8-3 15,-2-5 6-15,5-3-6 16,1 0 1-16,-2 0 1 16,-2-8 7-16,-1-13 1 15,0-8-10-15,2-5 0 16,3 2 9-16,0-1 7 15,0 7-9-15,0 5 10 16,11 1 2-16,4 7 0 16,-2 1-8-16,5 7-4 15,2 5 0-15,-1 0-7 16,6 14-1-16,-2 16 1 0,-4 6 0 16,-1 7 3-16,-9-1 3 15,-3-2-5-15,-6-9-1 16,0-7-1-16,0-12-5 15,0-8-5-15,0-4 5 16,0 0 3-16,0 0 3 16,0-7 11-16,0-16-11 15,0-11-11-15,0-9-15 16,0-6 24-16,2 0 2 16,7 3 0-16,1 8 1 15,2 13 1-15,1 9-1 16,-2 6 1-16,-1 5 4 15,3 5-4-15,0 0-2 0,1 4 0 16,1 20 1-16,2 9 7 16,-2 6 0-16,-1 3-2 15,-3 2 1-15,0-4-7 16,0-5-6-16,-2-10-16 16,5-5-24-16,1-9-68 15,3-8-32-15,6-3-23 16,1 0-79-16,2-8-34 15,1-10 36-15</inkml:trace>
  <inkml:trace contextRef="#ctx0" brushRef="#br0" timeOffset="18643.37">14416 1545 45 0,'0'0'144'0,"0"0"-12"0,36-90 12 15,-30 59-19 1,0 2 0-16,-6 7-9 0,0 4-29 16,0 3 17-1,-2 5-20-15,-12 5-17 0,-3 2 7 16,-2 3-28-16,-5 0-28 15,-1 7-18-15,-4 16-9 16,5 6 9-16,5 9-5 16,5 3 5-16,7 0-4 15,4-1-2-15,3-5 5 16,0-5 1-16,0-5-3 16,15-7 3-16,0-5-1 15,3-6-1-15,0-4-3 16,1-3 3-16,2 0-3 0,-3-7-7 15,1-14 0-15,-2-7 7 16,-2-8 5-16,-5-6 2 16,-5-5-2-16,-1 4 1 15,-3 4 6-15,-1 13 1 16,0 13 7-16,0 9 12 16,0 4 5-16,0 0 22 15,0 0-32-15,0 7-22 16,0 16 0-16,0 13-10 15,0 5 10-15,0 0 5 16,2-4-2-16,5-4-3 16,4-6-3-16,-2-5 1 15,0-9 2-15,0-6-8 16,4-7-53-16,1 0-31 16,6-11-77-16,-12-3-48 0,-1-3-93 15</inkml:trace>
  <inkml:trace contextRef="#ctx0" brushRef="#br0" timeOffset="18938.68">14659 1221 290 0,'0'0'355'0,"0"0"-265"16,0 0 75-16,0 0-43 16,0 0-18-16,0 0-40 15,0 0-18-15,0-41-13 16,0 67-33-16,0 14 5 15,0 9 1-15,0 5 5 0,0 5 9 16,0 0 8-16,2-1-4 16,5-10-6-1,4-8-10-15,-2-11-8 0,1-9 1 16,0-6-1-16,-2-7 0 16,3-5-1-16,2-2-3 15,2 0 3-15,6-13-24 16,-2-14-69-16,-4-5-22 15,-13 15-100-15,-2 0-344 16</inkml:trace>
  <inkml:trace contextRef="#ctx0" brushRef="#br0" timeOffset="20106.4">14649 1409 623 0,'0'0'50'0,"0"0"9"16,0 0 8-16,0 0-34 15,0 0-13-15,0 0-13 16,70-31 0-16,-23 22-1 16,2-1 0-16,-3 1 3 15,-8 2-5-15,-8 0-1 16,-13 7 1-16,-7 0-2 16,-7 0-2-16,-3 0 0 15,0 17 0-15,0 10 3 16,0 7 37-16,0 4-7 15,0 5-22-15,0 1-3 16,0 0-3-16,0-3-4 0,11-7 38 16,3-7-30-1,0-9-7-15,1-5 2 0,0-8-1 16,-1-5-3-16,5 0 4 16,1-7-1-16,3-17 6 15,-1-8 4-15,1-9-7 16,-8-5-4-16,-2 2-2 15,-7-2 2-15,-3 9 3 16,-3 7-3-16,0 10-1 16,0 10 5-16,0 4 16 15,0 5 42-15,0 1-28 16,0 0 13-16,0 0-18 16,0 12-31-16,0 18-12 0,-1 10 9 15,1 6 3-15,0-2 1 16,0-3 1-16,3-5-2 15,8-10 0-15,1-6-2 16,-3-9 2-16,-2-5-6 16,-2-5 2-16,-2-1-3 15,2-1 4-15,4-22 2 16,1-10-17-16,4-11 18 16,-4-1 0-16,2-5-16 15,-2 8 8-15,-1 8 6 16,3 8-2-16,-3 12 3 15,0 7-3-15,3 5 0 0,0 2-2 16,6 0-4-16,0 19 0 16,3 9 10-16,-2 7 8 15,-2 2-5-15,-4 3 6 16,-3-2-5-16,-5-7 3 16,-4-7 1-16,-1-6-8 15,0-8 1-15,0-6 12 16,0-2 2-16,-6-2 9 15,-4-3 25-15,1-16-25 16,2-14-13-16,3-7 2 16,4-8 3-16,0-5 7 15,0 6-23-15,8 6-2 0,10 12 0 16,1 9 2 0,1 8-5-16,0 10-10 0,0 2-28 15,5 1-13-15,7 20-17 16,-4 4 11-16,-1 0 12 15,-2-3 19-15,-5-2 18 16,-2-6 6-16,-5-4 6 16,-1-3 1-16,-8-5 0 15,1-2 0-15,-2 0 0 16,0 0 2-16,3-13 6 16,1-8 13-16,-2-5-1 15,-4 5-14-15,-1 3 2 16,0 5-5-16,0 7 32 0,-3 6 15 15,-12 0 23-15,-4 8-47 16,-7 17-26-16,3 9-4 16,0 4 3-16,11 3-7 15,9-4 6-15,3-8 0 16,0-5-7-16,26-6 8 16,9-6 1-16,12-7 2 15,7-5 6-15,1 0 19 16,-4-11 14-16,-5-2-18 15,-12 3-9-15,-7-1-12 16,-12 4 2-16,-5-3-2 16,-4 1-2-16,-6 0-13 15,0 5-106-15,0 1-218 16</inkml:trace>
  <inkml:trace contextRef="#ctx0" brushRef="#br0" timeOffset="23653.58">17157 965 746 0,'0'0'83'15,"0"0"-50"-15,0 0 96 16,0 0-46-16,0 0-23 16,0 0 13-16,0 0-6 15,0-32-30-15,-2 32-15 16,2 0-10-16,-1 9-12 16,1 19-9-16,0 14 5 15,0 8 4-15,0 7 6 16,0 2-5-16,0 0 1 15,1-4-1-15,5-2 0 0,-2-10 1 16,-3-5 1-16,3-8-3 16,-4-6 0-16,2-10 0 15,-2-4 0-15,0-7 2 16,0-2 0-16,0-1 1 16,0 0-3-16,0 0 9 15,1 0-8-15,-1 0 12 16,0-20-1-16,0-8-1 15,0-8-4-15,2-3-4 16,2 4-3-16,2 4 0 16,5 4 0-16,2 5-1 0,5 5 0 15,6 1 1-15,4 3-6 16,7 3 4-16,2 5-2 16,-2 5 1-16,-3 0-1 15,-8 3 0-15,-5 15-3 16,-4 9 2-16,-3 4 5 15,-6 6 0-15,-4 5 3 16,-2 0-3-16,0-2 0 16,0-4 3-16,0-6-3 15,0-8-2-15,0-7-15 16,3-4-43-16,13-7-59 16,4-4-59-16,-9 0-74 15,0-5-359-15</inkml:trace>
  <inkml:trace contextRef="#ctx0" brushRef="#br0" timeOffset="24420.17">17827 1340 640 0,'0'0'24'0,"0"0"59"16,0 0 5-16,0 0-27 15,18-83 15-15,-18 72-8 16,-12 2-34-16,0 1 19 15,-5 2-21-15,4 3-12 16,-5 3 9-16,4 0-18 16,-3 0-2-16,-2 6-11 15,0 12 2-15,-3 9-2 0,4 5-6 16,2 7 5 0,4 3 4-16,3-1-1 0,4-3 0 15,5-4-1-15,0-7-5 16,0-9 4-16,14-2-1 15,-1-10 3-15,3-1 0 16,1-5-2-16,2 0 1 16,1-13-1-16,2-9 4 15,-1-12-1-15,-3-3 5 16,-3-4-3-16,-3-1 0 16,-6 5 0-16,0 6 1 15,-5 7 1-15,-1 9 6 16,0 8 35-16,0 5 2 15,0 2-6-15,0 0-9 16,0 0-23-16,0 23-10 0,-1 9-22 16,-5 9 22-16,5 4 4 15,1-2-3-15,0-4-1 16,1-6 1-16,14-9 0 16,1-8 0-16,-1-7-1 15,0-8 0-15,3-1 1 16,3-4-1-16,1-20 0 15,1-11 5-15,-1-9-5 16,-4-4-10-16,-3-3-3 16,-6 7 7-16,-6 9 6 15,-3 13 0-15,0 10 2 16,0 10 6-16,0 2-2 0,0 0 10 16,0 0-16-16,10 17-8 15,8 11-5-15,12 11 12 16,6 6 2-16,4 6 2 15,-4-3 1-15,-8-1 1 16,-10-9 2-16,-11-10 6 16,-7-8-6-16,0-7-1 15,0-5 2-15,-13-4-5 16,-1-1 5-16,-3-3-8 16,2 0-3-16,0-5-42 15,4-18-79-15,10 9-171 16,1-2-579-16</inkml:trace>
  <inkml:trace contextRef="#ctx0" brushRef="#br0" timeOffset="25509.31">19528 988 175 0,'0'0'615'0,"0"0"-595"16,0 0 103-1,0 0-19-15,0 0-35 16,0 0 2-16,0 0-14 0,0-36-20 16,0 43-5-16,0 22-32 15,0 10-3-15,-3 16 3 16,-3 4 6-16,-2 2-3 15,-5 1 2-15,1-3 1 16,-6-4-5-16,4-9 4 16,0-10-4-16,3-15 2 15,6-11 0-15,2-6-2 16,3-4 0-16,0 0 3 16,0 0 4-16,0-15 1 15,0-6-5-15,14-4-4 16,2 0-1-16,2 7-2 0,6 1 2 15,2 5-5 1,2 2 2-16,2 1 0 0,-1 3 3 16,-3 4-2-16,0-1-3 15,-6 3 5-15,-2-3-1 16,-6 3 1-16,-4-4 1 16,-4-5 0-16,-1-2 1 15,-1-6 3-15,-2 0 3 16,0 0-5-16,0 3-1 15,0 3 6-15,0 2-2 16,-3 5 2-16,0 1 0 16,1 3-2-16,1 0-1 15,1 0-4-15,-3 0-3 0,0 18-16 16,1 12-3-16,-2 8 22 16,4 6 2-16,0 1 1 15,0-1-3-15,0-2 4 16,0-6-1-16,0-5 6 15,6-8-5-15,1-4-2 16,-1-5-1-16,1-4 0 16,-2-4-1-16,1-5-1 15,2-1-1-15,5 0-57 16,2-10-84-16,-8-3-77 16,0 2-148-16</inkml:trace>
  <inkml:trace contextRef="#ctx0" brushRef="#br0" timeOffset="26019.37">19957 1219 453 0,'0'0'131'0,"0"0"-52"15,0 0 69-15,0 0-52 16,0 0 12-16,0 0-7 15,0 0-22-15,21-58 3 16,-21 58-30-16,0 0-9 16,0 0-9-16,0 0-34 15,-9 10-4-15,-1 4-1 0,-2 3 3 16,2 0 3-16,3-3-2 16,7-1 1-16,0-2-3 15,0 2-3-15,0 1 5 16,12 0 1-16,6 0 0 15,5-1 0-15,3 1 0 16,0 0 1-16,-1 0 0 16,1-1-1-16,-4 1 0 15,0 0 2-15,-5-3-1 16,-3 4-1-16,-1-4 1 16,-7-1 0-16,-2-3 3 15,-2-3 0-15,-2-3 4 16,0 1 3-16,0-1-8 0,0-1 6 15,0 6-7-15,-11-1-1 16,-8 2 3-16,-5-1 9 16,-8-6-13-16,1 0-11 15,-2 0-34-15,3-18-8 16,7-10-76-16,6-8-46 16,17 19-58-16,0 0-180 15</inkml:trace>
  <inkml:trace contextRef="#ctx0" brushRef="#br0" timeOffset="26168.95">19989 1196 720 0,'0'0'120'0,"0"0"-16"0,0 0 35 15,0 0-74-15,0 0-41 16,0 0-15 0,80-61-8-16,-43 52-1 0,8-4 0 15,4 1-8-15,-28 7-102 16,-7 1-209-16</inkml:trace>
  <inkml:trace contextRef="#ctx0" brushRef="#br0" timeOffset="27467.64">21009 1531 438 0,'0'0'88'0,"0"0"-38"15,0 0 32-15,0 0-10 16,-3 80-25-16,3-67-7 16,6-4-14-16,6-4-3 15,1-1 19-15,4-4-5 16,2 0 10-16,5 0 14 15,6-16-1-15,6-13-1 16,0-8-14-16,-2-9-19 16,-4-5-16-16,-8-3-7 0,-9 0 7 15,-10 5-8-15,-3 10 5 16,0 12-1-16,-11 14-2 16,-1 9 5-16,4 4-2 15,1 0-7-15,5 0-2 16,2 21-1-16,0 11-8 15,0 5 11-15,20 7-7 16,11 4 7-16,3 0 0 16,5 0 0-16,0-5 1 15,-8-10-1-15,-10-6 10 16,-6-11-8-16,-11-6-2 16,-4-5 11-16,0-1 2 0,0 2 6 15,-9-2-6 1,-14 0 8-16,-6-2-15 0,1-2-4 15,0 0-2-15,7-3-57 16,6-12-76-16,15 6-81 16,0-1-138-16</inkml:trace>
  <inkml:trace contextRef="#ctx0" brushRef="#br0" timeOffset="27785.59">21552 1133 31 0,'0'0'754'0,"0"0"-696"15,0 0 65-15,0 0-24 16,0 0-58-16,0 0 3 16,5-31-8-16,-5 52-6 15,0 11-28-15,0 14 7 16,0 3 10-16,0 7-4 15,3 5 14-15,3 1 0 16,2 1-7-16,1-7-8 16,2-11-9-16,1-8-2 15,0-14-2-15,0-4-1 16,3-8-2-16,-2-8 0 16,5-3-29-16,0-1-104 15,1-21-52-15,-1-6-35 0,-15 10-126 16</inkml:trace>
  <inkml:trace contextRef="#ctx0" brushRef="#br0" timeOffset="28250.89">21774 1394 510 0,'0'0'178'0,"0"0"1"15,0 0-41-15,0 0-33 16,0 0-24-16,0 0-24 16,0-2-27-16,0 28-29 15,-1 8-1-15,-1 4 1 16,2 0 2-16,0-3-3 15,0-1 2-15,5-7-2 16,10-5-3-16,0-6 3 16,4-5 0-16,-4-7-1 0,6-2 0 15,3-2 0-15,-3 0 1 16,4-13 5-16,-4-8 0 16,-4-4-2-16,-4-6 5 15,-9-6-4-15,-2-7 0 16,-2-2 0-16,0 0 3 15,-5 7-4-15,-6 12 3 16,-3 6 12-16,-2 7 19 16,-2 5-8-16,-2 4-6 15,4 5-19-15,-4 0-4 16,5 0-5-16,-2 14-6 16,4 4 6-16,3 5 3 0,7 1 0 15,3 1 0 1,0 1 0-16,13-1 1 0,10 0 1 15,6-2 1-15,6-5-1 16,4-6-1-16,0-11-3 16,0-1-43-16,-3 0-38 15,2-11-43-15,-7-11-64 16,-25 8-59-16,-1 0-184 16</inkml:trace>
  <inkml:trace contextRef="#ctx0" brushRef="#br0" timeOffset="28584.08">22248 1217 469 0,'0'0'191'16,"0"0"-106"-16,0 0 48 15,0 0-37-15,0 0 1 0,0 0-12 16,0 0-21-16,4-70-2 16,-4 70-12-16,0 0-14 15,0 0-22-15,0 17-14 16,0 10 1-16,0 8-1 15,0 5 14-15,0 4-6 16,0 9 10-16,0-1-3 16,1 2-3-16,4-5-2 15,1-5-6-15,1-5 1 16,1-7-2-16,2-6 0 16,-2-9-3-16,-2-7 0 15,-3-4 0-15,-2-6-2 0,6 0 1 16,2 0-16-16,1-22-66 15,-3-6-53-15,-3-7-40 16,-4 17-151-16,0 2-264 16</inkml:trace>
  <inkml:trace contextRef="#ctx0" brushRef="#br0" timeOffset="28967.44">22298 1448 91 0,'0'0'558'0,"0"0"-432"16,0 0 43-16,0 0-49 15,0 0-51-15,0 0-36 16,-22-33-19-16,22 33-13 0,3 0-1 15,22 0-9 1,13 0 9-16,11-1 1 16,7-11 2-16,1-5-1 0,-6-5-2 15,-5-4-2-15,-13-1-4 16,-9 2-1-16,-14 7 7 16,-8 4 3-16,-2 7 16 15,0 4 26-15,0 3 44 16,0 0-14-16,0 0-51 15,-3 6-24-15,-2 16-15 16,4 12 14-16,1 8-5 16,0 12 11-16,4 5-6 15,18-1 2-15,3 0-1 16,-2-11 2-16,-5-7 7 16,-10-8-5-16,-5-11 1 15,-3-4 1-15,-6-8 9 16,-20-2-5-16,-3-1 0 0,-3-6-9 15,1 0-2-15,7 0-34 16,7-4-109-16,17-5-160 16,0 0-559-16</inkml:trace>
  <inkml:trace contextRef="#ctx0" brushRef="#br0" timeOffset="32754.64">24241 988 725 0,'0'0'87'16,"0"0"-29"-16,0 0 49 16,0 0-39-16,0 0-4 0,0 0-31 15,0 0-32-15,-82 52 1 16,61-13-2-16,-2 6 6 15,3 5-1-15,1-1-1 16,5 4 3-16,5-7-3 16,6-1-2-16,3-7 0 15,0-5 1-15,0-8-3 16,9-5 0-16,5-6 2 16,2-10-2-16,-2-4 0 15,4 0 1-15,3-14 1 16,1-14 2-16,-2-6 1 15,-1-3-3-15,-7 6 0 0,-1 4 0 16,-5 9 6 0,-6 7-4-16,1 6 27 0,-1 5 9 15,0 0 16-15,0 0-23 16,0 0-8-16,0 5-23 16,0 11-2-16,0 10-3 15,0 1 3-15,9 1 1 16,4-2 0-16,4-2 0 15,-1-3 0-15,5-6 0 16,3-4 0-16,-2-6 1 16,4-5-1-16,-8 0 0 15,3-2-1-15,-5-16 4 16,-3-3-2-16,-2-6 7 16,-6-3-6-16,-4-1 2 0,-1 0-1 15,0 3-1-15,-12 4 0 16,-10 6-2-16,-5 4 3 15,-3 5-4-15,-3 6-2 16,2 3-15-16,5 0 12 16,5 0 1-16,11 0 4 15,4 0-1-15,6 0 0 16,0 0-8-16,0 0-4 16,0 0 7-16,0 0 3 15,16-1 0-15,7-5 3 16,2-2 2-16,9 0 1 15,4 3-3-15,-1 2 2 16,1 2-2-16,-3 1-1 0,-2 0 1 16,-3 4 0-16,-3 14 0 15,-6 5-3-15,-5 7 3 16,-6 0 0-16,-4 3-1 16,-6 0 3-16,0-8-2 15,0-7 2-15,0-8-4 16,0-7 7-16,0-3-11 15,0 0 7-15,0 0-3 16,0-13-2-16,0-11-4 16,0-7-16-16,0-3 11 15,2-1 13-15,14 4-3 16,2 6 2-16,3 6 1 16,1 5-2-16,0 7 4 0,1 6 0 15,3 1 1-15,-3 4 1 16,2 18 6-16,-2 10 9 15,-3 4 2-15,-7 5-14 16,-4 2-1-16,-8-1-4 16,-1-3-1-16,0-3-1 15,-4-9-27-15,-2-10-59 16,3-10-88-16,3-7-101 16,0-3-338-16</inkml:trace>
  <inkml:trace contextRef="#ctx0" brushRef="#br0" timeOffset="33483.68">25193 970 666 0,'0'0'116'16,"0"0"0"-16,0 0 28 15,0 0-58-15,0 0-26 16,0 0-23-16,0 0 2 15,3-18-8-15,-3 34-18 16,0 12-7-16,0 14-5 16,0 9 9-16,0 5 2 15,-2 4 3-15,2-1 2 16,0 0-3-16,0-1 2 16,0-4 2-16,0-8-9 0,2-7-1 15,2-11-3-15,1-7-4 16,-1-9 0-16,-1-4 3 15,-2-4-4-15,-1-4-3 16,0 0 0-16,0-9-54 16,0-17-47-16,-11-12-81 15,2 18-165-15,-2 0-393 16</inkml:trace>
  <inkml:trace contextRef="#ctx0" brushRef="#br0" timeOffset="34367.94">25055 1277 817 0,'0'0'86'0,"0"0"31"0,0 0-74 16,0 0-13-16,0 0-15 15,0 0-15-15,0 0 2 16,115-41 0-16,-70 38-1 16,-2 0-1-16,3 3-4 15,-2 0-34-15,-4 0-92 16,-4 0-36-16,-8 0-133 15,-4 0 56-15,-8-3 207 16,-7 0 36-16,-4-2 107 16,-4-2 70-16,1 0-1 15,-1-3-35-15,-1 2-55 16,0-1-30-16,0 1 16 16,0 2-11-16,0 0 5 0,-7 5 1 15,-2-1 1-15,-3 2-43 16,-2 0 2-16,-2 3-20 15,0 16-7-15,-4 3-2 16,4 5-3-16,1 4 1 16,4 3 4-16,5 1-3 15,5 2 1-15,1-2 1 16,0-1 0-16,0-3 0 16,6-7-1-16,5-7 2 15,0-9-4-15,1-3 2 16,2-5-1-16,2 0 3 15,-1-13 3-15,5-14 2 16,-3-2-4-16,-2-5 1 0,-1-3 2 16,-4 0-3-16,-4 3 2 15,-4 5 2-15,-2 5-2 16,0 10 3-16,0 6 4 16,0 6 17-16,0 0 16 15,0 2-14-15,0 0-14 16,0 0-15-16,0 9-5 15,0 14-11-15,0 9 16 16,0 4 1-16,0 0 2 16,0-1-3-16,4-1 0 15,11-4 0-15,0-7 0 16,4-3-2-16,-4-8-5 0,3-7-14 16,1-5-13-16,-2 0-13 15,4-10-27 1,-5-17-26-16,2-5 23 0,-3-6-3 15,-5-1 0-15,-5 0 27 16,-4 4 23-16,-1 7 30 16,0 7 4-16,0 9 26 15,0 8 66-15,0 3-6 16,0 1 1-16,0 0-6 16,0 0-43-16,0 7-36 15,0 14-5-15,0 9-1 16,0 1 6-16,0 4-3 15,4-3 4-15,2 1-2 16,0-6-1-16,2-6-4 0,1-6 0 16,2-11 0-16,1-4-47 15,-2-2-96-15,-8-14-60 16,-2-2-249-16</inkml:trace>
  <inkml:trace contextRef="#ctx0" brushRef="#br0" timeOffset="34506.03">25758 1120 632 0,'0'0'203'16,"0"0"-160"-16,0 0 11 15,0 0-43-15,0 0-11 16,0 0-51-16,-20-31-103 0,23 38-160 16</inkml:trace>
  <inkml:trace contextRef="#ctx0" brushRef="#br0" timeOffset="34882.55">25851 1337 454 0,'0'0'150'16,"23"79"-19"-16,-17-53-24 15,2-5-42-15,-5-4-4 16,0-7-34-16,-2-6-19 16,-1-4 1-16,0 0-7 15,0 0 9-15,0-18 4 16,0-10 24-16,0-8-21 15,0-2-18-15,0 1 0 16,0 5 1-16,0 5 2 0,6 6 6 16,5 7-3-16,0 1-4 15,3 4 1-15,1 4 0 16,0 5 3-16,3 0 0 16,0 0-1-16,3 3 5 15,-1 12 13-15,0 7 17 16,-4 5 10-16,-4 2-15 15,-4 4-16-15,-4-1 0 16,-4-3-15-16,0-1 1 16,0-9-4-16,0-5 1 15,0-5-2-15,0-9-72 16,7 0-67-16,-2-7-83 0,1-10-186 16</inkml:trace>
  <inkml:trace contextRef="#ctx0" brushRef="#br0" timeOffset="35097.28">26328 1151 562 0,'0'0'361'16,"0"0"-351"-16,0 0 8 16,0 0 35-16,21 79 16 15,-20-45 0-15,1-2-16 16,-1 2-22-16,-1-2-13 15,0-6-12-15,0-5-4 0,0-9-2 16,0-12-3 0,0 0-128-16,0-12-100 0,0-6-344 15</inkml:trace>
  <inkml:trace contextRef="#ctx0" brushRef="#br0" timeOffset="36082.67">26317 1051 764 0,'0'0'70'16,"0"0"-70"-16,0 0-14 15,0 0 14-15,75 82 10 0,-44-44 29 16,-2 0-4 0,-3-1 17-16,-6-5-15 0,-5-5-17 15,-8-9-14-15,-4-9-2 16,-3-6-2-16,0-3 2 15,0 0 8-15,0 0 11 16,0-5 24-16,0-16 23 16,-4-4-46-16,2-5-23 15,2-1 1-15,0 4 0 16,0 3 3-16,8 7-3 16,1 6-2-16,0 4 5 15,0 5 6-15,1 2-8 16,3 0-2-16,3 8 0 15,0 14 3-15,-4 8 8 16,-2 5 13-16,-2 2-12 16,-5-1-6-16,1-2-3 0,2-5-4 15,4-7-15-15,3-6-42 16,3-9-56-16,5-7 8 16,3 0-61-16,2-10-72 15,6-10-17-15,-1-2 102 16,2-1 153-16,-3-3 75 15,-2 1 35-15,-6 0-2 16,-5-2 18-16,-2-1 3 16,-5 1-3-16,-4 3-13 0,-4 4 1 15,-2 6-31 1,0 6 6-16,-2 4 0 16,-16 2-38-16,-10 2-19 0,-6 0-26 15,-5 18-10-15,3 12 4 16,5 3-2-16,6 0-3 15,9-3 4-15,9-4 0 16,5-8 0-16,2-4-5 16,0-6 0-16,12-4-1 15,11-4-9-15,5 0 2 16,5-10 3-16,-2-5 4 16,-4 3 6-16,-12 2 1 15,-7 6 1-15,-5 4-1 16,-3 0 4-16,0 0 7 15,0 9-7-15,0 23-4 16,8 24 2-16,5 23 7 0,4 15-3 16,1 13 15-16,2 5-14 15,-5-2 2-15,-5-5 2 16,-9-11-5-16,-1-12 1 16,0-14 0-16,-10-18 2 15,-6-17-1-15,-4-13 2 16,2-10-2-16,-1-10 2 15,-5 0 0-15,-1-9 4 16,-6-25-6-16,-2-15-1 16,3-18-3-16,0-10-2 15,9-7 2-15,6 5-4 16,9 5 0-16,6 10 0 16,0 8 0-16,9 5-2 0,15 4 0 15,7 7-9-15,5 3-6 16,2 12-23-1,3 6-23-15,-3 8-72 0,-4 4-75 16,-25 7-104-16,-3 0-413 16</inkml:trace>
  <inkml:trace contextRef="#ctx0" brushRef="#br0" timeOffset="37931.58">27769 1028 368 0,'0'0'408'16,"0"0"-390"-16,0 0 80 0,0 0-16 16,0 0 8-16,0 0-11 15,0 0-18-15,1-19-8 16,-1 19-20-16,0 0-20 16,0 1-7-16,0 22-6 15,0 13-9-15,-1 14 9 16,-1 5 3-16,2 1 5 15,0-2 1-15,0-5 3 16,0-4-6-16,2-9 0 16,-1-11 0-16,1-8-2 15,1-7-1-15,-3-5-1 16,3-2-1-16,-3-1 0 0,0-2 0 16,3 0-2-1,0 0-4-15,6-7-92 0,3-10-82 16,-6 3-28-16,0 2-261 15</inkml:trace>
  <inkml:trace contextRef="#ctx0" brushRef="#br0" timeOffset="38381.81">28063 1184 685 0,'0'0'46'0,"0"0"43"16,0 0 5-16,0 0-27 16,0 0 17-16,0 0-10 15,0 0-17-15,45-69 13 16,-45 69 1-16,-9 0-19 16,-6 0-37-16,-3 0-13 15,1 12-2-15,4 4-3 16,6 4-7-16,2 1 4 15,5 3 5-15,0-1-2 16,0 2 3-16,15-1 0 16,9-1 0-16,7 0 0 15,7 0 0-15,2-3 2 16,-4-2-1-16,-5-3 0 16,-9-3-1-16,-8-2 0 0,-7-5 0 15,-5-3 3-15,-2-1 2 16,0-1 1-16,0 0 3 15,0 2 3-15,0-2-3 16,0 1 0-16,-14 2-3 16,-12 0-5-16,-12-3 2 15,-8 0-3-15,4 0-66 16,5-15-84-16,29 4-88 16,6-5-230-16</inkml:trace>
  <inkml:trace contextRef="#ctx0" brushRef="#br0" timeOffset="38549">28081 1144 967 0,'0'0'90'15,"0"0"11"-15,0 0-21 0,0 0-47 16,76-73-16-16,-43 63-9 16,4 1-8-16,6 2-3 15,4 2-36-15,-1-2-74 16,-32 4-98-16,-4-1-261 15</inkml:trace>
  <inkml:trace contextRef="#ctx0" brushRef="#br0" timeOffset="39999.74">29274 928 746 0,'0'0'136'0,"0"0"-78"0,0 0 94 16,0 0-73-16,0 0-30 15,0 0-6-15,-35 9-30 16,12 26-7-16,-4 12-4 16,1 5 5-16,3 5 3 15,4 0-4-15,2-3-2 16,11-2-2-16,5-8 1 15,1-3-2-15,0-6-1 16,13-7-1-16,4-7 1 16,2-8-4-16,4-8 2 15,2-5 1-15,5-8-3 0,3-20-12 16,-2-6 1 0,-4-3 5-16,-7-4 1 0,-9 0 2 15,-5 2 7-15,-6 8 3 16,0 8 0-16,0 14 8 15,0 6 29-15,0 3 17 16,0 0 1-16,0 0-41 16,-6 8-17-16,-3 14-15 15,0 8 14-15,2 3-1 16,5-1 2-16,2 1-1 16,0-2 0-16,6-2 0 15,12-2 1-15,0-5 2 16,3-7-2-16,1-4 1 15,-4-5-1-15,3-6 0 16,-3 0-1-16,-5 0 1 0,4-14 0 16,-7-9 0-16,-1-5 0 15,-6-7 2-15,-3-1 0 16,0 1 0-16,-15 3-1 16,-10 5-1-16,0 7-3 15,-4 7-16-15,1 5 5 16,4 4 8-16,3 2-10 15,8 2-4-15,8 0 7 16,5 0 12-16,0 0 1 16,0 0-11-16,0-1 1 15,0-1 7-15,3 0-6 16,14 0 0-16,6-1 9 0,6 1 2 16,2 0 0-16,5 1-2 15,-3-1 1-15,1 2 0 16,-1 0-1-16,-2 0 0 15,-1 13-1-15,-5 8 1 16,-4 6-2-16,-6 7 4 16,-7 1-2-16,-7 1 2 15,-1-3 3-15,0-3-5 16,0-7 3-16,-4-6-1 16,-2-9-2-16,1-5-10 15,2-3 1-15,-1 0-8 0,0-16 9 16,1-12 8-16,1-6-16 15,2-4-10-15,0-3 8 16,2 2 18-16,12 0 1 16,0 8 0-16,2 9 2 15,1 6 6-15,-1 8 3 16,2 5 7-16,1 3 8 16,3 0-11-16,2 9-6 15,2 15 7-15,1 8 8 16,0 6 1-16,-5 1-8 15,-5 1-7-15,-3-2-10 16,-6-3 3-16,-4-3-4 16,-2-9-15-16,-2-6-20 15,1-8-49-15,5-8-72 0,-6-1-125 16,3-6-502-16</inkml:trace>
  <inkml:trace contextRef="#ctx0" brushRef="#br0" timeOffset="41614.94">30280 1362 728 0,'0'0'54'0,"0"0"24"16,0 0-3-16,0 0-14 16,0 0 27-16,0 0-24 15,0 0-21-15,31-46-9 16,-31 33 0-16,0-2 1 15,0 1-9-15,0-3-9 16,-9 4-2-16,-1 3 3 16,-3 3-2-16,4 3-2 15,-2 2-12-15,-4 2-2 16,0 0-6-16,-4 5 4 16,-3 15-4-16,2 5 6 0,2 3-5 15,6 2-1 1,7 1 3-16,5-3-1 0,0 0 4 15,0-2-6-15,10-5 4 16,3-3 1-16,5-4-1 16,0-8-1-16,3-5 1 15,3-1 1-15,1-11 1 16,6-16 4-16,1-6-2 16,0-9 2-16,1-1 0 15,-6-4-1-15,-6-3-1 16,-4-3 5-16,-13-2-5 15,-4-2 4-15,0 4 1 16,-3 7 0-16,-12 10-7 16,3 14 6-16,3 11 6 15,2 5 16-15,3 5-25 0,1 1-3 16,-1 0-2-16,-3 8-7 16,-2 21-3-16,-3 15 5 15,2 10 7-15,5 5 1 16,3 3-1-16,2 0 1 15,0-1-1-15,14-4 0 16,5-6-1-16,4-2-2 16,-2-9 4-16,3-8-1 15,-4-11 0-15,-2-10 0 16,-1-8 0-16,-2-3-9 16,3 0-3-16,-5-20-4 15,3-12 6-15,-4-10-1 0,-4-8 8 16,-4-3 2-1,-4 1 1-15,0 8 2 0,0 8-1 16,0 12 0-16,-4 12 2 16,0 5-1-16,-1 7 13 15,3 0 5-15,1 0-1 16,-1 0-19-16,1 12-10 16,1 13-8-16,0 9 15 15,0 3 3-15,0 2 1 16,4 3 0-16,11-5 0 15,-1-1-1-15,5-8 0 16,2-6 1-16,1-6 0 16,4-7-1-16,-4-8 0 15,-1-1 0-15,1-1 2 0,-1-22-2 16,-1-7 0-16,-2-6 0 16,-2-5-4-16,-3-3 0 15,-4 3-2-15,-1 5 3 16,-6 4 0-16,-2 11 3 15,0 10 3-15,0 5 0 16,0 5 3-16,0 1 9 16,0 0 0-16,0 0-15 15,0 15-1-15,0 9-17 16,0 8 18-16,0-2 3 16,0 3-2-16,0 0 0 15,10-6-2-15,-1-2 2 16,3-3-2-16,1-7-1 0,1-6-24 15,2-5-44-15,1-4-55 16,2 0-17-16,0-15-24 16,-1-6 1-16,1-5-27 15,-2 0-21-15,-2-3 98 16,-5-1 106-16,-2 1 9 16,-1 2 46-16,-4 2 29 15,-1 3 3-15,-2 6 39 16,0 3 13-16,0 5-13 15,0 3-12-15,0 4-18 16,0 1 11-16,0 0-24 16,-7 4-29-16,-4 16-45 15,-1 6 0-15,1 6 2 0,1 3 3 16,5 0-4-16,2 1 7 16,3-4 15-16,0-1 3 15,0-2 1-15,6-4-20 16,11-3-2-16,2-8-5 15,7-5 0-15,0-8 0 16,4-1 0-16,3-4-6 16,0-17-60-16,-2-5-58 15,-2-1 12-15,-26 12-138 16,-2 1-375-16</inkml:trace>
  <inkml:trace contextRef="#ctx0" brushRef="#br0" timeOffset="41896.96">31354 1076 660 0,'0'0'101'16,"0"0"34"-16,0 0-30 15,0 0-23-15,0 0-13 16,0 0-15-16,0 0-7 16,0-21-3-16,0 52-33 15,0 10-5-15,0 4 12 16,0 2-2-16,0-2 6 15,0-4-3-15,0-6-5 16,8-1-6-16,3-9-1 16,2-2-6-16,-3-4 0 15,5-8-1-15,-3-7 0 16,1-4 0-16,-2 0-59 0,-5-18-88 16,-6 4-70-16,0-2-182 15</inkml:trace>
  <inkml:trace contextRef="#ctx0" brushRef="#br0" timeOffset="42918.07">31353 1231 681 0,'0'0'116'0,"0"0"-20"16,0 0 37-16,0 0-78 16,0 0-29-16,0 0-20 15,17-18-1-15,8 14-1 16,8-2-2-16,3-1-1 15,2 2-1-15,1-1 1 0,-6 2 1 16,-8 1-1-16,-10 3 0 16,-9 0 2-16,-5 0-3 15,-1 0 1-15,0 0-1 16,0 11 8-16,-6 10 2 16,-6 5 10-16,2 4-10 15,2-1-2-15,3 2-1 16,3-1-6-16,2-5 2 15,0-1 1-15,0-5-4 16,0-5 3-16,12-3-3 16,0-5 0-16,6-5 7 15,-2-1-5-15,5 0 9 0,-2-17-5 16,-4-4 7-16,-4-3-4 16,-4-1 2-16,-7-2-8 15,0 0-3-15,-5 1-1 16,-12 4-13-16,-2 4-14 15,2 3 3-15,1 4-2 16,7 4 1-16,4 3 16 16,5 1 2-16,0-3 7 15,0 1-1-15,2-4-6 16,13 2 1-16,3 2 4 16,2-1 0-16,3 5 3 15,5 1 2-15,8 0-1 0,3 7 4 16,-2 12 8-16,-3 8-8 15,-5 6 7-15,-9 5 1 16,-6 3 4-16,-9 4-3 16,-5-3-2-16,0-4-7 15,0-10-2-15,-9-9 4 16,-1-12-7-16,0-6 9 16,4-1 6-16,0 0 22 15,2-7-12-15,2-20 11 16,1-8-28-16,1-5-2 15,0-2 14-15,3 4-16 16,12 6-1-16,4 4-3 16,-4 8-2-16,0 5-9 15,-3 5-22-15,1 5-58 0,1 3-24 16,-1 2-36-16,5 0-56 16,1 0-60-16,0 6-14 15,1-2 60-15,-3 1 221 16,-2-4 0-16,-5 0 145 15,-1-1 24-15,-6 0-26 16,0 0 13-16,-3 0-4 16,0 0-34-16,0-2-45 15,0 0-20-15,0 1 14 16,0 1 1-16,-10 0-5 16,-1 5-62-16,1 15-1 0,-2 7-9 15,9 3 3 1,3-1 2-16,0 4-2 0,4-1 5 15,13 1 0-15,2-1 2 16,-4-5-1-16,-4-7 22 16,-4-7 4-16,-6-5 10 15,-1-4-14-15,0 1 1 16,-1 2 4-16,-17-2-9 16,-4 2-3-16,-1-1-15 15,-1-4-30-15,7-2-89 16,12 0-117-16,3 0-429 15</inkml:trace>
  <inkml:trace contextRef="#ctx0" brushRef="#br0" timeOffset="48051.19">1487 3441 829 0,'0'0'56'0,"0"0"16"16,0 0 47-16,0 0-65 15,0 0-6-15,0 0-10 16,0 0 1-16,0 0-14 16,0-10-11-16,0 30-14 15,0 20-6-15,0 14 6 0,0 15 3 16,2 12 15-16,5 8 1 16,-1 4-4-16,3-2 4 15,0-7-6-15,1-5-5 16,-1-8 1-16,-3-7-5 15,2-11 2-15,-4-9-2 16,2-10-4-16,-6-10 2 16,3-6 0-16,-3-5 4 15,0-5-6-15,0-4 0 16,0-2 1-16,0-2-1 16,0 0 0-16,0 0-54 15,0-18-52-15,-3-9-37 16,-3-7-126-16,2 17 41 0,1-1-47 15</inkml:trace>
  <inkml:trace contextRef="#ctx0" brushRef="#br0" timeOffset="48350.9">1472 3762 541 0,'0'0'113'15,"0"-81"18"-15,8 66-36 16,8 2-20-16,2 3-21 15,9 5 2-15,-2 2-13 16,5 3-1-16,0 0 7 16,-5 13-11-16,-4 7-9 15,-3 6 4-15,-9 2-5 0,-6 6-11 16,-3 1-5 0,-3 2-2-16,-22-2 0 0,-5-6-8 15,-6-5 13-15,2-6-10 16,1-7-4-16,6-5 6 15,5-4-5-15,7-2-4 16,4 0-23-16,11-7-51 16,0-12-88-16,15 8-118 15,4 0-394-15</inkml:trace>
  <inkml:trace contextRef="#ctx0" brushRef="#br0" timeOffset="49044.55">1803 3886 441 0,'0'0'101'16,"0"0"-29"-16,0 0 10 16,0 0-40-16,0 0 2 15,0 0 20-15,75 20 0 16,-63-30 1-16,-3-6 2 16,-2-1-12-16,-4-4-8 15,-1-3-18-15,-2 2-3 16,0-1 1-16,0 5-11 15,0 4 6-15,-9 5 10 16,0 4-1-16,0 3 1 16,3 2-13-16,0 0-14 0,0 6-5 15,-4 16-1 1,-1 9 0-16,2 6-4 0,-1 1 5 16,10 0 0-16,0-1 0 15,0-3 0-15,13-4 1 16,7-5-1-16,2-6 3 15,6-4-1-15,-1-5-2 16,0-9 0-16,3-1 0 16,-2 0-34-16,2-17-101 15,-6-6-63-15,-3-3-38 16,-9-1-83-16,-2 1 28 0,-2 1 208 16,-4 1 83-16,-1 6 210 15,2 2-14-15,3 5-50 16,0 1-38-16,4 0-25 15,4 2-29-15,-2 4-11 16,5 4 1-16,-2 0-8 16,-1 8 3-16,-2 14 9 15,-3 5 0-15,-3 3 2 16,-5 2-28-16,-2-2-8 16,-1-3-5-16,0-10-3 15,0-8-3-15,0-6 1 16,0-3-2-16,0 0 7 15,0 0 1-15,0-4 41 16,0-15-12-16,0-10 15 16,5-5-48-16,2-2-3 15,2-4-3-15,2 2 4 16,0 1-4-16,0 8 0 16,4 4 0-16,9-1-6 0,9 7-31 15,7 0-68-15,-22 16-77 16,-2 3-309-16</inkml:trace>
  <inkml:trace contextRef="#ctx0" brushRef="#br0" timeOffset="49844.58">3200 3910 480 0,'0'0'235'16,"0"0"-230"-16,0 0 38 15,0 0 25-15,0 0-7 16,0 0 14-16,50 24-3 16,-36-24-6-16,7-7 8 15,-3-8-5-15,9-8-27 16,-2-7-4-16,0-9-15 0,2-10-11 15,-6-2-5-15,-3-5-3 16,-6 1-3 0,-12 6 3-16,0 8 0 0,0 11 0 15,-9 14-1-15,3 9 1 16,0 4 0-16,4 3-2 16,0 0-2-16,2 12-5 15,0 16-10-15,0 9 3 16,19 5 12-16,9 2-1 15,8 3 3-15,3 1-2 16,1-2 1-16,-1-2 3 16,-2-5 0-16,-7-9 9 15,-12-8-1-15,-9-10 2 0,-6-6-10 16,-3-2 1-16,0 2-4 16,-9-1 0-16,-12-1 2 15,-7-1 2-15,1-3-5 16,1 0-9-16,4 0-33 15,6-15-45-15,11-6-42 16,5-6-61-16,0 13-115 16,3-2-279-16</inkml:trace>
  <inkml:trace contextRef="#ctx0" brushRef="#br0" timeOffset="50511.36">3753 3413 892 0,'0'0'73'0,"0"0"41"16,0 0-5-16,0 0-54 15,0 0-25-15,0 0 4 16,17 41-27-16,-10 4 26 16,1 5-13-16,-4 3 3 15,-1 7 4-15,0 5-13 16,2-2-8-16,2-3-1 15,-1-8-2-15,0-12-3 16,6-11 0-16,0-9 1 16,3-11-1-16,4-9-4 15,5 0-42-15,4-14-102 16,-2-16-41-16,2-6-19 0,-7-4-42 16,-3-3-27-16,-9-3 106 15,-5 4 171-15,-2 5 86 16,-2 9 62-16,0 10 21 15,0 5-27-15,0 8-7 16,0 3-14-16,0 2-9 16,0 0-30-16,-3 0-26 15,-2 10-33-15,1 12-23 16,-3 10 10-16,2 0-7 16,2 3-3-16,3 2 0 15,0-6 0-15,0-4-1 0,8-6 0 16,3-8 1-1,3-5-1-15,5-6 1 16,-1-2-2-16,3 0 2 0,0-11 5 16,-3-9 1-16,-3-6 0 15,-6-1-2-15,-3-5 9 16,-6-4 1-16,0 0 1 16,0-1 2-16,-14 5 6 15,-5 5 0-15,1 7 1 16,-3 7-7-16,3 8 7 15,2 3-20-15,-2 2-4 16,4 0 0-16,0 14-5 16,3 5-6-16,5 1-2 0,6-1-30 15,0-2-47 1,0-3-31-16,19-7-47 0,-8-7-29 16,-1 0-100-16</inkml:trace>
  <inkml:trace contextRef="#ctx0" brushRef="#br0" timeOffset="50860.9">4338 3460 753 0,'0'0'95'0,"0"0"23"15,0 0 15-15,0 0-53 16,0 0-11-16,0 0-15 0,8-19-23 15,-8 41-31-15,0 7 1 16,0 6 7-16,0 1-4 16,0 5 7-16,0 0 5 15,0 1-2-15,6 1 3 16,5-4-4-16,-3-1-1 16,6-3-7-16,-3-5-2 15,0-6-2-15,-2-7-1 16,6-6 1-16,-6-4-1 15,0-4 0-15,-1-2-1 16,0-1-2-16,3 0-35 16,-1-7-56-16,-3-9-72 0,-5 4-85 15,-2-1-308-15</inkml:trace>
  <inkml:trace contextRef="#ctx0" brushRef="#br0" timeOffset="51092.61">4329 3662 859 0,'0'0'88'16,"0"0"-38"-16,0 0 18 16,0 0-56-16,0 0-9 0,0 0 1 15,75-31-3 1,-45 21-1-16,1 0-28 15,5 1-71-15,4-1-18 0,9 2-39 16,2 2-11-16,-33 3 118 16,-5 3-280-16</inkml:trace>
  <inkml:trace contextRef="#ctx0" brushRef="#br0" timeOffset="51363.9">4880 3694 992 0,'0'0'291'0,"0"0"-287"16,0 0 82-16,0 0-65 16,0 0-21-16,0 0-1 15,0 0-33-15,-8 3-134 16,10-3-178-16</inkml:trace>
  <inkml:trace contextRef="#ctx0" brushRef="#br0" timeOffset="53993.51">6020 3429 562 0,'0'0'190'16,"0"0"-147"-16,0 0 105 15,0 0-33-15,0 0-23 16,0 0-22-16,0 0 15 0,5-27-34 16,-5 27-24-1,0 3-17-15,0 21-10 16,0 11-11-16,2 11 11 0,4 7 9 16,6 3-3-16,1 3-2 15,-4 0 1-15,-1-6 1 16,-2-9-4-16,-2-9 2 15,-1-7-4-15,-3-11 3 16,0-6-1-16,0-5-2 16,0-6-4-16,0 0-32 15,-7-14-55-15,-2-4-94 16,-5-2-259-16</inkml:trace>
  <inkml:trace contextRef="#ctx0" brushRef="#br0" timeOffset="54876.36">5705 3502 704 0,'0'0'64'0,"0"0"48"16,0 0-29-16,0 0-42 15,0 0-17-15,0 0-23 16,101-42-1-16,-38 35-2 16,7 1 2-16,9-2 0 15,2-2 2-15,-4-3 0 16,-5 0-2-16,-11-2 0 15,-9-2 1-15,-15 1 1 16,-13 1-1-16,-12-1 0 16,-9 1 1-16,-3 1 9 0,0 0 24 15,-6 2 12-15,-5 2 8 16,-3 3-1-16,6 4-3 16,1 2-14-16,-2 1-21 15,3 0-3-15,0 7-13 16,-3 19 2-16,2 10-4 15,4 12 4-15,3 8-2 16,0 10 3-16,0 3-1 16,0 6 0-16,6-1-2 15,1-5 3-15,-4-8-2 16,-1-13 0-16,-2-15-1 16,0-14 1-16,0-8 0 15,0-6-1-15,0-5 2 0,0 0 0 16,0-8 2-16,4-19 9 15,2-13-6-15,6-11-5 16,0-3-2-16,3 3-4 16,3 5 4-16,-3 13 0 15,4 8 0-15,-3 13 0 16,-5 6-1-16,3 6-3 16,-1 0-6-16,-3 17 1 15,5 14 5-15,0 11 4 16,0 5 8-16,0 2-5 15,1-3 0-15,-1-9-3 16,3-7 0-16,-1-7 1 16,2-9 1-16,-2-5-2 15,2-4-1-15,0-5 1 16,5 0 2-16,3-17-1 0,1-9 5 16,1-7-3-16,-4-7-3 15,-1-4-3-15,-11-2-19 16,-5 2 9-16,-4 10 10 15,-4 13 3-15,0 10 4 16,0 8 2-16,-13 3 3 16,-2 0 2-16,-6 17-11 15,5 11-5-15,5 8 0 16,5 0 4-16,6 1 0 16,0-3 1-16,5-5-2 15,15-3 0-15,3-6 2 0,4-6 0 16,3-7 8-16,1-4-5 15,2-3 1-15,2 0-2 16,0-3-1-16,1-13-1 16,-2-1-2-16,0-4-16 15,-7-4-124-15,-22 15-127 16,-5-1-644-16</inkml:trace>
  <inkml:trace contextRef="#ctx0" brushRef="#br0" timeOffset="55442.43">7958 3467 780 0,'0'0'83'15,"0"0"21"-15,0 0 19 16,0 0-51-16,0 0-3 15,0 0-14-15,-2-23-15 16,2 38-8-16,0 8-15 16,0 10-13-16,0 5 15 0,7 3-6 15,1 0 1-15,1-1-6 16,-3-5-2-16,-1-6 0 16,-1-6-6-16,-3-11 1 15,1-3-2-15,1-9-2 16,0 0-78-16,1-26-114 15,-4 6-120-15,0-2-530 16</inkml:trace>
  <inkml:trace contextRef="#ctx0" brushRef="#br0" timeOffset="55895.33">7944 3389 258 0,'0'0'414'0,"0"0"-287"16,0 0-42-16,-36-72-1 15,36 72-50 1,0 0-34-16,0 0-21 15,12 7-105-15,9 9 27 0,4 6-42 16,2 5-99-16,-1 5 113 16,4 4 127-16,-3 2 12 15,-2 0 46-15,-1 0 63 16,-6 0-21-16,-5-1-11 16,-4-5-29-16,-6-6-14 15,-3-5-4-15,0-7-24 16,0-7-8-16,0-3 1 15,0-4 9-15,-1 0 25 16,-7-9-3-16,3-15-13 16,1-6-5-16,4 0-6 0,0-2 4 15,0 2-1-15,0 8 0 16,4 1 6-16,10 5-10 16,4 5-3-16,0 2 4 15,3 5-4-15,-1 4 5 16,3 0 5-16,-2 1 11 15,-2 18 3-15,-1 5 6 16,-5 5-12-16,-5 4-7 16,-5-1-15-16,-3 2-6 15,0-3-3-15,0-5-1 16,0-4-6-16,0-6-83 16,0-9-79-16,0-7-101 15,2 0-540-15</inkml:trace>
  <inkml:trace contextRef="#ctx0" brushRef="#br0" timeOffset="57791.67">8789 3671 447 0,'0'0'111'0,"0"0"-9"16,0 0 49-16,0 0-55 15,0 0-14-15,0 0-19 16,0 0-10-16,24-82-21 16,-24 68 4-16,0-2-14 15,-16 0 18-15,-1 0-11 16,-4 1 11-16,3 3-12 16,-3 7 8-16,0 3-25 15,2 2-11-15,-4 0-5 16,4 16 3-16,1 8-5 15,3 6 4-15,6 6 3 16,5 7-2-16,4 0 0 0,0 2 2 16,1-4 0-16,15-5-2 15,3-5-2-15,0-9 2 16,-1-6 2 0,3-7 0-16,-4-8 0 0,2-1 2 15,0-4-1-15,3-22 3 16,-1-9 4-16,0-12-2 15,1-3 0-15,-5-8-4 16,-4-3-1-16,-5-1 3 16,-7-4-3-16,-1-1 3 15,0 4 0-15,0 14-3 16,-6 12 2-16,-4 17 2 0,4 10 7 16,1 7 6-1,4 3-4-15,-4 0-14 0,-1 16-6 16,-4 18-4-16,1 8 10 15,3 8 0-15,6 1 0 16,0 3 0-16,0 0 0 16,0 1-1-16,14 0 1 15,5-2 0-15,-1-4 0 16,4-7-1-16,-1-9 0 16,1-8 0-16,-4-10 1 15,5-6-1-15,-1-9 1 16,-1 0-4-16,1-3 3 0,-1-18-8 15,-4-6 3 1,-1-6 6-16,-2-7-5 16,-3-6 2-16,-5-1 2 0,-3 3 1 15,-1 7 2 1,-2 10 0-16,0 12 2 0,0 6-3 16,0 6 6-16,0 3 14 15,0 0-5-15,-2 3-16 16,-2 20-11-16,1 9 5 15,0 5 5-15,3 3 2 16,0-1 0-16,0-1-1 16,4-3 0-16,8-4-2 15,-1-6 1-15,4-10 0 16,-2-7 1-16,2-4 0 16,2-4 0-16,3 0 0 0,0-13 2 15,-2-14 3 1,1-5-5-16,-5-5-1 0,0-6 1 15,-5 0 0-15,-4 0 0 16,-2 8-2-16,-3 8 3 16,0 10-1-16,0 8 2 15,0 7 2-15,0 2 9 16,0 0 3-16,0 0-16 16,0 17-2-16,0 6-3 15,-3 7 5-15,3 3 0 16,0 1 1-16,0-2-1 15,0-2 1-15,0-5-2 16,6-4-1-16,10-4 1 16,-1-4-7-16,3-7-44 15,7-5-31-15,-1-1-45 0,0 0-13 16,-1-16 26 0,-3-8 30-16,0 1 35 0,-4-6-5 15,-2 4 35-15,-1 1 20 16,-7 0 2-16,3-2 7 15,-2 2 17-15,-2 1 16 16,1-1 4-16,0 1-2 16,-3 4 7-16,-2 3 12 15,-1 6-10-15,0 3 9 16,0 6 4-16,0 1 14 16,0 0-10-16,0 0-34 15,-6 14-36-15,-1 8-16 0,-3 6 16 16,5 1 0-16,2 1 1 15,2 0-1-15,1-1 1 16,0-2 0-16,0-1-2 16,7-5-1-16,5-1 2 15,1-5-1-15,4-5 1 16,-1-4 0-16,5-5 1 16,3-1-1-16,-3 0 0 15,4-7 2-15,-1-10-1 16,3-2 2-16,-3-5 1 15,-2 2-2-15,-4-1-1 16,-3-3 0-16,-3 2 5 0,-6 0-5 16,-5 6 3-16,-1 2 1 15,0 8 1-15,0 2-2 16,0 3 11-16,-7 3-2 16,-2 0-12-16,-4 2-1 15,-1 12-5-15,-1 6-3 16,3 2 7-16,3 2-1 15,5 0 2-15,1 2-1 16,3-4 1-16,0-1-2 16,0-1 1-16,12-2 1 15,6-2-3-15,1-4 1 16,8 0 2-16,4-7-3 16,2 0-36-16,9-4-38 15,1-1 33-15,-7 0-98 16,-27 0-132-16,-5-8-230 0</inkml:trace>
  <inkml:trace contextRef="#ctx0" brushRef="#br0" timeOffset="58740.66">10260 3643 621 0,'0'0'236'16,"0"0"-215"-16,0 0 48 16,0 0-35-16,0 0-8 15,0 0 23-15,0 0 2 16,40-79-4-16,-40 65-15 15,-7 1 0-15,-10 1 18 16,-2 2 3-16,-2 4-25 16,1 3-17-16,-2 3-11 0,-3 0-3 15,-2 10-3-15,3 13 1 16,0 9 5-16,5 6-6 16,4 2 5-16,4 2 1 15,10-5-2-15,1-5 0 16,0-4 1-16,3-8-1 15,15-4-2-15,-2-8 2 16,7-8-1-16,3 0 3 16,3-5 2-16,-1-19 4 15,0-8 0-15,-2-5-3 16,-7-6 4-16,-1-5-1 16,-3-3-1-16,-6-2 4 0,-5-6-5 15,-4-4-2 1,0 3 2-16,0 9-3 0,-3 14 0 15,-5 17 4-15,2 12 8 16,1 8 16-16,-6 0-4 16,-3 15-25-16,-3 18-14 15,-1 8 12-15,8 10 2 16,4 2-2-16,6 2 2 16,0-1 1-16,0-6-1 15,13-1 1-15,7-7 0 16,2 4-1-16,7-3 3 15,2-8-3-15,0-4 0 16,-2-12 0-16,-3-9 0 16,0-6 0-16,0-2-62 0,1-7-94 15,-21-7-115-15,-1 0-333 16</inkml:trace>
  <inkml:trace contextRef="#ctx0" brushRef="#br0" timeOffset="60189.07">9647 3439 414 0,'0'0'93'15,"0"0"-58"-15,0 0 42 16,0 0-44-16,0 0-14 15,0 0 11-15,0 0-9 16,37-12-1-16,-37 11 1 16,0-1 1-16,0 2 5 15,0-1 16-15,0-1-7 16,0 0 5-16,0-1-4 16,0-1-10-16,0-2-23 0,0 0 3 15,0 0 0-15,0 1-3 16,-6 1-1-16,0 1 5 15,0 3 4-15,0-1 13 16,-3 1-25-16,0 0-15 16,0 0 15-16,1 0 4 15,0 6-4-15,0 1-2 16,2 2-2-16,0 2 1 16,-1 1 3-16,-1 1-2 15,2 1 0-15,-3 1 1 16,2 1-8-16,1 0-92 15,5-13-48-15,1-1-109 16</inkml:trace>
  <inkml:trace contextRef="#ctx0" brushRef="#br0" timeOffset="62910.07">11243 3680 470 0,'0'0'119'0,"0"0"-105"16,0 0 80-16,85 8-20 16,-60-21-19-16,-4-5-1 0,2-1 0 15,-3-4-10 1,-3-1-14-16,-4 0 14 15,-7 0-14-15,-6 1 5 0,0-1 6 16,0 1-7-16,-4 1 7 16,-10 5-19-16,2 6 4 15,2 4-7-15,-2 4 9 16,0 3 6-16,2 0-34 16,-4 0-4-16,1 16 4 15,-2 6-5-15,3 7 3 16,2 1 2-16,4 6 0 15,3 0 0-15,3 0 1 16,0-1 1-16,0-4 3 0,13-3-3 16,5-3 0-1,1-5 4-15,6-3-4 0,1-4-2 16,4-6 0-16,7-7 0 16,0 0-18-16,-1-10-148 15,-27-4-113-15,-3 0-392 16</inkml:trace>
  <inkml:trace contextRef="#ctx0" brushRef="#br0" timeOffset="63561.46">11668 3571 878 0,'0'0'45'0,"0"0"68"16,0 0-12-16,0 0-71 0,0 0-20 15,0 0 3-15,0 0-13 16,33-1 2-16,-21 20-2 15,3 4 34-15,-6 1-11 16,-2-3-12-16,-1-1-7 16,-5-6 2-16,1-4-5 15,-2-4 2-15,0-5-2 16,0-1 1-16,0 0 3 16,0 0 3-16,0 0 2 15,0-13 6-15,0-8 4 16,0-7-5-16,0 3-12 15,0-1 15-15,0 5-10 0,12 4-1 16,2 2 3 0,5 3-8-16,0 4-3 0,2 3 3 15,2 5-4-15,-1 0 1 16,-4 3-5 0,3 17 2-16,-7 3-1 0,-3 6 3 15,0 3 2-15,-7-1 2 16,-2-4 0-16,-2-4 4 15,0-10-6-15,0-4-4 16,0-6 3-16,0-3 1 16,0 0 2-16,0-5 2 15,-2-16-4-15,-1-8-7 16,2-3 7-16,1-3-2 16,0 0 1-16,0 4 2 15,14 4-1-15,1 7 0 0,3 5 0 16,2 5-1-1,1 4-2-15,2 6-1 0,3 0 4 16,0 2 0-16,0 17 3 16,-1 8 5-16,-2 7 6 15,-6 5-6-15,-6 4-7 16,-3-1 7-16,-4-4-6 16,1-4 0-16,-1-6-2 15,0-8-31-15,1-6-31 16,4-11-73-16,4-3-42 15,-8 0-76-15,2-14-214 16</inkml:trace>
  <inkml:trace contextRef="#ctx0" brushRef="#br0" timeOffset="63889.78">12571 3380 562 0,'0'0'128'16,"0"0"2"-16,16-80 8 15,-16 76-23-15,0 4-16 16,0 0 6-16,0 0-38 16,-5 17-45-16,-11 15-22 15,1 17 0-15,-1 4 5 16,5 7-5-16,4 4 5 16,4 7 5-16,3 8 16 15,0 4-1-15,18 2 0 0,4-5-6 16,-4-7-2-16,-2-12-4 15,-6-10-9-15,-4-12-3 16,-6-10 5-16,0-8-6 16,0-7 1-16,-2-4-1 15,-15-6 0-15,-9-4-3 16,-7 0-35-16,-3-19-91 16,20-1-138-16,5-3-190 15</inkml:trace>
  <inkml:trace contextRef="#ctx0" brushRef="#br0" timeOffset="64049.04">12371 3907 684 0,'0'0'209'16,"0"0"-150"-16,-5-83 69 0,20 65-50 15,9-1-49-15,6 3-9 16,6 2-3-16,7 2-8 16,5-1-7-16,2 1-2 15,6-3-17-15,0-3-122 16,-35 12-123-16,0 0-132 15</inkml:trace>
  <inkml:trace contextRef="#ctx0" brushRef="#br0" timeOffset="64511.69">13606 3459 841 0,'0'0'168'16,"0"0"-137"-16,0 0 83 15,0 0-32-15,0 0-41 16,0 0-13-16,24-6-2 15,-18 34-13-15,0 6 40 16,-3 3-28-16,-2-2-13 16,-1 0-5-16,0-4-4 15,0-4-2-15,-1-7-1 0,-5-10-16 16,1-10-76 0,4-2-147-16,-1-18-214 15</inkml:trace>
  <inkml:trace contextRef="#ctx0" brushRef="#br0" timeOffset="64656.14">13630 3272 801 0,'0'0'169'15,"0"0"-99"-15,0 0 46 16,0 0-89-16,0 0-27 16,0 0-7-16,-7-45-89 15,10 53-97-15,2 2-18 16</inkml:trace>
  <inkml:trace contextRef="#ctx0" brushRef="#br0" timeOffset="65039.58">13903 3421 614 0,'0'0'107'0,"0"0"-14"15,0 0 27-15,0 0-26 16,0 0-2-16,0 0-13 15,70-43-2-15,-70 39-10 16,0 0-24-16,-2 4-9 16,-15 0-9-16,-4 0-25 15,-2 5-14-15,3 15 8 16,3 4 5-16,10 3-3 16,7-2-4-16,0 2 1 15,4-2 3-15,19-1 4 0,2-3 0 16,2 2 0-1,-4-3 1-15,-3-2 2 0,-2-2 0 16,-8-5-2-16,-5-1-1 16,-5-3 1-16,0 2 1 15,-5 0-2-15,-17 0 7 16,-2-8-7-16,0-1-17 16,3 0-83-16,8-9-85 15,11-1-74-15,2 2-378 16</inkml:trace>
  <inkml:trace contextRef="#ctx0" brushRef="#br0" timeOffset="67756.06">15435 3080 841 0,'0'0'52'0,"0"0"64"15,0 0 16-15,0 0-76 16,0 0-24-16,0 0-17 16,0 0-7-16,0 59-5 15,0-6 7-15,0 6 3 16,-1 3 1-16,-5 0-1 15,-3-3-1-15,-3-5-7 16,1-6 0-16,1-10-3 0,-3-10 1 16,3-9-3-1,1-9 5-15,-1-7-4 16,1-3 7-16,0 0 2 0,-1-9 2 16,5-7-7-16,2-1 5 15,3 0-8-15,0 1 3 16,3 0 5-16,17 2-5 15,5 1-3-15,6 3-4 16,5 0 1-16,5 2-1 16,-1 4 2-16,1-2-1 15,1 3 0-15,-9-1 1 16,-7 0-1-16,-7-2 1 16,-10-4 0-16,-2-4 2 0,-2-4 0 15,-3-5 3-15,-2-1-1 16,0 2 0-16,0 0-2 15,0 7 0-15,0 5 0 16,0 6-2-16,0 4 5 16,0 0 6-16,0 0-1 15,0 0-10-15,0 15-3 16,0 14-10-16,0 9 13 16,0 4 5-16,0 1-5 15,0 0 9-15,4-2-7 16,0-4 6-16,1-5-5 15,1-3-3-15,-2-7 0 0,2-4-1 16,1-4 1-16,1-5-1 16,1-6-2-16,6-3-34 15,1 0-84-15,4-7-88 16,-13-3-76-16,-1-2-369 16</inkml:trace>
  <inkml:trace contextRef="#ctx0" brushRef="#br0" timeOffset="68238.35">16083 3319 750 0,'0'0'73'0,"0"0"33"16,0 0 35-16,0 0-61 15,0 0 1-15,0 0-1 16,13-55-10-16,-22 55-57 15,-6 8-10-15,-3 12-6 16,2 8 3-16,0 7-3 16,2 5 2-16,4 1 0 15,7 1 0-15,3-3 0 16,0 0 0-16,3-4 1 16,13-7-1-16,3-5 1 15,2-8 1-15,3-6-1 16,0-8-1-16,1-1 0 15,0 0 1-15,-2-11 4 16,0-10-3-16,-3-5 0 16,-3-3 6-16,-5-2-3 0,-5-2 1 15,-5-5 2-15,-2 0-2 16,0 1 6-16,-6 4-1 16,-12 4 3-16,-3 8-2 15,0 4 1-15,0 5-2 16,-1 3-7-16,4 3-3 15,0 6-3-15,3 0-5 16,0 3-9-16,8 14-9 16,5 4-32-16,2-1-50 15,8-2-51-15,17-3-37 16,-11-13-106-16</inkml:trace>
  <inkml:trace contextRef="#ctx0" brushRef="#br0" timeOffset="68674.11">16466 3319 614 0,'0'0'268'0,"0"0"-174"16,0 0 61-16,0 0-62 16,0 0-36-16,0 0-23 15,-6 18-34-15,-9 15 0 16,3 3 2-16,2 4-2 15,5-2 0-15,4-2 0 16,1-1-2-16,0-5 2 16,3-1 0-16,10-8-4 0,4-10-7 15,3-7-37-15,3-4 45 16,1 0-2-16,1-11 5 16,1-9 2-16,-6-3-1 15,-3 0 2-15,-4-1-3 16,-5-2 6-16,-4-2 20 15,-4-3 13-15,0-4 13 16,0 1-12-16,-13 3-9 16,-7 7-19-16,1 7 0 15,-4 6 6-15,1 6-18 16,0 5-1-16,0 0-3 16,3 10-7-16,2 10-6 15,6 3-32-15,7-1-50 0,4-1-84 16,0-15-97-16,0-3-215 15</inkml:trace>
  <inkml:trace contextRef="#ctx0" brushRef="#br0" timeOffset="69138.75">16893 3259 1005 0,'0'0'120'16,"0"0"-54"-16,0 0 61 15,0 0-80-15,0 0-34 16,0 0-4-16,0 0-7 16,15-15-2-16,1 36-8 15,1 10 8-15,2 8 31 16,-1 7-17-16,1 4-4 15,0 3 1-15,0-2-5 16,1-9 1-16,-5-8 0 16,-3-10-3-16,-3-14 2 15,-6-7-5-15,0-3 4 16,-1 0-3-16,-1 0 5 16,5-13 7-16,4-14 6 0,3-8 14 15,0-8-26-15,-1-6-2 16,2-5 2-16,-1-5-4 15,0 1-1-15,-1 9-3 16,-1 8-1-16,-7 16 0 16,-1 13 0-16,-1 7-3 15,-2 5-25-15,1 0-25 16,1 1-32-16,2 13-160 16,-3-2-111-16,-1-4-336 15</inkml:trace>
  <inkml:trace contextRef="#ctx0" brushRef="#br0" timeOffset="75154.21">18853 3484 406 0,'0'0'112'16,"0"0"-53"-16,0 0 82 15,0 0-44-15,0 0-31 16,0 0 25-16,0 0-37 15,0 0-38-15,20-38 12 16,-20 22 6-16,0 2-3 16,0-2-6-16,-5 0 9 15,-8-1-18-15,-2-2 6 16,-2 4 12-16,1 1-7 0,-2 4-1 16,3 4 3-16,-3 5-19 15,-1 1-10-15,1 0-5 16,-1 8 5-16,0 13-1 15,-1 8-2-15,2 5-2 16,1 3 4-16,4 3 0 16,9-2-1-16,2-1-1 15,2-2 0-15,0-1 3 16,8-4 0-16,9-7-2 16,3-4-3-16,-1-8 4 15,5-7-3-15,0-4 3 16,1 0 2-16,1-18 4 15,-1-9 2-15,-3-4-2 16,-5-4 0-16,-5 0 0 0,-8-2 4 16,-4 2-5-16,0 4 1 15,0 5 12-15,0 8 7 16,0 9-10-16,0 7 2 16,0 2 3-16,0 0-5 15,-1 0-14-15,-2 11-5 16,0 13-12-16,1 6 17 15,2 3 4-15,0-3-4 16,0-1-2-16,6-3 1 16,6-5 1-16,5-2-2 15,-2-5 2-15,-1-6 3 16,-1-2-3-16,-2-6 0 0,0 0-1 16,-1 0 1-1,2-17 0-15,0-6 2 0,1-5 1 16,-4-3-3-16,0 0 1 15,-2 0 0-15,-3 6 0 16,2 6-1-16,-5 9 3 16,1 9-2-16,-2 1-2 15,0 0 2-15,3 0-4 16,3 16-5-16,4 10-6 16,4 6 13-16,1 1 1 15,1-2 0-15,-1-3 3 16,-2-6-5-16,-4-7 4 15,-1-8-4-15,-5-4 2 0,1-3 0 16,-3 0 1 0,4 0 3-16,3-18-3 15,1-9 2-15,5-10 1 0,-2 0-2 16,-1-1-2-16,1 5 0 16,-5 4 2-16,-1 9 2 15,-1 11-4-15,-4 6-1 16,-1 3 1-16,0 0 7 15,0 4-7-15,6 18-2 16,-1 10-10-16,4 7 12 16,-2 1 8-16,3-2-7 15,-1-4 1-15,2-4-2 16,4-9 0-16,1-5-2 16,10-9-26-16,2-7-9 0,5 0-32 15,6-10-29-15,-1-10-7 16,1-6 10-16,-3-2 9 15,-5-3 30-15,-4 0 47 16,-5-2 9 0,-5 0 3-16,-4-3 2 0,-5 4 15 15,-7 2 29-15,-1 3 18 16,0 5-6-16,-3 5 3 16,-10 7-20-16,-4 4 2 15,-2 5 24-15,-2 1-40 16,-4 4-30-16,-4 20-7 15,1 10 7-15,3 7 0 0,4 4-1 16,9-1-3 0,7-4 4-16,5-2 0 15,0-8 0-15,3-4-2 0,15-6-1 16,0-9 2-16,5-5 0 16,-1-6-4-16,-1 0 5 15,3-6 3-15,0-15 8 16,1-6-2-16,-2-8 8 15,-1-7 5-15,-3-7-13 16,-4-10-1-16,-3-9-1 16,-8-1-3-16,-1 6-4 15,-3 9 2-15,0 19 7 16,0 16 7-16,0 12 6 0,-1 7 8 16,-2 0 0-16,-6 5-30 15,-1 19-2 1,-3 11-4-16,0 13 5 0,6 1 2 15,5 5-1-15,2-1 0 16,0-3 2-16,8-6-2 16,10-7 0-16,0-5 0 15,4-5-3-15,5-6 3 16,7-10 0-16,7-6-13 16,8-5-31-16,3 0-22 15,-36-12-157-15,1-3-158 16</inkml:trace>
  <inkml:trace contextRef="#ctx0" brushRef="#br0" timeOffset="76023.75">21097 3120 635 0,'0'0'169'16,"0"0"-79"-16,0 0 86 15,0 0-68-15,0 0-5 16,0 0-45-16,0 0-30 16,2-50-12-16,-1 66-16 15,4 18 1-15,2 14 8 16,0 9 9-16,2 4-4 15,2 4-5-15,2-4 5 0,-2-6-5 16,0-9-1 0,-1-6-3-16,-4-9-2 0,-2-10-2 15,-2-5 1-15,-1-9-2 16,-1-4-1-16,0-3-14 16,-10-6-56-16,-1-10-101 15,-5-2-200-15</inkml:trace>
  <inkml:trace contextRef="#ctx0" brushRef="#br0" timeOffset="76854.66">20876 3343 748 0,'0'0'141'0,"0"0"-72"16,0 0 41-16,0 0-74 0,0 0-22 16,0 0-14-16,102-49 1 15,-43 43-1-15,6-1 0 16,0-2 0-16,-2-4 1 15,-8 2 0-15,-4-5-1 16,-11 3 2-16,-10-4-1 16,-9 0 0-16,-12-3 1 15,-8-1 1-15,-1 0 3 16,0 2 7-16,-3 4-1 16,-7 3 3-16,0 5 24 15,3 4 28-15,4 3-26 16,2 0-15-16,-1 0-25 15,-4 16-1-15,-1 15-12 16,0 14 12-16,2 8 0 16,4 1 2-16,1 4 0 15,0-1 0-15,0-5-1 0,7-7 1 16,6-7 2-16,-1-11-3 16,-2-8-1-16,-2-10 0 15,-2-7-2-15,0-2-2 16,5 0 4-16,2-10 5 15,4-14 6-15,0-8-1 16,-1-4-6-16,-3-2-2 16,-4 1-2-16,-3 9 1 15,-3 11 0-15,-1 9-1 16,-2 8 1-16,0 0 0 16,0 0-1-16,0 12-2 15,0 15-16-15,0 7 18 16,0 1-1-16,2 1 4 0,9-7-2 15,2-2 0-15,5-4-1 16,1-5 0-16,2-6-3 16,2-6 1-16,0-4 2 15,4-2 2-15,0-6 9 16,2-14-10-16,-2-5 6 16,-5-5-7-16,-6-1 5 15,-8-2-4-15,-7-2-1 16,-1 5 1-16,0 7 4 15,-8 9-4-15,-9 7 3 0,2 7-2 16,-3 0-3 0,2 11 1-16,2 16-3 0,2 5-5 15,3 2 6-15,6 3 2 16,3-5 0-16,0 0 2 16,9-6-2-16,11-2 3 15,5-5 4-15,6-8-4 16,4-5 11-16,4-5-3 15,7-1-5-15,2 0-4 16,5-6-2-16,1-11-1 16,-2-4-17-16,-39 10-126 15,0-1-167-15</inkml:trace>
  <inkml:trace contextRef="#ctx0" brushRef="#br0" timeOffset="77701.67">22922 3444 851 0,'0'0'55'16,"0"0"-51"-16,0 0 3 16,0 0 7-16,0 0 15 15,0 0 11-15,33 34 7 16,-16-34-14-16,4 0 24 16,6-5 11-16,3-14-13 15,6-8-12-15,1-6-14 16,-4-6-15-16,-3 0-9 15,-11-2-1-15,-10 3 0 0,-9 3 0 16,0 6-2-16,-10 9 6 16,-7 11-3-16,1 6-5 15,-2 3-2-15,0 0-3 16,5 17-3-16,1 8 5 16,10 4-4-16,2 4-1 15,9 3 5-15,22 2-6 16,11 0 6-16,9 0 3 15,0-6 0-15,-1-2 5 16,-5-6-5-16,-8-7 4 16,-12-5 2-16,-12-6 18 15,-10-3-1-15,-3-3-17 16,0 4 18-16,-3 3-2 16,-18 2-15-16,-9 4 1 0,-7-2 8 15,-1-3-13 1,6-2-3-16,5-6-27 0,12 0-44 15,14 0-82-15,1-3-116 16,3-7-288-16</inkml:trace>
  <inkml:trace contextRef="#ctx0" brushRef="#br0" timeOffset="77985.16">23568 3307 951 0,'0'0'88'0,"0"0"-26"16,0 0-28-16,12 84-33 0,-11-31 47 16,2 12 7-16,2 6 4 15,-1 11-10-15,4 8-15 16,2 1-19-16,2 3 15 16,-1-8 2-16,-3-11-18 15,-3-12-9-15,-5-17-4 16,0-14 3-16,0-15-4 15,0-9 2-15,0-6-2 16,1-2-1-16,2-22-37 16,-1-20-124-16,-2 11-87 15,0-2-250-15</inkml:trace>
  <inkml:trace contextRef="#ctx0" brushRef="#br0" timeOffset="78218.33">23580 3520 760 0,'0'0'86'15,"3"-83"-47"-15,19 67 28 16,8 7-37-16,0 3 3 16,1 6 34-16,1 0-19 15,-4 11-3-15,-3 13 10 16,-6 5-8-16,-8 1 1 16,-8 0-8-16,-3 0-24 15,-3 2-5-15,-22-2-10 16,-4 0 16-16,-3-8-15 15,2-11-2-15,6-9-7 16,10-2-53-16,11-17-84 16,3 0-134-16,3 2-232 0</inkml:trace>
  <inkml:trace contextRef="#ctx0" brushRef="#br0" timeOffset="79336.23">23962 3520 275 0,'0'0'403'15,"0"0"-368"-15,103-42 112 16,-72 23-102-16,-6-1-7 16,-7-2 7-16,-4 0-18 15,-10 1-14-15,-4 1 6 16,0 0 7-16,0 5-7 16,-10 1 13-16,-5 4 3 0,-2 4 9 15,2 3-7-15,-3 3-31 16,-1 0-6-16,4 6 10 15,0 14-12-15,5 6 3 16,1 8-2-16,0 3 2 16,6 4-2-16,3-2 4 15,0-2-4-15,0-1 4 16,18-4-3-16,4-5 1 16,2-5 2-16,3-8-6 15,0-4 2-15,3-9 1 16,-2-1 1-16,2 0 5 15,-2-19 0-15,-1-4 1 0,-5-5 6 16,1-2-4-16,-4-1 4 16,-5-6-4-1,-3 1 1-15,-6 1 5 0,-5 2-10 16,0 9 2-16,0 7 0 16,-9 7 2-16,-1 6 9 15,-4 3 8-15,5 1-18 16,-6 0-7-16,0 10-2 15,-1 11-6-15,2 7-1 16,4 3 4-16,7 2 2 16,3-3 2-16,0 0 0 0,0-4 1 15,6-4 1 1,13-2 5-16,4-6-7 16,7-3 0-16,8-5 3 0,6-6-3 15,5 0-4-15,3-6-59 16,-2-11-99-16,-3-4-29 15,-2 2-65-15,-5-3-69 16,-4 1 93-16,-5 0 232 16,-4-1 61-16,-4-2 72 15,-4-4 35-15,-4-1-61 16,1-2-18-16,-4 0-21 16,-1 4-31-16,-5 5-1 15,-6 3 7-15,0 6 19 16,0 5 7-16,-8 2 18 15,-11 6-26-15,-5 0-33 16,-4 3-18-16,-2 18-9 0,2 9-2 16,3 5-2-16,8 3 2 15,6-1 1-15,5-2-3 16,6-2 3-16,0-5 0 16,0-4 0-16,17-3-2 15,3-6 2-15,4-7-1 16,3-5 2-16,5-3 7 15,2-2 15-15,0-17 14 16,-3-10-10-16,-2-5-8 16,-5-7 1-16,-6-9-16 15,-8-8 5-15,-7-7-4 16,-3-5-2-16,0 4-2 0,0 11 3 16,-9 16-3-16,-1 16 6 15,-2 12 10-15,4 8 18 16,1 3-13-16,-6 4-22 15,-3 23-11-15,-3 12 10 16,1 11-1-16,8 4 0 16,7 2 2-16,3 1 0 15,0-2 1-15,10-3-1 16,10-6 1-16,7-3 4 16,2-7 0-16,3-4-4 15,-2-6 0-15,-2-8 1 16,-3-5-2-16,0-8 0 15,2-5-1-15,0 0 0 16,6-18-63-16,-23 4-77 0,-2 0-228 16</inkml:trace>
  <inkml:trace contextRef="#ctx0" brushRef="#br0" timeOffset="79835">25961 3439 915 0,'0'0'61'0,"0"0"34"0,0 0-8 15,0 0-65-15,0 0-13 16,0 0 10 0,9 71 42-16,-5-41-37 0,1-2-5 15,-2 0-3-15,-3-2-9 16,1-7-4-16,-1-7-2 15,2-8 0-15,-1-4-2 16,2-1-81-16,-3-13-121 16,2-4-72-16</inkml:trace>
  <inkml:trace contextRef="#ctx0" brushRef="#br0" timeOffset="79983.21">25974 3244 813 0,'0'0'92'0,"0"0"16"15,0 0-38-15,0 0-70 16,0 0-5-16,0 0-93 16,15-6-68-16,-9 16-71 15,2 0-292-15</inkml:trace>
  <inkml:trace contextRef="#ctx0" brushRef="#br0" timeOffset="80336.07">26212 3374 451 0,'0'0'141'0,"0"0"36"0,0 0-51 16,0 0-34-16,0 0-2 16,84-23-23-1,-74 9-13-15,-6 2-25 0,-4 4 2 16,0 1 10-16,0 3-13 16,-20 4 10-16,-6 0-24 15,-1 0-14-15,2 10-6 16,8 9 2-16,8 3-4 15,9 3 6-15,0 2-5 16,18 0 1-16,12 0 4 16,9-2 2-16,3-3 0 15,2 0 2-15,-3-4-1 16,-6-4-1-16,-11-3 1 0,-11-4 0 16,-10-4 2-16,-3 0 0 15,-3 1 0-15,-22 0 10 16,-6-1-7-16,-8 3-6 15,6-3-2-15,6-2-53 16,6 1-75-16,20-2-101 16,1 0-291-16</inkml:trace>
  <inkml:trace contextRef="#ctx0" brushRef="#br0" timeOffset="82466.75">27829 3278 765 0,'0'0'46'0,"0"0"0"0,0 0 13 16,0 0-50-16,0 0 11 15,0 0 26-15,52-47-10 16,-47 35-13-16,-5-4 10 16,0-1 1-16,0-1-2 15,0-5 0-15,-9 3 2 16,-5-1-5-16,-4 4-1 15,3 3 25-15,-3 4-16 16,3 4-30-16,-4 5-6 16,-2 1-1-16,0 0 0 15,-4 18-5-15,0 7-2 16,1 6 4-16,6 1 1 16,3 1 2-16,6-1-4 15,4-1 4-15,5-3 0 0,0-4-1 16,0-6-4-16,12-3 4 15,6-6-3-15,0-4 2 16,3-5 0-16,3 0 2 16,-1-3 4-16,2-17 0 15,0-4-4-15,-1-2-1 16,-6-4 1-16,-3 1 5 16,-6 6-4-16,-5 4 3 15,-2 8 3-15,-2 5-4 16,0 6 25-16,0 0 8 15,0 0-7-15,0 9-29 0,-3 16-6 16,-6 13 2-16,-2 8 4 16,3 4 0-1,3 1 2-15,3-3-1 0,2-6 3 16,0-5-2-16,0-9 0 16,0-2-1-16,0-8-1 15,0-4 3-15,0-3-2 16,0-4 1-16,0-2-2 15,0-5-3-15,0 0-2 16,2 0-58-16,10-9-76 16,-6-1-120-16,1-1-199 15</inkml:trace>
  <inkml:trace contextRef="#ctx0" brushRef="#br0" timeOffset="83321.78">28322 3190 266 0,'0'0'522'16,"0"0"-467"-16,0 0 83 15,0 0-46-15,0 0-32 16,0 0-18-16,0 0-16 16,44-65 0-16,-20 63-3 15,1 2 3-15,-1 0-9 16,0 4-6-16,-2 17-2 16,-5 6-1-16,-6 5 10 15,-6 5 0-15,-5 3-11 16,-1-1 3-16,-22-1-9 0,-5-4 6 15,-5-3 2 1,-3-7-9-16,-4-4 9 0,4-6-7 16,1-7-4-16,7-6 1 15,8-1-1-15,3 0 1 16,8-10-3-16,5-5 4 16,4 1-6-16,0-2 6 15,0 2 2-15,6 0 1 16,3 5-1-16,4 3 1 15,-2 1 1-15,0 4 5 16,3 1-9-16,5 0 2 16,4 6 1-16,2 12 3 15,2 4 5-15,0 3 0 16,-2-2-6-16,-1 1 1 0,-2-1-4 16,-1-3 0-1,0-5 0-15,-1-5-2 0,0-4 0 16,6-6-12-16,-1 0-53 15,1-7-115-15,-19-4-107 16,-3-1-531-16</inkml:trace>
  <inkml:trace contextRef="#ctx0" brushRef="#br0" timeOffset="83815.64">28869 3242 876 0,'0'0'81'0,"0"0"34"16,0 0-12-16,0 0-42 15,0 0-6-15,0 0-12 16,4-15-43-16,-17 30 0 16,-4 9-7-16,-2 6 7 15,3 1 1-15,4 4 0 16,4-1-1-16,3-3 1 15,5 1-2-15,0-7-1 16,0-6 2-16,16-3-9 16,1-8 6-16,1-3-10 15,3-5-10-15,1 0-1 0,-2 0 12 16,1-10-1 0,1-9 12-16,-4-2 1 0,-2-2 2 15,-3-6 3-15,-6-3 3 16,-1-4 18-16,-6 2 13 15,0 4-18-15,0 3 28 16,0 10-6-16,-9 4-14 16,-3 6-1-16,0 1-4 15,-6 5-24-15,-3 1-9 16,-1 0 0-16,0 4 5 16,1 13-18-16,6 1-25 15,6 2-37-15,9-1-37 16,0-4-38-16,7-4-9 0,4-9-85 15,1-2-138 1</inkml:trace>
  <inkml:trace contextRef="#ctx0" brushRef="#br0" timeOffset="84232.8">29225 3258 659 0,'0'0'150'0,"0"0"-15"15,0 0 12-15,0 0-53 16,0 0-25-16,0 0-54 16,0 0-7-16,-17 62-8 15,6-28 4-15,3-1-4 16,4 0-5-16,4-2 5 0,0-2-4 16,0-6-2-16,0-3-18 15,13-6-8-15,4-2 6 16,2-9 7-16,5-3-36 15,1 0 55-15,-1-6 3 16,-1-10 2-16,-5-1 17 16,-5-4 17-16,-4 0-9 15,-6-3 29-15,-3-4 15 16,0-2-10-16,-9 1-23 16,-7 0-14-16,-4 7-12 15,1 4-4-15,-2 5-11 16,-1 6-2-16,0 4 0 15,-3 3-23-15,-3 0 8 0,0 17-14 16,2 3-88 0,7-4-51-16,18-10-99 0,1-5-355 15</inkml:trace>
  <inkml:trace contextRef="#ctx0" brushRef="#br0" timeOffset="85033.83">29958 3351 749 0,'0'0'22'16,"0"0"45"-16,0 0 24 15,0 0-47-15,0 0-3 16,0 0-26-16,-3-59-15 0,16 52 9 16,6 1 0-16,3 2-1 15,3 3 3-15,3 1-1 16,1 0-8-16,-4 5-1 15,-1 14 3 1,-6 6-2-16,-2 4 6 0,-7 6 7 16,-6-1 3-16,-3-2 3 15,0-3-7-15,-4-5-9 16,-13-7 11-16,2-7-15 16,5-6 7-16,0-4 7 15,5 0 5-15,-3 0 37 16,1-15 13-16,-2-9-37 15,2-7-29-15,4-2 10 16,3-5 19-16,0 3-24 16,0 2-1-16,1 5-8 0,12 7-2 15,1 3-4-15,5 3 2 16,2 4-32-16,5 4-56 16,2 4-89-16,-21 3-63 15,2 0-239-15</inkml:trace>
  <inkml:trace contextRef="#ctx0" brushRef="#br0" timeOffset="85284.34">30365 3238 537 0,'0'0'281'15,"0"0"-230"-15,0 0 1 0,0 0-15 16,9 93 20 0,-9-52 16-16,0 8-4 15,0 11-9-15,0 11-13 0,0 12-8 16,0 10-16-16,0 3-8 15,0-3-6-15,0-12 8 16,-1-15-11-16,-2-16-3 16,0-13 0-16,1-15-1 15,2-10-2-15,0-6 0 16,0-6-1-16,0 0-35 16,0-20-109-16,0-17-78 15,0 10-53-15,0-1-283 16</inkml:trace>
  <inkml:trace contextRef="#ctx0" brushRef="#br0" timeOffset="85528.82">30343 3457 585 0,'0'0'131'0,"27"-80"-17"16,-4 71-11-16,4 5-36 16,4 4-15-16,5 0 3 15,0 13-16-15,-1 8 11 16,-9 5 11-16,-8 1-22 15,-10 3-3-15,-8-2-7 16,0 2-10-16,-8-2-6 16,-14-1 1-16,-6-6 1 15,-2-5-14-15,4-8 2 16,1-6 0-16,10-2-3 0,6-3-44 16,9-17-56-16,0 6-128 15,0 1-206-15</inkml:trace>
  <inkml:trace contextRef="#ctx0" brushRef="#br0" timeOffset="86140.33">30677 3417 765 0,'0'0'68'16,"0"0"13"-16,0 0 19 0,88 0-34 15,-64 22-9 1,-3 5-6-16,1 2-11 15,-9 2-5-15,-5-1-20 0,-7-2-5 16,-1-6-9-16,0-3-1 16,0-8-1-16,-7-4-16 15,0-5 6-15,-2-2 3 16,1 0-1-16,0-16 9 16,1-7 2-16,7-6-2 15,0-3-2-15,0-3 2 16,0 3 5-16,15 1-4 15,3 4 0-15,1 6 2 16,1 4 5-16,-1 6-2 16,-1 5-1-16,-1 6-1 15,2 0 4-15,0 0-2 0,1 20-3 16,1 8-2 0,-5 3 3-16,-4 2 1 0,-6-4-5 15,-5-3 5-15,-1-5-2 16,0-7-3-16,0-6-1 15,0-5-1-15,0-1 1 16,0-2-4-16,0 0 5 16,0-3 8-16,0-18-1 15,0-6-7-15,4-6-4 16,7-4-19-16,4-3 10 16,4 3 1-16,-2 7 5 15,-1 9 4-15,-5 11-2 16,-5 6 5-16,0 4 1 15,-2 2 0-15,4 20 3 0,-1 9 4 16,1 4 25-16,-1 4-11 16,-1-3-6-1,0-3-10-15,-1-1-4 0,-1-5-1 16,2-3-1-16,1-7-19 16,-4-17-120-16,2 0-159 15</inkml:trace>
  <inkml:trace contextRef="#ctx0" brushRef="#br0" timeOffset="86284.58">31441 3481 653 0,'0'0'422'16,"0"0"-385"-16,0 0 44 0,0 0-78 16,0 0-3-16,0 0-80 15,9-10-137-15,-9 10-188 16</inkml:trace>
  <inkml:trace contextRef="#ctx0" brushRef="#br0" timeOffset="105375.99">2227 5809 163 0,'0'0'580'16,"0"0"-498"-16,0 0 63 0,0 0-31 16,0 0-29-1,0 0-15-15,-10-21-12 0,10 21-27 16,0 0-13-16,0 11-15 16,0 19 1-16,0 15-4 15,0 13 11-15,1 7-2 16,2-2 2-16,2-2-6 15,-4-9-1-15,1-9-4 16,-1-11 1-16,-1-8-1 16,2-10 0-16,-2-7 0 15,0-7-50-15,0-7-119 16,0-11-42-16,0-5-484 16</inkml:trace>
  <inkml:trace contextRef="#ctx0" brushRef="#br0" timeOffset="105695.09">2100 5782 723 0,'0'0'105'16,"0"0"11"-16,0 0-23 15,0 0-43-15,0 0-38 16,0 0-1-16,123-56 16 16,-62 80 12-16,0 8 11 15,3 11-1-15,-9 7-9 16,-7 10-16-16,-11 2-7 15,-17 1-1-15,-13-3 4 16,-7-4-15-16,-16-2 1 16,-26-5 1-16,-10-1 4 15,-14-7-1-15,-3-7-4 16,-2-10 4-16,7-10-8 0,16-10-1 16,15-4 1-16,14 0-2 15,11-20-17-15,8-7-30 16,0-2-51-16,20-5-72 15,1 18-44-15,-2 4-315 16</inkml:trace>
  <inkml:trace contextRef="#ctx0" brushRef="#br0" timeOffset="106408.95">2773 6171 655 0,'0'0'35'16,"0"0"-29"-16,0 0 25 15,0 0 20-15,0 0 2 16,0 0-2-16,79 7 1 16,-65-22-5-16,-1-2 4 15,-1-2-13-15,0-2-17 0,-6-3-5 16,-3-5 1-16,-3 0 4 15,0 1-9-15,-6 3-2 16,-9 8 4-16,2 6-9 16,-2 9 1-16,-3 2 24 15,-3 0-1-15,-3 20-21 16,2 12-7-16,5 7-1 16,2 8 0-16,11 2 0 15,4 1 1-15,0-1 2 16,1 1 7-16,20-3 5 15,4-4-1-15,1-6 3 16,4-7 3-16,3-10-2 0,1-6-13 16,0-8 2-16,-1-6-7 15,0 0 3-15,1-8-3 16,-1-16-11-16,1-6-81 16,-2-5-68-16,-28 18-86 15,-2 0-246-15</inkml:trace>
  <inkml:trace contextRef="#ctx0" brushRef="#br0" timeOffset="106678.15">3195 6008 406 0,'0'0'90'0,"2"-97"11"15,-2 77 20-15,1 6-47 16,-1 7 7-16,0 4 32 16,0 3-11-16,0 0-16 0,0 0-33 15,0 8-17 1,3 18-16-16,2 14-12 15,-1 10 32-15,1 8-13 0,-1 3-8 16,2-3 8-16,2-4-6 16,-2-4-8-1,1-5-4-15,3-8-2 0,-2-7-4 16,1-8-2-16,0-6-1 16,0-8-2-16,-3-5 1 15,3-3-5-15,1 0-71 16,-7-17-64-16,-3 1-69 0,0 1-282 15</inkml:trace>
  <inkml:trace contextRef="#ctx0" brushRef="#br0" timeOffset="107374.9">3159 6191 368 0,'0'0'351'0,"0"0"-248"15,0 0 1-15,0 0-60 16,0 0-27-16,0 0-2 15,41-19 10-15,-2 16 3 16,5-5-6-16,3-1-3 16,3-4-5-16,3-2-6 15,0-3 7-15,1-5 2 16,-9 2-5-16,-7 1-4 16,-13 3-2-16,-12 3-1 15,-9 3-2-15,-4-1 5 0,0 2 3 16,-6 0 1-1,-13 3-1-15,-5 6-7 0,0 1-1 16,-3 0 0-16,-1 11-3 16,6 14 2-16,1 4-2 15,6 6-3-15,6 7 2 16,6-1 0-16,3 4 2 16,0-6-1-16,10-1 0 15,11-6-5-15,6-6 4 16,3-5-1-16,0-7-2 15,-3-8 4-15,-2-6 5 16,0 0-1-16,-1-11-4 0,-3-12-16 16,0-5-28-1,0-6 6-15,-5-3-3 16,-1 1 3-16,-1-1 13 0,-3 6 14 16,-3 7 11-16,-2 10 5 15,0 5 1-15,4 6 11 16,-2 3 9-16,4 2-12 15,4 22-6-15,5 8 8 16,-3 8 4-16,0 2 1 16,-12 3-6-16,-5-1-1 15,-1-7-1-15,0-8-11 16,0-10 1-16,-3-13-2 16,0-4 3-16,-1-2 13 15,3-4 30-15,-1-19-13 16,-1-8-14-16,3-4-6 15,0-4-10-15,0-1 5 0,0 1-7 16,0 0 1-16,13 6-3 16,-1 4-1-16,3 9-1 15,5 2-4-15,5 1-106 16,-13 16-68-16,3-1-428 16</inkml:trace>
  <inkml:trace contextRef="#ctx0" brushRef="#br0" timeOffset="108432.87">4158 6265 569 0,'0'0'66'15,"0"0"37"-15,0 0-14 0,0 0-65 16,0 0 10-16,0 0 2 16,80-69-10-16,-47 64 1 15,3 2-4-15,-8 3 3 16,2 0 2-16,-7 4-16 15,-4 15-3-15,-3 8-1 16,-4 7-3-16,-6 1 8 16,-1 1-9-16,-5-2 8 15,0-7-12-15,0-5 0 16,-3-8 0-16,-3-7 1 16,3-7 4-16,-2 0 3 0,2 0-8 15,-3-14 0 1,-1-7-10-16,5-6 10 15,-1-5 0-15,3-5 6 0,0 0-3 16,2 2 9-16,11 4 0 16,7 3-3-16,2 4 8 15,2 4-4-15,-3 4-2 16,4 8 0-16,-4 7-1 16,-2 1-3-16,-2 0-3 15,-1 20-4-15,-4 7 1 16,-3 7 6-16,-4 3-2 15,-5 1-2-15,0 0 3 16,0-5-1-16,0-8-5 16,0-7 1-16,-2-8-3 0,2-7 2 15,0-3-8 1,0 0-3-16,0-6-1 0,0-13 2 16,2-9 9-16,8-5-10 15,2-2 8-15,3 1 3 16,-2 1 0-16,-2 7 2 15,4 6-1-15,-6 7-1 16,1 7 0-16,-4 6 2 16,0 0-1-16,3 12-1 15,0 13 0-15,-2 8 4 16,1 3 4-16,-1 1-1 16,-2 0-4-16,5-3-2 15,-2-8-1-15,-1-5-8 0,5-9-67 16,0-8-56-16,-9-4-37 15,0-1-252-15</inkml:trace>
  <inkml:trace contextRef="#ctx0" brushRef="#br0" timeOffset="108637.79">4968 6173 627 0,'0'0'197'16,"0"0"-129"-16,0 0-15 15,0 0-18-15,0 0 16 16,0 0 3-16,30 91 7 16,-29-66-21-16,1-3-16 0,-2-5-17 15,1-2-6-15,1-8-1 16,0-7-81-16,-2 0-110 16,0-4-141-16</inkml:trace>
  <inkml:trace contextRef="#ctx0" brushRef="#br0" timeOffset="109323.86">5004 5988 642 0,'0'0'157'16,"0"0"-119"-16,0 0-14 16,0 0-24-16,0 0 0 15,0 0 1-15,82 77 1 16,-54-39-1-16,-3 2 2 15,-4 0-2-15,-7-5-1 0,-5-9 0 16,-8-11 0-16,-1-5 0 16,0-5 0-16,0-5 0 15,0 0 7-15,0 0 21 16,-4-17-6-16,1-6-15 16,1-4 15-16,2-4-13 15,0-3 2-15,0 1 3 16,8 0 4-16,6 6 9 15,0 7-6-15,2 8 5 16,-2 5-13-16,2 7 4 16,-1 0 8-16,3 3-3 15,2 18-5-15,-1 2 0 16,0 7 5-16,-5 1-4 16,-4 3-3-16,0-3-4 0,-5 0-5 15,1-4-1-15,-3-6 0 16,5-5-2-16,-1-5-3 15,2-7-2-15,0-4 0 16,10 0-2-16,-2-2-4 16,5-15-8-16,-1-6-1 15,1-3 4-15,1-3 2 16,-4-6 0-16,-2-2-4 0,-6 0 12 16,-6 5 0-1,-5 9 1-15,0 11 2 0,0 9 4 16,-14 3 18-16,-8 7-4 15,-2 15-7-15,0 7-5 16,6 2-6-16,5-1-3 16,7 0 3-16,6-4-1 15,0-4 1-15,8-1 0 16,21 1 3-16,11-4 7 16,7-2 17-16,3-8 0 15,-3-7-21-15,5-1-2 16,-7 0-2-16,1-7 0 15,-6-9-2-15,-5-6-82 16,-28 11-103-16,-4-2-309 16</inkml:trace>
  <inkml:trace contextRef="#ctx0" brushRef="#br0" timeOffset="109857.77">6988 5843 818 0,'0'0'94'0,"0"0"12"16,0 0 13 0,0 0-46-16,0 0-14 15,0 0-8-15,-9-51-25 0,9 57-9 16,0 25-16-16,0 17 4 16,9 10 31-16,0 5-14 15,1 1-7-15,-7-2-2 16,3-7-10-16,-6-6-2 15,0-10 3-15,0-11-4 16,0-9-4-16,0-12-47 16,-3-7-77-16,0 0-97 15,-4-17-178-15</inkml:trace>
  <inkml:trace contextRef="#ctx0" brushRef="#br0" timeOffset="110643.53">6885 6041 126 0,'0'0'645'0,"0"0"-610"16,0 0-11 0,0 0-19-16,0 0 0 0,79-31 13 15,-40 21 7-15,1-3 2 16,-3-4-7-16,1 0-5 16,-4-1 13-16,-6-2 4 15,-2-3 0-15,-7-1-7 16,-7-2-3-16,-3 0 0 15,-6 2 15-15,-3 3-2 16,0 7 10-16,0 4 21 16,0 6-17-16,0 3 0 15,0 1-14-15,0 0-24 0,0 17-11 16,-3 16-10-16,-3 17 10 16,3 6 8-16,3 10-6 15,0-1 2-15,0-2 0 16,14-9 1-16,5-9-3 15,0-12 0-15,1-9-2 16,-1-8 1-16,0-8-2 16,1-8 3-16,4 0 1 15,1-5-2-15,5-21 3 16,-2-2-4-16,-5-9-10 16,-4-3-1-16,-1-1 2 15,-9 1 5-15,-5 9 4 16,-4 10 1-16,0 12 0 15,0 6 1-15,0 3 3 0,0 0-2 16,-1 23-3-16,-7 10-16 16,1 7 16-16,1 2 1 15,6-2 1-15,0-5-3 16,0-2 2-16,15-8-1 16,3-5 0-16,4-7 1 15,2-6-1-15,3-7 5 16,-2 0-3-16,6 0 2 15,-1-14-1-15,0-7 2 16,-4-4-5-16,-7-4-4 16,-1-3-3-16,-14-1 1 0,-4 1 0 15,0 6 6-15,0 8 0 16,-8 9 2 0,-6 9-2-16,0 0-1 0,-3 12-11 15,3 13 7-15,1 4 2 16,7 0-1-16,4-1 4 15,2-1 0-15,0-6 1 16,5-1 0-16,17-2 1 16,9-5 1-16,10-3 5 15,12-8-5-15,6-2 4 16,5 0-3-16,3-4-4 0,0-12-82 16,-46 4-139-16,-6-1-290 15</inkml:trace>
  <inkml:trace contextRef="#ctx0" brushRef="#br0" timeOffset="112057.09">9284 5772 354 0,'0'0'142'0,"27"-87"-48"15,-24 45 34-15,-3 2-33 0,0 8-44 16,0 9 28-1,-5 12 16-15,-2 5-5 0,-1 3-14 16,2 3-21-16,-1 0-23 16,0 6-32-16,-6 24 1 15,3 12-1-15,1 12 2 16,5 9 4-16,4 8 1 16,0 7 5-16,0 6 12 15,12 1 4-15,7-1-4 16,0-7 1-16,-1-7-2 15,3-8-7-15,-7-8-3 16,2-8 0-16,-7-8-6 16,-3-8 0-16,-1-7-4 15,-5-6 1-15,0-5-2 0,0-3-1 16,-20-4-1-16,-5-5 0 16,-8 0-2-16,-3-3-23 15,-4-19-39-15,3-10-112 16,23 13-7-16,5-2-116 15</inkml:trace>
  <inkml:trace contextRef="#ctx0" brushRef="#br0" timeOffset="112907.82">9057 6142 778 0,'0'0'43'0,"0"0"-3"15,90-50 12-15,-41 37-25 16,8-3-13-16,8-2-2 15,-1-2-8-15,0 1 0 16,-7-4-4 0,-6-1-1-16,-5-1 1 0,-7-2-1 15,-6-2-2-15,-8-3 3 16,-11-5-3-16,-4-4 3 16,-7-5 3-16,-3-3 3 15,0 0 0-15,0 6 4 16,-2 9 23-16,-5 10 48 15,3 8-63-15,1 8 32 16,0 4-6-16,1 2-6 0,1 2-8 16,-4 0-21-1,-1 16-9-15,-4 15 0 16,2 15 8-16,-1 7-3 0,5 6-3 16,2 3 2-16,2 1 8 15,0-2-7-15,0-3 5 16,12-4-4-16,-1-11 2 15,5-9-7-15,-1-10 0 16,3-7-2-16,0-7 0 16,1-9 0-16,4-1 1 15,-1 0 1-15,1-15 1 16,-3-8-2-16,1-7-3 16,-6-7 1-16,-3-7-3 15,-6-3 4-15,-5 3-2 0,-1 8 3 16,0 8 1-1,0 9 2-15,0 9-3 0,0 6 6 16,0 4 3-16,-1 0 6 16,-2 0 1-16,0 13-16 15,0 12-7-15,3 10 7 16,0 5 0-16,0 2 2 16,0 1 0-16,12-5-1 15,2-7-1-15,0-9-2 16,1-4 2-16,0-10 2 15,-1-4-2-15,0-4 2 16,3 0 0-16,2-15-1 16,1-12-1-16,-1-6-1 0,-3-3-13 15,-5-4 5-15,0-1-1 16,-7 6 7-16,-1 8 2 16,-3 12 1-16,0 9 1 15,0 5 3-15,0 1 8 16,0 2 2-16,0 19-14 15,0 9-4-15,0 3 4 16,1-1 4-16,5-3-4 16,3-1 0-16,-1-6 0 15,8-5-1-15,-1-6-6 16,3-5-60-16,4-6-86 16,-2 0-34-16,-14-2-120 15,1-11-280-15</inkml:trace>
  <inkml:trace contextRef="#ctx0" brushRef="#br0" timeOffset="113139.31">10296 5874 187 0,'0'0'373'0,"0"0"-225"16,0 0-3-16,0 0-18 15,0 0-52-15,0 0-57 16,0 0-7-16,83 7 49 16,-50 17-23-16,1 5 9 15,1-3 3-15,-4 0-15 16,-3-5-13-16,-7-7-15 15,-4-3-3-15,-6-4-3 16,-5-5-1-16,0-2-66 0,-1 0-55 16,2-19-15-1,-5-7-10-15,-2-4-50 0,0-7-36 16,0-2 51-16,0-4 0 16</inkml:trace>
  <inkml:trace contextRef="#ctx0" brushRef="#br0" timeOffset="113289.46">10609 5742 101 0,'0'0'212'16,"0"0"18"-16,0 0-29 15,0 0-38-15,0 0-41 16,0 0-24-16,-76 15-70 16,52 22-21-16,3 2 15 15,-2 2-5-15,3 0-5 16,3-2-9-16,-1-2-3 16,5-7 0-16,3-6-2 15,2-7-73-15,8-17-109 0,0 0-166 16</inkml:trace>
  <inkml:trace contextRef="#ctx0" brushRef="#br0" timeOffset="114406.14">11501 5753 761 0,'0'0'111'0,"0"0"-9"16,0 0 11-16,0 0-39 0,0 0-12 16,0 0-28-1,0 0-25-15,-20 66 4 0,20-11 14 16,0 13 5-16,0 8 5 16,0 8-6-16,8 0 0 15,3-3-12-15,-1-5-6 16,-3-7-1-16,-1-10-5 15,-1-11-3-15,-5-11 0 16,3-11-2-16,-3-9 0 16,0-5-2-16,0-8 1 15,0-2-1-15,0-2 0 16,0-2-7-16,-8-22-34 0,-4-10-129 16,8 13-124-1,-2-2-129-15</inkml:trace>
  <inkml:trace contextRef="#ctx0" brushRef="#br0" timeOffset="114655.18">11462 5997 618 0,'0'0'57'15,"21"-89"50"-15,6 71-34 16,3 3-20-16,4 3-2 16,3 3-6-16,4 5 8 15,-3 4 2-15,-2 0-3 16,-6 7-9-16,-9 14-15 15,-8 8-5-15,-11-1 9 16,-2 4-10-16,-6-1-4 16,-21-1 0-16,-4-2-14 0,-5-2 6 15,-4-5-1 1,5-7-9-16,4-9-2 16,11-5-47-16,10 0-100 0,10-11-104 15,0-1-414-15</inkml:trace>
  <inkml:trace contextRef="#ctx0" brushRef="#br0" timeOffset="115238.32">11913 6022 752 0,'0'0'66'16,"0"0"-11"-16,0 0 53 0,0 0-50 15,79-55-17 1,-67 41-16-16,-9-3-7 0,-3-1-11 15,0 1 5-15,-5 0-5 16,-13 1-3-16,2 7-2 16,0 3 5-16,2 3 4 15,1 3 14-15,-1 0 0 16,1 16-18-16,2 9-7 16,5 6 2-16,5 6-2 15,1 1 7-15,0-1-4 0,6-8 2 16,9-3-3-1,3-6-2-15,1-5 2 16,-1-7-2-16,4-5-1 16,1-3-2-16,1 0-4 0,3-11-15 15,1-10-3-15,0-7 6 16,4 0 6-16,-3 5 7 16,0 3 5-16,-6 6 0 15,0 7 1-15,-4 4 1 16,1 3-1-16,2 1 1 15,-4 21 4-15,1 6 5 16,-2 4 0-16,-4 0 1 16,-5-3-5-16,-7-5-1 15,-1-7-5-15,0-6 2 16,0-6 0-16,-1-5 8 16,-5 0 6-16,1-9 4 15,2-14 2-15,3-6-7 16,0-8-11-16,0-5-4 0,2-2 5 15,10 3-3-15,3 5-2 16,4 4 0-16,2 7 0 16,0 7-10-16,4 2-65 15,-16 16-37-15,0 0-165 16</inkml:trace>
  <inkml:trace contextRef="#ctx0" brushRef="#br0" timeOffset="115790.97">13193 5924 813 0,'0'0'89'15,"0"0"-9"-15,0 0 48 16,0 0-57-16,0 0-16 16,0 0-25-16,-5 25-25 15,5 30 24-15,0 8 5 16,2 8-7-16,14 4-1 15,1 4-4-15,-3 1-9 16,-3-5-1-16,-3-6-2 16,-3-13-2-16,-3-11-8 0,-2-15 4 15,0-11-4 1,0-8 0-16,0-10 3 0,0-1-3 16,0-7-26-16,0-19-54 15,-3-12-136-15,-1 15-132 16,-1-2-437-16</inkml:trace>
  <inkml:trace contextRef="#ctx0" brushRef="#br0" timeOffset="116059.02">13217 6056 579 0,'0'0'88'0,"36"-83"-67"16,-7 66 58-16,3 4-31 15,2 6-7-15,3 5 5 0,0 2 18 16,-4 0-7-16,-4 12-10 15,-10 13-19-15,-9 7 9 16,-10 1-2-16,0 3 8 16,-10-5-7-16,-15-2 1 15,-5-5-15-15,0-4-12 16,0-5 2-16,5-7-7 16,4-7-2-16,7-1-3 15,8 0-1-15,6-9-62 16,0-10-77-16,6 8-102 15,10 1-167-15</inkml:trace>
  <inkml:trace contextRef="#ctx0" brushRef="#br0" timeOffset="116959.19">13678 5921 847 0,'0'0'88'16,"0"0"11"-16,0 0-30 15,0 0-46-15,0 0-23 16,0 0 32-16,-12 108-23 16,7-70-5-16,5-3-3 15,0-6-1-15,5-5 3 16,10-4-3-16,2-4 0 16,2-7 0-16,3-6 4 15,2-3 0-15,-1 0-1 0,0-15 2 16,-2-7 0-1,-9-5-1-15,-6-3-2 16,-6-4 0-16,0-3-2 0,-17 3 0 16,-6 6-3-16,-2 5-4 15,3 12 5-15,1 4 1 16,8 3-6-16,3 4 6 16,7 0-8-16,3 0 6 15,0 0-4-15,0 0 3 16,0 0-9-16,4 0 3 15,14-2 10-15,3-5 9 16,5-3-4-16,3-4-1 16,7-6 0-16,-2-4-2 0,2-5 1 15,-3-7 0-15,-3-7 1 16,-5-7-3 0,-7-3 2-16,-5 3 3 0,-5 8-6 15,-5 11 5-15,-3 11 53 16,0 9-54-16,0 6 11 15,0 3 3-15,0 2-9 16,-6 0 3-16,-5 10-11 16,-5 16-1-16,2 8 0 15,0 7 0-15,3 5 0 16,3 0 1-16,4 4 0 16,4-1 5-16,0 2-1 15,0-2-1-15,7 1 1 0,7-6 0 16,4-5-5-1,0-7 2-15,3-11-1 0,1-5 1 16,-1-6-2-16,3-6 1 16,1-4 0-16,2 0 1 15,3-7-1-15,-2-11 7 16,0-5-7-16,-2-5 1 16,-2-8-1-16,-3-2-1 15,-6-1 0-15,-5 2 1 16,-10 8 1-16,0 9 0 15,-2 7-1-15,-17 7 0 16,-3 6-1-16,-1 0-7 16,-5 15 4-16,4 10-1 0,3 4 4 15,8 6-4 1,5 0 3-16,4-3 0 0,4-2 1 16,0-3 5-16,4-6 0 15,11-1 8-15,8-5-8 16,5-3 3-16,9-5-6 15,11-6 1-15,10-1 0 16,2 0-3-16,-5-11-80 16,-37-1-201-16</inkml:trace>
  <inkml:trace contextRef="#ctx0" brushRef="#br0" timeOffset="117088.09">14777 5956 1206 0,'0'0'82'15,"0"0"-55"-15,0 0-27 16,0 0-13-16,0 0-132 16,0 0-125-16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2-07T15:48:16.7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934 1610 680 0,'0'0'84'0,"0"0"-69"15,0 0 81-15,0 0-23 16,0 0-26-16,0 0 13 16,-23-26-5-1,23 23 13-15,0 1-13 0,0 2-15 16,0-3-6-16,0-4-18 16,12-4 5-16,7-8-13 15,4 1-8-15,5 4-1 16,-1 7 1-16,0 7-1 15,-5 0 0-15,-2 1-1 16,-4 16-1-16,-2 6 0 0,-4 7 3 16,-7 6 1-16,-3 3 3 15,0 1-4-15,-22 2 0 16,-13-1-1-16,-5-2-15 16,-3-5-10-16,1-6 6 15,3-7 14-15,8-7-3 16,7-7 5-16,9-3 4 15,9-4 3-15,5 0 0 16,1 0 11-16,0-8-2 16,0-6-3-16,0-2 4 15,9 0-1-15,10 4-12 16,3-1-3-16,5 6 2 16,3 4-5-16,1 3 3 0,-1 0-1 15,-3 17 2-15,-6 9 2 16,0 2 8-16,-9 4 0 15,-9 4-3-15,-3-3 2 16,0 1 2-16,-8-3-9 16,-17-1 2-16,-5-5-2 15,-3-3 16-15,-4-7-9 16,7-4 3-16,-1-5 16 16,1-3-9-16,9-3-5 15,3 0-5-15,3 0-7 16,5-7 0-16,2-7-14 15,5-5-27-15,3-2-17 16,0-3-71-16,15-1-69 16,-4 15-39-16,2 3-209 15</inkml:trace>
  <inkml:trace contextRef="#ctx0" brushRef="#br0" timeOffset="449.61">1141 1460 717 0,'0'0'95'0,"0"0"-52"0,0 0 53 16,0 0-23-16,25-79-21 15,-4 72-13-15,2 7-11 16,5 0 0-16,8 6-5 16,7 25 5-16,2 18 7 15,2 18-4-15,-5 10 11 16,-9 6-19-16,-12 5-11 16,-9-1-2-16,-9 2 0 15,-3-4-4-15,-15-5 0 16,-21-4 0-16,-16-5 4 15,-6-8-5-15,-6-10 8 0,-5-12-6 16,9-10 5-16,7-10-5 16,9-8 5-1,13-8-8-15,9-5 0 0,4 0-1 16,12 0-3 0,1-8-20-16,5-11-18 0,0-6-84 15,8-6-81-15,5 16-120 16,4 0-390-16</inkml:trace>
  <inkml:trace contextRef="#ctx0" brushRef="#br0" timeOffset="10207.37">2539 1581 747 0,'0'0'61'0,"0"0"0"16,0 0 63-16,0 0-66 16,0 0-33-16,0 0 9 15,0 0 10-15,0 0-24 16,0 79-7-16,-6-25-8 16,-3 7 2-16,0-1-2 15,-4 0 1-15,4-9-4 16,1-8-1-16,1-12 1 15,1-8-1-15,3-9 0 16,1-7-1-16,2-4 1 16,0-3 0-16,0 0 3 15,0 0 3-15,-1-17 9 0,-1-14 19 16,-1-15 7-16,2-8-38 16,1-4-2-16,0 2 3 15,0 3-2-15,0 6 3 16,1 2 7-16,13 6-7 15,-1 5 4-15,4 7-2 16,-1 5-3-16,-4 6 0 16,3 8-4-16,-3 8 0 15,1 0-1-15,5 16-1 16,3 18-4-16,3 13 5 16,-5 9 14-16,4 8-3 15,-3 6-3-15,-6 0-4 16,4-1-1-16,-6-7 6 15,-3-10-7-15,-2-10-2 16,-1-10 3-16,-1-8-2 16,-2-9-1-16,-2-6 1 0,1-7-1 15,-2-2 0-15,0 0 0 16,0 0-3-16,0 0-40 16,0-4-23-16,-11-15-59 15,-5-5-66-15,-2-2-86 16,9 15-105-16</inkml:trace>
  <inkml:trace contextRef="#ctx0" brushRef="#br0" timeOffset="10402.83">2503 1974 322 0,'0'0'140'0,"0"0"3"16,0 0 30-16,0 0-75 15,0 0-24 1,0 0-42-16,-7-7 6 0,29 7-13 15,6 0 24-15,5-1-21 16,6-5-11-16,6-3-8 16,1-2-9-16,3-2 0 15,-1-2-46-15,-32 8-181 16,-5 0-474-16</inkml:trace>
  <inkml:trace contextRef="#ctx0" brushRef="#br0" timeOffset="11061.28">3910 1564 653 0,'0'0'75'0,"0"0"66"16,0 0-25-16,0 0-10 0,0 0-23 16,0 0 12-16,0-39-35 15,0 39-19-15,0 7-22 16,0 19-19-16,0 15-2 16,0 9 2-16,0 4 6 15,0 5 5-15,3-1-9 16,3 0 4-16,0-6 5 15,0-6-6-15,-3-12 2 16,0-7-5-16,0-7-2 16,-3-6 0-16,1-5 0 15,-1-5 0-15,0-4 0 16,0 0-32-16,0 0-54 16,0-4-77-16,-3-19-18 0,-3 8-80 15,-2-5-171-15</inkml:trace>
  <inkml:trace contextRef="#ctx0" brushRef="#br0" timeOffset="11406.58">3800 1720 280 0,'0'0'113'16,"0"0"26"-16,-20-94-15 15,20 69-32-15,0 3-18 16,0 3-9-16,15 1-18 16,6 0-1-16,7 4 0 15,5 8-8-15,6 6 0 16,4 3-6-16,-1 25-1 15,0 13 0-15,1 6 2 16,-6 5-6-16,-7 4-11 16,-6 1 6-16,-12-1-7 0,-6-1-10 15,-6-4 4-15,0-9-2 16,-12-4-3-16,-13-9-1 16,-5-7 3-16,-3-5 1 15,-1-9 0-15,-2-2-5 16,3-5 3-16,0-1-1 15,6 0-2-15,5 0-2 16,7-8-6-16,8-3-20 16,5-1-28-16,2-1-26 15,6-2-54-15,18 1-52 16,-6 9-68-16,-5 0-369 0</inkml:trace>
  <inkml:trace contextRef="#ctx0" brushRef="#br0" timeOffset="11805.88">4562 1727 661 0,'0'0'144'16,"0"0"-85"-16,0 0 80 15,0 0-70-15,0 0-44 16,0 0 7-16,-78-22-13 0,51 41-5 16,4 5 0-16,-1 7-9 15,4 6 3-15,4 2-3 16,8 1-4-16,8-2 3 16,0-3-2-16,11-2-2 15,16-7 1-15,4-4 0 16,5-5 0-1,0-7-1-15,2-5 6 0,-5-5 7 16,0 0 12-16,-3 0-10 16,-3 0-6-16,-6-1-5 15,-3-8 1-15,-8 0-5 16,-2-6-23-16,2 1-80 16,-10 7-119-16,0-2-371 0</inkml:trace>
  <inkml:trace contextRef="#ctx0" brushRef="#br0" timeOffset="12708.15">5493 1837 242 0,'0'0'422'16,"0"0"-404"-16,0 0 47 15,-3 80 11-15,3-61-24 16,0-2-16-16,5-3 4 0,5 0 0 15,2-6-17-15,1-1-7 16,5-4 13 0,1-3-4-16,1 0 21 0,4 0-1 15,0-17 8-15,1-8-17 16,0-8 4-16,-2-7-15 16,-2-6-14-16,-5-4-3 15,-7-5-5-15,-6 2 3 16,-3 3-6-16,0 7 2 15,0 16 2-15,0 11-1 16,0 10-1-16,0 6 3 16,0 0-2-16,0 0-3 15,0 7-5-15,0 18-6 16,11 13 2-16,9 9 9 0,9 5 0 16,-1 3 1-16,5 0 3 15,-2-2 0-15,-7-9 2 16,-6-4 2-16,-8-9 0 15,-8-9-2-15,-2-4 5 16,0-6 0-16,-9-2 4 16,-11-3-4-16,-6-5-4 15,-6-2 3-15,4 0-9 16,0-13-2-16,7-7-17 16,10-2-40-16,10-2-46 15,1 0-36-15,12 2-69 16,6 15-99-16,-2 3-268 15</inkml:trace>
  <inkml:trace contextRef="#ctx0" brushRef="#br0" timeOffset="13371.83">6108 1862 505 0,'0'0'97'16,"0"0"-18"-16,0 0 69 15,0 0-54-15,0 0-11 16,0 0-22-16,55-59-17 15,-51 41-11-15,-4-2-8 16,0 0-2-16,0 2-5 16,-4 3 11-16,-7 2-2 0,0 6 10 15,-3 5 12 1,2 2-16-16,-4 0-27 0,-5 10-6 16,3 14-4-16,-3 7-2 15,7 7 5-15,6 3 1 16,5 2 0-16,3-3 5 15,0-3-5-15,11-4 9 16,9-7-9-16,2-6 3 16,4-4-3-16,0-8 0 15,4-5 2-15,0-3-1 16,1 0-1-16,1-11-3 16,-4-12-81-16,-5-4-58 15,-4-4-79-15,-8-1-16 16,-7 1-63-16,0 0 60 0,-2 2 240 15,-2 7 50 1,1 1 63-16,1 5 76 0,2 5-43 16,-1 2-22-16,0 5-40 15,3 4 2-15,-1 0-7 16,10 0-36-16,1 11-13 16,5 15 19-16,6 8 2 15,-2 5-4-15,-5 1-17 16,-7-2-17-16,-7-6-2 15,-6-7-4-15,0-6-3 16,0-9 3-16,0-6 2 16,0-4 0-16,0 0 7 15,-3 0 16-15,-3-10 5 16,0-15-15-16,-4-7-13 16,5-4-9-16,2 1 0 0,3 3 0 15,0 3-1-15,0 2-7 16,0 5-13-16,12 2-13 15,9 4-66-15,3 5-82 16,-15 11-93-16,-3 0-266 16</inkml:trace>
  <inkml:trace contextRef="#ctx0" brushRef="#br0" timeOffset="13568.79">6691 1751 559 0,'0'0'132'0,"0"0"-39"0,6 80 16 15,-6-43-40-15,0 1 0 16,0 2-12-16,0-1-11 16,3 1-4-16,-2-5-14 15,-1-7-15-15,0-5-5 16,0-11-7-16,0-7 1 16,3-5-2-16,3 0-22 15,-3-12-159-15,3-5-147 16</inkml:trace>
  <inkml:trace contextRef="#ctx0" brushRef="#br0" timeOffset="13714.13">6740 1603 810 0,'0'0'125'0,"0"0"-116"15,0 0 7-15,0 0-16 16,0 0-133-16,0 0-251 15</inkml:trace>
  <inkml:trace contextRef="#ctx0" brushRef="#br0" timeOffset="14272.11">6970 1944 692 0,'0'0'120'16,"0"0"-70"-16,0 0 32 15,0 0-47-15,0 0-6 0,0 0 57 16,48-18-33-16,-36-9-28 16,1-4-10-16,-4 1 1 15,-6 2-4-15,-3 3 5 16,0 6-3-16,0 8 5 16,-3 2 3-16,-5 8 5 15,-3 1 17-15,-1 0-31 16,-6 8-13-16,4 15 0 15,0 7-5-15,3 5 5 16,5 1-1-16,6-1 1 16,0-4-3-16,0-1 1 15,3-8 2-15,11-5-2 0,3-2 2 16,7-5 0 0,4-4-4-16,5-6 4 0,0 0 1 15,-3-21 4-15,1-10-5 16,-2-6-6-16,-4 0 2 15,-4 4 3-15,0 3 1 16,-6 10 0-16,-3 7-1 16,-2 6 1-16,2 7 4 15,0 0 3-15,7 2-4 16,-1 16 1-16,5 6 6 16,-3 6 3-16,-3 5-5 15,-5 2 2-15,-6-1 2 16,-6 0 0-16,0-5-8 15,-10-6 0-15,-7-4 0 0,4-8-3 16,4-6-2 0,4-5-7-16,5-2-41 0,0-6-65 15,0-10-134-15,0-4-320 16</inkml:trace>
  <inkml:trace contextRef="#ctx0" brushRef="#br0" timeOffset="15226.71">6558 1571 483 0,'0'0'43'0,"0"0"-40"15,0 0 19-15,0 0-3 16,0 0-1-16,0 0-14 16,0 0 4-16,69 52-6 15,-51-47 0-15,0-3 0 16,1-2 1-16,2 0 1 16,-3 0 6-16,0-9 24 15,-8-4-6-15,3 1-14 16,-5-4 18-16,-5 0-1 15,-3-2 0-15,0 0 27 16,0 1 10-16,-9 1 14 16,-4 8-8-16,-1 4 4 15,1 4-30-15,-2 0-12 16,-6 0-33-16,4 5-1 16,-3 14-2-16,5 1 0 0,4 1-8 15,7 1-4-15,4-3-45 16,0-2-41-16,19-6-37 15,-7-11-52-15,0 0-268 16</inkml:trace>
  <inkml:trace contextRef="#ctx0" brushRef="#br0" timeOffset="16713.06">8813 1690 601 0,'0'0'145'15,"0"0"-115"-15,0 0 66 16,0 0-61-16,0 0 4 16,-24-86-3-16,7 69 3 15,-2 3 11-15,-2 3 5 16,-2 4-7-16,0 5-17 15,-1 2-13-15,0 0-8 16,1 7-10-16,4 12 2 16,1 5-4-16,2 6 0 15,5 3 1-15,4 4-1 16,7-2-1-16,0-4 3 16,0-2-2-16,18-7-3 0,1-7 3 15,4-8-1-15,1-7 2 16,2 0 1-16,4-14 0 15,0-13 0-15,3-11-3 16,-6-4 0-16,-5-3-3 16,-10 3 3-16,-6 5 3 15,-4 10 0-15,-2 12 2 16,0 9 8-16,0 6 48 16,0 0 12-16,-2 14-18 15,-7 26-52-15,3 19-7 0,-1 20 7 16,7 15 3-1,0 11 1-15,0 4 1 0,13-2 0 16,1-6 15 0,-1-7-5-16,-7-7-3 15,-3-5-4-15,-3-11 0 0,0-12 3 16,-2-15 13-16,-11-18-22 16,-8-9 2-16,0-10 2 15,-7-7 2-15,-2-1 0 16,-7-29-5-16,-2-15-1 15,1-11 2-15,0-9-4 16,12-4 2-16,7 1-1 16,13 6-1-16,6-6 3 15,6 5-7 1,24 5-1-16,10 1 4 0,8 12-12 16,10 4-14-16,5 3-20 15,2 6-61-15,-4 5-70 16,-42 25-88-16,-8 1-346 15</inkml:trace>
  <inkml:trace contextRef="#ctx0" brushRef="#br0" timeOffset="18357.66">8974 1834 346 0,'0'0'401'0,"0"0"-387"16,0 0 25-16,0 0 22 15,0 0-29-15,0 0 5 16,41-45 9-16,-29 34 1 16,-1-2-12-16,-4 0-11 15,-2 0-4-15,-4 0 8 16,-1-3 0-16,0 2-7 15,0-2-8-15,-6 5 1 16,-4 4 1-16,1 3 9 0,-2 4-1 16,1 0 7-16,-2 0-24 15,3 8-6-15,-3 11-3 16,2 5 2-16,2 4-1 16,2 4 1-16,6 4 1 15,0-1 0-15,0 0 0 16,5-2 0-16,8-5 1 15,6-7-1-15,0-5-5 16,0-7 4-16,-4-6 2 16,3-3 0-16,-1 0 0 15,-3-15 1-15,2-9 2 16,-4-9 4-16,-1-2-3 16,-4-5-1-16,1 3-1 15,-5 2-2-15,3 8 2 0,-2 7 2 16,-1 4 0-16,3 6 16 15,-5 4-5-15,2 4-7 16,2 2-2-16,-2 0-7 16,6 4-1-16,1 19-10 15,-1 4 11-15,0 9 5 16,-1 3 1-16,-5-1-1 16,3-2 1-16,-6-10-4 15,0-7 0-15,0-6-2 16,0-8 0-16,0-5-2 15,0 0 2-15,0 0-3 16,0-5 3-16,0-18 0 16,0-8 0-16,0-6-19 0,6 2 18 15,3 1-1-15,4 7 2 16,-4 6-1-16,5 4 1 16,-1 6-1-16,-1 4-2 15,1 6 2-15,1 1-3 16,-1 0-1-16,2 12-3 15,0 9 5-15,0 6 3 16,-3 7 6-16,1 3-2 16,-1 1 4-16,-1-1-4 15,-1-8-3-15,1-5 0 16,-2-5 0-16,2-8-1 16,1-6 0-16,3-3 1 0,2-2 0 15,2 0 1-15,6-14 0 16,2-7-1-16,-1-4-1 15,-1-3-2-15,-1-1-7 16,-3-2 2-16,-8-2-5 16,-5 1 1-16,-5 0 3 15,-3 6 7-15,0 2 0 16,0 6 1-16,-8 3 0 16,-4 7 2-16,-3 2 5 15,3 5 6-15,-1 1 1 16,1 0-10-16,0 14-4 0,0 12-8 15,5 6 4 1,2 4 4-16,5 6-3 0,0-3 3 16,0 1 4-1,6-5-4-15,10-4 0 0,4-5 0 16,2-8 2-16,4-6-2 16,-3-6 0-16,2-6 0 15,-2 0 0-15,3-11 4 16,-1-14 0-16,-1-8-4 15,-2-4-1-15,-1 1-2 16,-2 3 3-16,-3 6 0 16,-2 8 0-16,-5 6-2 15,0 6 2-15,-1 7 4 16,5 0-3-16,4 8-1 16,7 15 1-16,1 9-1 0,0 2 3 15,-5 0-2-15,-7-3 3 16,-2-7-2-16,-8-10-2 15,-3-5-1-15,0-8 1 16,0-1 2-16,0 0 10 16,0 0-2-16,0-13 14 15,-11-14-8-15,0-5-14 16,4-6-1-16,7-3 2 16,0 3 0-16,0 2 5 15,6 7-8-15,6 7 0 16,10 2-1-16,1 2-6 15,15 2 0-15,6 2-58 16,-25 12-92-16,-1 2-178 16</inkml:trace>
  <inkml:trace contextRef="#ctx0" brushRef="#br0" timeOffset="19154.16">10558 1799 244 0,'0'0'372'0,"0"0"-329"16,0 0 79-16,20-86-26 15,-20 65-10-15,0-1 6 0,0 3-22 16,-8 2-16 0,-7 1-6-16,0 4-8 0,0 2 5 15,-1 3-2-15,2 2-9 16,-2 5-27-16,2 0-7 16,-2 10 0-16,-2 14-3 15,2 6-4-15,4 7 3 16,2 1 0-16,5 2 3 15,4 2 1-15,1-2 0 16,0-3 0-16,0-6 0 16,6-7-2-16,4-5 1 15,0-7-1-15,1-7 0 16,4-5-5-16,1 0-16 16,4-10 4-16,0-16 4 15,0-6 3-15,2-8 9 0,-3-4 2 16,-3-2 0-16,-5 2 1 15,-5 8 2-15,-1 8 1 16,-4 12-1-16,-1 7 11 16,0 8 29-16,0 1-12 15,0 0-6-15,0 0-12 16,0 19-12-16,2 11 0 16,4 7 1-16,4 2 9 15,-1 1-7-15,2 1 1 16,-1-4-4-16,-1-5 2 0,2-7-1 15,2-5-1 1,0-7-1-16,5-7-3 0,2-6-12 16,2 0-64-16,2-19-94 15,-18 4-69-15,-2-3-220 16</inkml:trace>
  <inkml:trace contextRef="#ctx0" brushRef="#br0" timeOffset="19459.31">10874 1473 559 0,'0'0'199'15,"0"0"21"-15,0 0-112 16,0 0-22-16,0 0-26 16,0 0-27-16,2-11-16 15,-1 50 15-15,-1 8-3 0,2 5-14 16,1 3 4-16,0-1-4 15,1-2 14-15,-1-3-18 16,2-4-1-16,1-6-3 16,1-10-2-16,2-9-3 15,3-7-2-15,2-6 0 16,5-6 0-16,6-1-3 16,3-6 0-16,-1-18-37 15,-4-5-39-15,-4-6-69 16,-19 17-128-16,0 3-399 15</inkml:trace>
  <inkml:trace contextRef="#ctx0" brushRef="#br0" timeOffset="20155.5">10939 1687 837 0,'0'0'55'0,"0"0"34"15,0 0-18-15,0 0-45 16,0 0-8-16,0 0-15 15,34-18 7-15,-3 14-4 16,2-3 0-16,-3 2-3 16,-5 3-3-16,-4-1 1 15,-4 3 0-15,-6 0 3 16,-3 0-3-16,-4 0 5 16,1 1-2-16,-2 16 2 15,6 7 8-15,-3 7 24 0,-2 4-11 16,1 2-4-16,-1 0-9 15,3-3-8-15,1-6 0 16,1-7 1-16,-3-6-3 16,3-6-1-16,-5-6-2 15,-1-3-1-15,2 0 0 16,1 0 4-16,0-6 7 16,4-11-1-16,-4-6 15 15,-4-6-14-15,-2-1-11 16,0 3-7-16,-15 1-14 15,-3 5-8-15,-1 5 3 0,5 4-2 16,4 2 28-16,5 1 6 16,4 0 0-16,1-1-6 15,0-3-2-15,4 0 1 16,16 0 1-16,2 1 1 16,5 2 5-16,-2 3 5 15,8 4-2-15,-6 3 3 16,3 0-1-16,-2 15-5 15,-3 8-1-15,1 4-4 16,-10 3 16-16,-4 0 2 16,-9 2-16-16,-3-4-1 15,0-4 1-15,-3-9-2 16,0-8 8-16,0-4-9 16,3-3 4-16,0 0 6 0,0-11 2 15,0-15 3-15,0-9-15 16,0-3 1-16,12 0 2 15,6 4 7-15,-3 4-10 16,0 7-2-16,0 6 2 16,1 7-18-16,5 4-122 15,-11 6-121-15,-1 0-463 16</inkml:trace>
  <inkml:trace contextRef="#ctx0" brushRef="#br0" timeOffset="34015.87">12510 1349 582 0,'0'0'135'0,"0"0"-78"16,0 0 69-16,0 0-10 15,0 0-23-15,0 0 10 16,0 0-22-16,-14-47-32 16,14 47-19-16,0 0-16 15,0 0-10-15,0 8-4 16,0 18-6-16,0 15 6 16,9 16 2-16,0 6 10 15,0 4-5-15,-3 0-2 16,0-3 1-16,-5-7 1 15,-1-7-7-15,0-10 0 0,0-10-1 16,0-11 1 0,0-9 0-16,0-8 0 0,0-2 1 15,0 0 5-15,0 0 2 16,0 0-6-16,0-14 8 16,0-13-9-16,0-8-1 15,0-4 1-15,0 3-2 16,0 4 1-16,6 5 0 15,9 3 0-15,0 4-2 16,3 5 1-16,4 5-2 16,-4 4 0-16,2 6-2 15,-4 0-1-15,2 3-2 0,-3 17 7 16,0 5-2 0,-5 8-3-16,-5 2 5 15,2 3 1-15,-5-1 6 0,-1-6-5 16,1-4-2-16,2-6-17 15,2-4-16-15,5-8-21 16,5-6-64-16,8-3-30 16,3 0-24-16,-17 0-96 15,1-9-119-15</inkml:trace>
  <inkml:trace contextRef="#ctx0" brushRef="#br0" timeOffset="34715.87">13045 1756 103 0,'0'0'377'0,"0"0"-300"15,0 0 73-15,23-74-22 16,-23 58-59-16,0 3 12 16,-5 1-12-16,-7 2-17 15,-1 2-1-15,-1 2-7 16,1 3-17-16,1 2-16 16,0 1-9-16,-4 0 4 15,-1 11 4-15,1 10-12 16,-1 6 2-16,2 4-2 15,5 3 1-15,1 0 0 16,5 0 0-16,2-4 1 16,2-4 0-16,0-3-2 0,0-8 0 15,12-5 0 1,-2-5 0-16,4-2 0 16,1-3-2-16,0 0 3 0,1-7-3 15,3-14 4-15,-2-6 2 16,1-5 1-16,-3-5 1 15,-5-1-1-15,0 2-1 16,-5 3 2-16,-2 7 0 16,-3 10 12-16,0 6 20 15,0 6 9-15,0 4-8 16,0 0-7-16,0 0-17 16,0 9-13-16,0 18-16 15,0 7 15-15,0 4 0 16,0-1 1-16,6-6 0 15,9-4 0-15,3-8 0 0,3-4 2 16,1-8-2-16,5-7 3 16,-3 0-3-16,4-4-11 15,1-21-10-15,-1-3-2 16,-3-6-6-16,-4 2 1 16,-3 4 10-16,-5 8 16 15,-4 9 2-15,-3 5 2 16,-4 6-1-16,-1 0 1 15,4 0 1-15,4 4-3 16,3 15 0-16,5 7 14 16,2 5 11-16,1 2-9 15,-3-1 1-15,-7-5-8 16,-8-4-3-16,-2-6-1 16,0-6-3-16,-15-6 5 0,-2-3-6 15,3-2-1-15,6-7-67 16,5-7-124-16,3-3-293 15</inkml:trace>
  <inkml:trace contextRef="#ctx0" brushRef="#br0" timeOffset="35365.4">14536 1380 605 0,'0'0'225'16,"0"0"-162"-16,0 0 84 15,0 0-24-15,0 0-37 16,0 0-29-16,-5-37-16 15,5 37-23-15,0 13-12 0,0 18-6 16,0 17 0-16,0 11 16 16,0 3-2-16,0 3-6 15,0-3 3-15,0-4-2 16,0-7-1-16,0-6-3 16,0-11-3-16,0-7-2 15,0-9 2-15,0-8-2 16,0-6-1-16,3-4-8 15,-3 0-72-15,0-17-69 16,0 0-111-16,0-4-265 16</inkml:trace>
  <inkml:trace contextRef="#ctx0" brushRef="#br0" timeOffset="35814.94">14483 1524 639 0,'0'0'141'0,"-4"-78"-70"0,4 57 45 16,18 1-35-16,8 4-36 15,7 4-9-15,6 4 5 16,3 8-8-16,0 0-5 16,-2 2 5-16,-3 21-14 15,-2 11-1-15,-5 5 4 16,-10 8-5-16,-9 2-2 16,-11-2-15-16,0-1 0 15,-28-2 0-15,-11-5 6 16,-6-3 6-16,-3-9-12 0,3-9-4 15,4-7-4 1,6-9-1-16,10-2 4 0,7 0 2 16,5 0 0-16,5-10-1 15,5 0-2-15,3 3 3 16,0 0 6-16,0 1-1 16,0 4 1-16,0 2-3 15,9 0-2-15,9 0-4 16,7 10 6-16,5 10 1 15,0 6 8-15,-3 1 3 16,0 2-6-16,3-2-3 16,-3 0 0-16,-1-7-3 0,1-3 0 15,0-6 0 1,3-6-51-16,1-5-88 0,5 0-43 16,-27 0-106-16,3-9-290 15</inkml:trace>
  <inkml:trace contextRef="#ctx0" brushRef="#br0" timeOffset="36332">15134 1795 725 0,'0'0'93'0,"0"0"23"16,0 0 2-16,0 0-44 16,0 0-5-16,-33-74 3 15,16 74-42-15,-5 0-30 0,-2 7-1 16,2 14 1-1,-2 9-4-15,5 5 0 0,4 2 3 16,3 0 0-16,6-4 0 16,4-4 1-16,2-6-1 15,0-5-2-15,2-7-2 16,9-4 4-16,3-3-2 16,0-4 2-16,4 0-3 15,2-4 1-15,-2-14-6 16,3-5 6-16,0-5 3 15,-4-2 0-15,0-2 0 16,-5 1 3-16,-4 5 2 0,1 7 23 16,-8 8 12-1,-1 8 4-15,0 3 1 0,0 0-11 16,0 0-17 0,0 10-17-16,0 12-4 0,0 5 4 15,0 3 3-15,0-4-1 16,0-3-2-16,5-3-2 15,10-3 1-15,4-3 1 16,3-3 1-16,1-4 2 16,1-4-1-16,0-2 1 15,4-1-2-15,-3 0 2 16,-4 0-2-16,-3 0 1 16,-7 0-4-16,-3-5-9 15,0-5-53-15,1-4-77 16,-8 7-102-16,2 0-163 0</inkml:trace>
  <inkml:trace contextRef="#ctx0" brushRef="#br0" timeOffset="36608.8">15547 1665 824 0,'0'0'271'0,"0"0"-264"16,0 0 14-16,0 0 21 0,0 0-18 15,0 0 31 1,112-9-10-16,-76 8-21 0,-5-3-8 16,-1-2-9-16,-6 2-5 15,-3 0-1-15,-5-3-2 16,-10-2-41-16,-6-2-121 15,0-2-55-15,-2 7-104 16,-11 1-215-16</inkml:trace>
  <inkml:trace contextRef="#ctx0" brushRef="#br0" timeOffset="36802.86">15730 1491 734 0,'0'0'67'0,"0"0"-15"0,0 0-24 16,0 0-24-1,-13 83 41-15,12-44 5 0,1 0 8 16,0 2-25-16,0 0-22 16,0-3-7-16,0 3 2 15,4-6-3 1,17-2-3-16,7-8-27 0,1-10-60 16,-19-15-110-16,0 0-367 15</inkml:trace>
  <inkml:trace contextRef="#ctx0" brushRef="#br0" timeOffset="37431.28">16250 1405 830 0,'0'0'64'15,"0"0"71"-15,0 0-9 16,0 0-62-16,0 0-15 16,0 0-15-16,0 0-11 15,0 36-11-15,3 13-3 16,1 10 15-16,1-1-14 15,-1 4 6-15,-2-3-7 16,-2-5-5-16,0-6-1 16,0-10 2-16,0-10-3 15,0-8-2-15,0-9-1 16,0-11-53-16,0 0-70 16,0-7-128-16,0-11-230 15</inkml:trace>
  <inkml:trace contextRef="#ctx0" brushRef="#br0" timeOffset="37850.57">16268 1553 257 0,'0'0'521'16,"0"-86"-431"-16,14 64 22 15,5 3-26-15,3 4-30 16,5 3-12-16,-1 5-7 16,0 6-1-16,-2 1-11 15,-2 3-13-15,-3 19-6 16,-3 10 2-16,-10 7-7 15,-6 8 9-15,0-1-9 16,-22 1-2-16,-9-7-5 16,-5-7-3-16,-1-6-24 15,3-10-14-15,3-6 17 16,8-7 13-16,8-2 9 0,6-2 8 16,5 0 6-16,1 0 1 15,3 0-2-15,0-2 6 16,0 2 10-16,0 0-7 15,0 0 4-15,0 0-13 16,10 0 2-16,11 13 1 16,12 8 21-16,0 6 16 15,-2 3-17-15,-1-2-2 16,-6-3-7-16,-5-2-5 16,-1-3-7-16,-4-5-5 15,-2 0 1-15,2-6-3 0,0-2-1 16,1-7-54-16,1 0-87 15,-10 0-86-15,-3-3-112 16</inkml:trace>
  <inkml:trace contextRef="#ctx0" brushRef="#br0" timeOffset="38714.85">16766 1847 699 0,'0'0'68'0,"0"0"2"16,0 0 34-16,0 0-45 0,0 0 5 15,0 0-4-15,-3-52-25 16,-14 46-1-16,1 2-24 16,0 2-6-16,1 2 1 15,3 0-5-15,3 0 0 16,0 12-2-16,6 3-1 15,3 5-3-15,0 1 2 16,0 2 1-16,3 1-4 16,10-2 7-16,2 2 0 15,5 5 1-15,5 3 0 16,5 0 0-16,-4 0 10 16,-6-12 10-16,-11-7-14 15,-6-6-5-15,-3-4 0 16,0 0 7-16,-1 1 13 15,-16 0-13-15,-10 1 19 0,-1-5-19 16,1 0-9-16,6 0-3 16,5-6-19-16,8-5-31 15,8 1-26-15,0-2-52 16,3 3-30-16,20 0-2 16,2 1 0-16,7 1 71 15,-2 1 92-15,-1 0 0 16,0 2 6-16,-6 0 44 15,1-2 25-15,0-2-17 16,-3-1 14-16,3-2-15 16,1-2 5-16,2-2 2 15,1-3-7-15,-2-2-43 0,-4-2 15 16,-4 0 4-16,-6 1-8 16,-6 0 0-16,-4 1 2 15,-2 3 7-15,0 3-4 16,-6 4 14-16,-6 4 4 15,-3 4-22-15,3 2-17 16,-6 0-9-16,1 2 2 16,-2 17-3-16,1 6 1 15,2 6-4-15,2 5 4 16,4 3-1-16,7 1 1 16,3-3-1-16,0 0 1 15,2-6 1-15,12-1 2 16,1-7-3-16,5-5 0 0,3-4 5 15,4-3 3 1,9-1 10-16,6-3 14 0,4-3-18 16,-1-4 48-16,-6 0-56 15,-6 0 0-15,-8-8-2 16,-7-1-3-16,-9 1-1 16,-3-3-10-1,-5-2-53-15,2-2-58 16,1-4-54-16,-4 13-131 15,0-1-437-15</inkml:trace>
  <inkml:trace contextRef="#ctx0" brushRef="#br0" timeOffset="39022.78">17672 1716 993 0,'0'0'100'16,"0"0"-86"-16,0 0 83 15,0 0-43-15,0 0-22 16,94-24 14-16,-63 18-21 15,0 0-4-15,-1 2-13 0,-3 0-4 16,-6 2-2-16,-8 2-2 16,-8 0-3-16,-5 0-85 15,0 3-118-15,-14 4-163 16</inkml:trace>
  <inkml:trace contextRef="#ctx0" brushRef="#br0" timeOffset="39197.37">17682 1826 338 0,'0'0'564'0,"0"0"-545"16,0 0 73-16,0 0 4 15,0 0 2-15,97 1-15 0,-52-12-43 16,0 1-16-16,1 2-12 16,0 2-12-16,5 2 0 15,-6-2-73-15,-32 6-264 16</inkml:trace>
  <inkml:trace contextRef="#ctx0" brushRef="#br0" timeOffset="43879.19">18971 1546 9 0,'0'0'815'16,"0"0"-809"-16,0 0 32 15,0 0 25-15,0 0-21 16,0 0 13-16,0 0 21 16,-52-52-44-16,34 52-19 15,-3 4-9-15,0 13 8 16,2 6-10-16,-1 3-2 15,1 7-1-15,4 4 1 16,3 1 0-16,2 3-2 0,5-1 1 16,5-1 1-16,0-5-1 15,0-6 0-15,15-5-2 16,2-8 0-16,2-5 3 16,1-6 0-16,-1-4 2 15,0 0 0-15,1-1 2 16,-3-17 0-16,-1-4 7 15,0-6-1-15,-6-4 3 16,-2-4-2-16,-4-3 14 16,-4-4 13-16,0 2 0 15,0 2 3-15,-10 2-9 16,-7 6 4-16,-2 6-14 16,1 2-7-16,-3 8-13 15,2 3 1-15,4 8-3 0,-3 4-11 16,4 0-11-16,3 20-27 15,5 4-28-15,6 3-54 16,0 0-18-16,16-8-42 16,-3-13-107-16,1-2-221 15</inkml:trace>
  <inkml:trace contextRef="#ctx0" brushRef="#br0" timeOffset="44243.28">19181 1733 505 0,'0'0'229'0,"0"0"-214"15,0 0 51-15,0 0 11 16,0 0-25-16,0 0 8 16,9 6 16-16,-9-6-3 15,0 0-7-15,0 0-25 16,0 0 9-16,0 0-20 15,0 0-7-15,0 0-9 16,0 0-12-16,0 0 0 16,0 0-4-16,0 0 2 15,0 0 0-15,0 0 0 16,0 0 1-16,0 0 0 16,0 0 1-16,0 0 1 0,0 0 5 15,0 0 0-15,0 0-8 16,0 0 3-16,0 0-3 15,0 0-36-15,0 0-95 16,0-2-115-16,2-2-166 16</inkml:trace>
  <inkml:trace contextRef="#ctx0" brushRef="#br0" timeOffset="45296.87">19474 1458 726 0,'0'0'102'0,"0"0"-36"0,0 0 63 15,0 0-51-15,0 0-15 16,0 0 6-16,0-26-17 16,0 26-17-16,0 0-14 15,0 0-4-15,0 0-13 16,0 16-4-16,0 9-2 16,0 9 2-16,0 4 5 15,0 0 1-15,-3-1-6 0,0-5 0 16,-3-4 2-16,0-5 1 15,0-5-3-15,-1-6 0 16,2-6-5 0,4-1 5-16,-1-4 6 0,2-1-2 15,0 0 1-15,0 0 1 16,0 0-3-16,0 0 5 16,0 0-3-16,0 0-2 15,0 0 4-15,0 0-1 16,0 0-3-16,0 0-1 15,0 0-2-15,0 0 0 16,0 0 0-16,0 0 1 16,0 0 4-16,0 0-4 0,0 0 0 15,0 0 3-15,0 0-1 16,0 0-3-16,0 0-1 16,0 0 0-16,0 0-3 15,0 0 2-15,0 0-3 16,0 0 3-16,0 0 2 15,0 0-1-15,0 0 0 16,0 0 0-16,0 0-2 16,-4 0-1-16,-1 3-1 15,0 0 4-15,-2 1 1 16,7-4 4-16,0 0-2 16,0 0 2-16,0 0-1 0,0 0 0 15,0 0 0 1,0 0-1-16,0 0 0 0,0 0 2 15,0-9-4-15,7 1 0 16,6-2-3-16,6 2-9 16,5 1 5-16,6 1-4 15,0 4 7-15,4 0-8 16,3 1-5-16,3-2-9 16,4 0-9-16,-1-3 28 15,-9 1-9-15,-5-4-73 16,-13 0 67-16,-6 0-20 15,-7-4 27-15,-3 1 15 16,0-4 6-16,0 3 0 16,-13 2 8-16,1-1 14 15,0 8 26-15,2 1-14 0,5 3-26 16,-2 0-12-16,-1 3-2 16,-2 17-13-16,-2 7 10 15,4 7 2-15,1 5 1 16,4 5 0-16,3 4-1 15,0 0 3-15,0 0-2 16,0-7 3-16,0-6-3 16,0-8 3-16,0-6-3 15,0-5 0-15,0-6 0 16,0-5 0-16,0-5-25 0,0 0-117 16,0 0-146-1</inkml:trace>
  <inkml:trace contextRef="#ctx0" brushRef="#br0" timeOffset="46444.36">20193 1871 800 0,'0'0'79'0,"0"0"-20"0,0 0 4 16,0 0-50-16,0 0-4 16,0 0-5-16,0 0-4 15,42 0 5-15,-20 0 16 16,5 0 0-16,-3 0 4 15,1 0-13-15,-2 0-5 16,-3 0 2-16,-1 0-1 16,-5 0-7-16,-3 0 5 15,-4-3-2-15,-4 0 5 16,-1 2 11-16,-2-1 0 16,0-2 12-16,0 0 5 15,0-5 0-15,0-1-4 0,0-4-28 16,0 1 0-16,0-6-5 15,-6-2 0-15,1-2-6 16,1 1 5 0,1-6 0-16,3-4-1 0,0-1 1 15,0-3-2-15,4 1 1 16,10 6-3-16,5 1 3 16,0 6 0-16,1 8 0 15,-1 6-2-15,-1 5 1 16,-4 3 0-16,-2 0-4 15,-1 15 2-15,-2 10-5 16,-2 10 4-16,-6 2-3 16,-1 4 9-16,0-1 0 15,0-3 1-15,0-2 1 16,0-3-1-16,0-3-1 0,0-7-1 16,0-4 1-16,16-5-3 15,8-3-3-15,6-7 5 16,6-3 1-16,6 0 1 15,7-2 3-15,2-10 3 16,-2-2-5-16,-9 1-2 16,-10 3 6-16,-14 3-5 15,-8 4 3-15,-7 2-2 16,-1 1 2-16,0 0 2 16,0-2-6-16,0 1-62 15,-4 1-168-15,-2 0-214 16</inkml:trace>
  <inkml:trace contextRef="#ctx0" brushRef="#br0" timeOffset="50491.86">21654 1816 869 0,'0'0'70'15,"0"0"-68"-15,0 0 105 16,0 0-72 0,0 0-7-16,-27 105-16 15,6-63-9-15,0-13 2 16,0-4-5-16,1-2 0 15,4-4-43-15,4-7-67 16,11-12-89-16,1 0-189 16</inkml:trace>
  <inkml:trace contextRef="#ctx0" brushRef="#br0" timeOffset="51074.88">22422 1682 842 0,'0'0'34'0,"0"0"13"0,0 0 90 15,0 0-91-15,12-22 1 16,-12 22 7-16,0 0-9 15,0 0-13-15,0 17-14 16,0 8-14-16,0 6-4 16,3-2 8-16,-3 2-6 15,0-1 0-15,0-5-2 16,0-2 2-16,0-3-2 16,0-8-3-16,0-5-67 15,0-7-80-15,0 0-64 16,0-7-263-16</inkml:trace>
  <inkml:trace contextRef="#ctx0" brushRef="#br0" timeOffset="51229.86">22437 1538 798 0,'0'0'50'16,"0"0"57"-16,0 0-32 15,0 0-59-15,0 0-16 16,0 0-5-16,-10-54-73 15,11 62-86-15,4 4-23 16,0-2-74-16</inkml:trace>
  <inkml:trace contextRef="#ctx0" brushRef="#br0" timeOffset="51647.87">22609 1690 219 0,'0'0'114'16,"0"0"-41"-16,0 0 115 15,0 0-83-15,0 0-7 16,0 0-4-16,90-5-16 16,-75-11-3-16,-3 0-7 15,-4 0-25-15,-4-4 38 16,-4 3-35-16,0 3-8 16,0 2-7-16,-7 4-9 15,-7 5-8-15,-4 0-2 16,-1 3-12-16,0 0-10 15,-1 13 5-15,7 8 5 16,4 2-8-16,8 2 5 16,1 2-1-16,7 0-3 15,17 0 7-15,7-2 0 16,6-1 0-16,-1-3 0 0,-3-1 0 16,-6-5 2-16,-11-3-1 15,-7-7 1-15,-9 2-2 16,0 1 0-16,-15 2 2 15,-14 1 2-15,-9-1 6 16,1-3-4-16,2-3-6 16,7-3-2-16,7-1-22 15,9 0-31-15,12 0-104 16,0-4-135-16</inkml:trace>
  <inkml:trace contextRef="#ctx0" brushRef="#br0" timeOffset="52492.55">23404 1712 586 0,'0'0'151'0,"0"0"-108"16,0 0 102-16,0 0-85 16,0 0 9-16,0 0-9 15,-13-78-16-15,13 67 2 16,5-1-11-16,12 0-9 15,3 0-10-15,10 4-6 16,3 2-2-16,0 4-3 16,0 2-1-16,-5 5-4 0,-3 18 2 15,-1 8-2-15,-7 6 0 16,-7 8 15-16,-5-1-11 16,-5 3 2-16,0-6-1 15,-9-8 0-15,-5-9-5 16,0-9 4-16,3-8-4 15,3-6 2-15,1-1 3 16,0-1 1-16,1-19 8 16,-2-11-10-16,4-10 3 15,2-4 5-15,2-2 9 16,0 5-13-16,0 8-2 16,9 8-2-16,2 6-1 15,2 6-3-15,1 4 0 16,2 4-2-16,2 5-6 0,7 1-28 15,2 0-105-15,0 1 10 16,-20 6-242-16</inkml:trace>
  <inkml:trace contextRef="#ctx0" brushRef="#br0" timeOffset="54063.16">23960 1630 716 0,'0'0'46'16,"0"0"62"-16,0 0-23 16,0 0-10-16,0 0 11 0,0 0-16 15,0-39 5-15,0 39-9 16,0 0-25-16,0 0-16 16,0 0-13-1,0 3-12-15,-1 16-7 0,1 10 2 16,0 8 5-16,0 4 7 15,0 1-5-15,0-1 1 16,9-2-2-16,4-3-1 16,1-5-1-16,0-7 0 15,1-7 1-15,2-6-1 16,-2-4-2-16,1-7-5 16,-2 0-7-16,0-4 6 0,1-19 5 15,2-8-3 1,-5-5 4-16,-3-8-1 0,-3-4-4 15,-6 4 7-15,0 6 1 16,0 7 2-16,0 13 1 16,0 8 2-16,0 4 21 15,0 6-3-15,0 0 0 16,-2 0-11-16,2 0-12 16,-1 6-8-16,1 16-8 15,0 8 15-15,0 3-1 16,0 0 4-16,0 1-3 15,8-1 1-15,6-4 0 16,-2-3 1-16,1-5-1 16,-2-7 0-16,1-4-3 15,-5-6 2-15,-1-1-13 0,-1-3-3 16,-1 0-4-16,3-14-2 16,1-13 3-16,-2-3 14 15,2-6 6-15,-4-2-3 16,0 2 3-16,-2 4 3 15,-1 8-2-15,1 7 0 16,-1 5 10-16,4 5 9 16,-4 3-6-16,2 3 1 15,-1 1-11-15,1 0-2 16,7 0-2-16,1 11-10 16,7 13 7-16,1 6 3 15,0 6 0-15,-2 3 7 16,-5 0-5-16,-5-2 0 15,-1-6 1-15,-4-6-3 0,-2-8 0 16,1-7 2-16,-1-6-2 16,0-4 0-16,0 0-3 15,0 0 3-15,0-10 3 16,0-12-3-16,0-10-11 16,0-5-11-16,5-1 14 15,-1 2 8-15,6 6 0 16,0 7-1-16,3 5 1 15,-1 3 0-15,1 4 3 16,-1 4 6-16,-1 5-4 16,3 2-4-16,0 0-1 15,5 15-3-15,-2 7 1 16,1 5 2-16,-5 5 3 16,-4 3-3-16,-5-5-1 0,-2-3 0 15,-2-4 0 1,0-8-4-16,0-6 5 0,0-5-6 15,0-4 5-15,0 0 0 16,0 0 1-16,0-3 0 16,0-18 0-16,0-9-18 15,0-4-3-15,4-1 20 16,9 3-1-16,-2 4 1 16,1 7-1-16,-1 5 2 0,1 7 2 15,-3 5 6 1,0 3-3-16,1 1 0 0,2 0-5 15,2 11 0-15,-1 10 0 16,0 9 1-16,-4 2 8 16,-3 4-8-16,-1-4 0 15,-4-4 7-15,-1-4-8 16,0-6 0-16,2-4-45 16,-2-5-33-16,1-8-76 15,-1-1-133-15,0 0-374 16</inkml:trace>
  <inkml:trace contextRef="#ctx0" brushRef="#br0" timeOffset="54550.84">24913 1742 566 0,'0'0'318'15,"0"0"-298"-15,0 0 34 16,0 0-48-16,0 0 11 15,57 79 16-15,-46-43 12 16,-4-2-7-16,-4-5-17 16,-3-5 1-16,0-7-14 15,0-4-2-15,0-7-1 16,-3-5 5-16,-1-1-7 16,-1 0 6-16,1-7 0 0,-1-13-3 15,2-6-4 1,3-6-2-16,0-4 5 0,0-4-2 15,5 1-1-15,7 6-2 16,4 6 1-16,-2 9 0 16,-1 4 2-16,-3 4-1 15,-1 6 12-15,2 1 2 16,-2 3-8-16,4 0 2 16,2 5-8-16,0 13 2 15,1 4 7-15,-1 3 12 16,-1 4-6-16,-5-1-6 15,-3-1 2-15,-3-1-4 16,-2-3-1-16,-1-2-8 0,0-5 6 16,0-4-5-1,0-2-1-15,0-4 0 0,0-5-36 16,0-1-26-16,0 0-88 16,0 0-72-16,0-8-295 15</inkml:trace>
  <inkml:trace contextRef="#ctx0" brushRef="#br0" timeOffset="54778.84">25304 1733 856 0,'0'0'31'0,"0"0"-30"0,0 0 63 16,0 0-27-16,0 0 3 15,17 93-16-15,-17-71-7 16,0-2-7-16,0-4-5 16,0-6-4-16,0-8-1 15,0-2-37-15,0 0-150 16,0-8-115-16</inkml:trace>
  <inkml:trace contextRef="#ctx0" brushRef="#br0" timeOffset="55744.62">25328 1544 341 0,'0'0'248'0,"0"0"-194"15,0 0 22-15,0 0-59 16,0 0-6-16,0 0 37 16,85 63-16-16,-65-25 3 15,-2 2 6-15,-2 2-13 16,-2-1 22-16,-4-6-33 15,-4-4 1-15,-3-10-3 16,-2-9-5-16,1-7 3 16,-2-3-1-16,0-2-1 15,0 0 2-15,1 0 12 16,2-13 4-16,-1-11 12 16,1-5 0-16,3-3-40 15,0 4 2-15,1 6-1 16,-1 6 2-16,-1 5 0 0,-2 5 4 15,-1 3-1-15,-2 3 2 16,3 0-9-16,3 2-4 16,1 18-11-16,2 7 15 15,-1 5 3-15,0-1-3 16,2-2-26-16,8-2-15 16,2-4 6-16,5-5 4 15,2-8 25-15,0-5-1 16,2-5-36-16,1 0 10 15,3-6 4-15,-3-13 17 16,0-6 10-16,-2-4 2 0,-3-1 3 16,-2-4-1-1,-1 0 29-15,-2 3-5 0,-8 4 32 16,-5 7 13 0,-4 6 18-16,-3 6-10 0,0 4-13 15,-18 2-21-15,-9 2-28 16,-7 0-17-16,1 8-3 15,-3 13 2-15,3 6-1 16,7 2 1-16,3 1-1 16,7 0 1-16,10-1-2 15,5-1 0-15,1-6-2 16,3 3-5-16,17-4 9 16,4-2 0-16,1 2 1 15,4 1 0-15,2 3 0 16,-4 3-2-16,3 3 2 0,-3 6 0 15,-3 5 0-15,-4 9 1 16,-3 10-1-16,-4 7 1 16,-8 6 2-16,-5 2 0 15,0 0-1-15,-2-3 0 16,-12-7 3-16,1-8-3 16,3-12 2-16,-5-9-2 15,3-13 0-15,-1-8 0 16,1-6 2-16,-3-9 5 15,0-1-1-15,-6-1-2 16,-2-23 3-16,-2-14-3 0,1-13 0 16,5-17-1-16,3-12 2 15,4-7-3 1,9 4 2-16,3 11 2 0,0 13-4 16,10 10-4-16,10 7-1 15,2 6 1-15,5 1 0 16,3 3-6-16,2 6 2 15,4 3-23-15,3 2-27 16,4 4-82-16,-32 17-141 16,-4-2-161-16</inkml:trace>
  <inkml:trace contextRef="#ctx0" brushRef="#br0" timeOffset="57073.64">26947 1759 468 0,'0'0'187'16,"0"0"-88"-16,0 0 36 15,0 0-40-15,0 0-19 16,0 0-12-16,0 0-21 15,27-28-10-15,-27 17 1 16,0-3-8-16,-8 1 4 16,-6 2-9-16,1 2 3 15,-4 3-11-15,0 2 13 0,-2 3-24 16,-3 1-2-16,0 0-2 16,0 0-6-16,0 13 6 15,4 7-4-15,-2 6 3 16,4 6-1-16,3 4 1 15,4 3 2-15,3-2-1 16,6-3 0-16,0-3 2 16,0-4-3-16,7-4 2 15,5-7-2-15,3-3-2 16,-3-7-3-16,3-5 0 16,1-1 0-16,4 0-1 15,-2-14 2-15,2-8 7 0,3-8 7 16,-5-7 1-1,0-4-4-15,-5-7 2 0,-3 0-1 16,-4 3 5-16,-3 6 1 16,-1 7 1-16,-2 10 4 15,0 10 7-15,0 4-3 16,0 7-1-16,0 1 5 16,0 0-17-16,0 0-7 15,0 14-15-15,0 13 7 16,0 12 8-16,0 3 3 15,0 2-2-15,8-1 1 16,8-8-1-16,-1-5 0 16,4-7 0-16,-4-7-1 15,1-5 0-15,-2-5-1 16,-2-5 4-16,0-1-2 0,2 0-1 16,2-12 0-16,-1-14 0 15,0-9-6-15,-5-6-2 16,0-8-2-16,-5-6 3 15,-5-3 2-15,0 4 3 16,0 7 1-16,0 15 1 16,0 11 4-16,-2 11-1 15,1 4 1-15,-2 6 8 16,0 0-5-16,2 0-4 16,-1 0-3-16,-1 16-4 0,0 15-9 15,2 10 11-15,1 6 2 16,0-1 0-16,0 5 3 15,1-2 1-15,11-4 0 16,0-5-3-16,0-7 2 16,4-7-2-16,-2-5 1 15,0-5 0-15,0-6-1 16,1-6-1-16,-2-2 0 16,4-2-40-16,-5-3-75 15,-12-8-138-15,0-4-308 16</inkml:trace>
  <inkml:trace contextRef="#ctx0" brushRef="#br0" timeOffset="57245.23">27189 1751 848 0,'0'0'194'0,"0"0"-155"16,0 0 66-16,0 0-57 15,0 0-37-15,0 0-3 16,65-24 2-16,-11 18-9 15,9-1-1-15,4 0-1 16,-1-1-8-16,-47 4-189 16,-7-1-226-16</inkml:trace>
  <inkml:trace contextRef="#ctx0" brushRef="#br0" timeOffset="60644.07">28452 1520 723 0,'0'0'108'16,"0"0"-18"-16,0 0 47 0,0 0-55 15,0 0-23-15,0 0-15 16,0 0-20-16,0-15-6 16,0 41-10-16,0 7-5 15,0 10 19-15,0 5-5 16,0 3-10-16,0 1 4 16,2-2-4-16,-1-3-1 15,-1-8 1-15,2-9-1 16,-1-6-3-16,-1-6-2 15,3-7-1-15,-1-4 2 16,3-2-2-16,3-5-3 16,3 0-43-16,8 0-75 15,-10-9-75-15,0-4-88 16</inkml:trace>
  <inkml:trace contextRef="#ctx0" brushRef="#br0" timeOffset="61122.99">28815 1658 855 0,'0'0'100'0,"0"0"6"16,0 0 19-16,0 0-56 16,0 0-8-16,0 0-15 15,7-21-29-15,-10 26-17 16,-8 12-14-16,-4 9 14 15,1 5 1-15,4 4 0 0,4 3-1 16,4 0 0 0,2-3-2-16,0-2 1 15,0-5 0-15,12-7-2 0,6-5 2 16,-1-6 0-16,2-7-3 16,3-3-9-16,-1 0-2 15,2-5-4-15,-3-12 7 16,-3-6 11-16,-5-3 1 15,-5-4 4-15,-2-5 1 16,-5-4 11-16,0-1 3 16,0 5 32-16,-3 8-46 15,-8 7 7-15,-1 10 8 16,0 0 7-16,-2 5-13 16,0 2-14-16,-1 0-1 15,0 3-8-15,2 0-4 0,-1 4-9 16,7 12-18-16,5 2-40 15,2 1-51-15,5-1-30 16,6-14-19-16,2-1-126 16</inkml:trace>
  <inkml:trace contextRef="#ctx0" brushRef="#br0" timeOffset="61572.83">29140 1690 815 0,'0'0'151'16,"0"0"-69"-16,0 0 51 0,0 0-62 16,0 0-4-16,0 0-27 15,8-14-40-15,-17 30-18 16,-5 8 10-16,-1 6 8 16,3 5 1-16,5 1-1 15,1-1-2-15,6-2 0 16,0-2-3-16,0-6-6 15,10-5-31-15,7-5 6 16,1-9-21-16,2-4 49 16,0-2-7-16,1 0-6 15,-3-13 5-15,0-5 16 16,-2-7 7-16,-4-1 4 16,-3-5 14-16,-6-5 14 0,-1-4 12 15,-2-2 15 1,0 6-12-16,0 8-12 0,-12 6-8 15,-1 8-12-15,-1 6-6 16,-1 1-1-16,0 6-15 16,-3 1-4-16,0 0-13 15,-1 4 0-15,2 14 11 16,3 5-33-16,7 1-21 16,7 1-50-16,0-1-70 15,0-17-33-15,8-3-152 16</inkml:trace>
  <inkml:trace contextRef="#ctx0" brushRef="#br0" timeOffset="61956.73">29449 1702 251 0,'0'0'795'0,"0"0"-773"16,0 0 60-16,0 0-28 15,0 0-45-15,0 0 2 16,-14 61-11-16,1-25 2 16,4-1-2-16,5 2-4 15,4-6-51-15,0-5 16 16,0-6-24-16,6-7 30 16,10-7-3-16,5-6 18 15,3 0 5-15,1-3-20 0,0-14 33 16,-3-6 8-1,-3 0 10-15,-8-1 16 0,-4-3 24 16,-7-2 17-16,0-1 16 16,-2 1-15-16,-16 5-12 15,-2 3-26-15,-5 7-20 16,-3 6-14-16,-2 2-4 16,0 6-24-16,4 0-12 15,3 0-49-15,7 10-24 16,13-4-103-16,3-2-192 0</inkml:trace>
  <inkml:trace contextRef="#ctx0" brushRef="#br0" timeOffset="62573.05">29822 1682 844 0,'0'0'39'15,"0"0"32"-15,0 0 24 16,0 0-65-16,0 0 8 15,104-61-3-15,-75 61-5 16,-4 0-13-16,-1 18-6 0,-6 9-5 16,-6 7 4-16,-4 3 4 15,-8 1-2-15,0-3 1 16,0-10-11-16,0-6 1 16,-7-9 3-16,3-7 7 15,4-3-6-15,0 0 2 16,0 0 13-16,0 0 12 15,-2-19 12-15,1-9-15 16,-1-9-16-16,2-2-11 16,0 0-4-16,3 0 0 15,14 1-6-15,1 4-11 16,1 6-35-16,3 3-28 16,-1 8-52-16,2 5-64 15,-16 12-129-15,-1 0-309 0</inkml:trace>
  <inkml:trace contextRef="#ctx0" brushRef="#br0" timeOffset="62791.24">30263 1549 427 0,'0'0'180'0,"0"0"-72"15,8 102 11-15,-8-50-51 16,0 7 2-16,0 6 2 16,2 6-6-16,-1 5-17 15,1 2 12-15,1-1-23 16,1-4 0-16,-1-8 4 15,1-12-32-15,-2-16-7 0,-2-11 2 16,0-12-4-16,0-8 0 16,0-6-1-16,0 0 0 15,0-9-82-15,0-19-89 16,0 4-137-16,0 0-319 16</inkml:trace>
  <inkml:trace contextRef="#ctx0" brushRef="#br0" timeOffset="63041.53">30285 1809 251 0,'0'-74'474'0,"0"55"-350"16,5 3-17-16,13 3-19 15,5 3-33-15,0 3-13 16,3 6 2-16,-2 1-7 16,-2 0-10-16,-3 17-4 15,-6 9-6-15,-6 6-1 0,-5 3-6 16,-2 3 14-1,-2-3-9-15,-18-2-1 0,-5-8-8 16,-2-5 2-16,1-7 8 16,3-8-12-16,5-5-4 15,5 0-11-15,11-17-29 16,2-13-101-16,0 11-117 16,15 2-85-16</inkml:trace>
  <inkml:trace contextRef="#ctx0" brushRef="#br0" timeOffset="63738.83">30577 1700 738 0,'0'0'136'0,"0"0"-96"16,0 0 37-16,0 0-13 16,0 0 32-16,66 93-37 15,-60-65-27-15,-6-4-24 16,0-2 5-16,0-7-10 15,0-5 0-15,-2-6-3 16,1-1 0-16,-2-3-5 16,1 0 5-16,-1-12 2 15,1-13 4-15,2-7-6 16,0-5 0-16,0 2 4 16,8 3 5-16,10 6-1 15,0 8 10-15,3 2-2 0,-3 6-3 16,1 5 0-1,3 3 1-15,2 2-4 0,0 4-2 16,3 18-2-16,-5 3 1 16,-6 6-6-16,-5 0-1 15,-8 2 0-15,-3-5-1 16,0-9 1-16,0-6 0 16,0-8-4-16,0-4 1 15,0-1 3-15,0 0 3 16,0-6 4-16,6-18-2 0,0-11-2 15,6-6-3 1,2-2-4-16,2-2 4 0,2 8-3 16,1 6 0-16,-5 9 2 15,-3 12 2-15,-4 7-2 16,-6 3-1-16,1 0 0 16,-1 15-7-16,2 16-4 15,-1 12 10-15,-2 9 3 16,0-2 7-16,0-3-4 15,6-9-2-15,4-8-1 16,2-9 0-16,6-10 0 16,1-5-1-16,7-6 1 15,3 0 5-15,6-14-5 16,-2-10 9-16,-3-2 0 16,-8 2 10-16,-10 2-1 0,-5 3-3 15,-7 6-6 1,0 5-5-16,0 2-4 15,0 3-5-15,0 3-43 0,0 0-81 16,-2 0-152-16,-2 0-399 16</inkml:trace>
  <inkml:trace contextRef="#ctx0" brushRef="#br0" timeOffset="67558.52">2309 4407 618 0,'0'0'44'0,"0"0"59"16,0 0-18-16,0 0-44 0,0 0 22 15,6-78-21 1,-6 58-11-16,-9-1 10 15,-4-3 6-15,-2 0-7 0,-6-1-13 16,3 1 0 0,-3 4-1-16,-1 5 6 0,5 3 11 15,1 6-17-15,1 5-4 16,-1 1-22-16,-1 0-4 16,-1 9 0-16,2 12-1 15,-2 7-1-15,6 6 6 16,0 5-2-16,5 4 1 15,2 1 1-15,5-4-1 16,0-1-2-16,3-7 2 16,11-8-3-16,2-4-1 15,2-9 4-15,1-4 1 0,-1-5 0 16,2-2 0-16,2 0 2 16,3-16 6-1,-1-10 2-15,-4-3-8 0,-4-5 3 16,-1-3 0-16,-6 1 2 15,-3-4-2-15,-5 2 2 16,-1 7 6-16,0 7 5 16,0 11-1-16,0 9 0 15,0 4 2-15,0 0-12 16,0 0-7-16,0 0-10 16,0 21 3-16,0 8 7 15,0 8 2-15,0 0-2 16,2 0 1-16,10-6-1 15,4-4 0-15,-1-6-4 16,3-7 4-16,-1-4 0 0,-3-8 1 16,3-2-1-16,-1 0 0 15,1-8 1-15,2-14-1 16,-1-7-3-16,-5-5 2 16,-2-2 0-16,-1-4 2 15,-2 2 0-15,-5 4 0 16,1 9 1-16,-1 10 0 15,-1 8-1-15,-2 7 8 16,0 0-9-16,1 0-2 16,6 11-12-16,4 14 3 0,5 11 11 15,-1 0 5-15,0 1-4 16,2-6 1-16,-3-3-2 16,-3-5 0-16,-2-8 0 15,-1-6 0-15,-4-8-1 16,-3-1-5-16,2 0 6 15,2 0-1-15,2-20 0 16,1-8-2-16,-1-6 2 16,-1-5-2-16,-1-4 2 15,-2 4 0-15,0 5 1 16,1 12 0-16,-1 7 0 16,-1 11 0-16,-1 4 0 0,3 0-8 15,4 3-6 1,4 20 14-16,3 9 1 15,-2 3 9-15,2 4 0 0,-4-2-5 16,1-4-5-16,1-4 1 16,-1-5 1-16,0-5-1 15,0-6-1-15,0-5-2 16,4-4-14-16,8-4-67 16,3 0-121-16,-17 0-77 15,1-8-334-15</inkml:trace>
  <inkml:trace contextRef="#ctx0" brushRef="#br0" timeOffset="68087.57">3134 4212 616 0,'0'0'86'0,"0"0"40"0,11-96-31 16,-11 73-23-16,0 9 1 15,-3 6-10-15,-8 4-9 16,-4 4-7-16,-1 0-7 15,-5 8-40-15,-4 17-6 16,1 9 5-16,6 6 0 16,3 2-2-16,6 2 2 15,6-3 1-15,3-3-3 16,0-6 0-16,9-6 2 16,12-8-3-16,1-8 3 15,4-7 1-15,-1-3 0 0,5 0 5 16,-2-19-1-1,-1-9 3-15,-2-7-2 16,-4-5 6-16,-7-7-9 0,-5-6 7 16,-8-7-5-16,-1-2-4 15,0-5 5-15,-10 5 0 16,-8 12 30-16,6 11 30 16,1 19-40-16,1 13 6 15,1 7-11-15,-2 0-13 16,-2 11-7-16,1 24 0 15,-1 8-3-15,5 8 3 16,4 7 0-16,4 1 1 16,0 3-2-16,12-3 2 0,12-3 0 15,1-10-1 1,5-6-2-16,6-7 2 16,10-7-3-16,8-10 3 0,7-14-28 15,3-2-107-15,-45-7-154 16,-4-11-377-16</inkml:trace>
  <inkml:trace contextRef="#ctx0" brushRef="#br0" timeOffset="69770.78">4611 4180 502 0,'0'0'199'15,"0"0"-108"-15,0 0 51 16,0 0-56-16,12-73-34 16,-12 58-20-16,-9 0-6 15,-7 2 7-15,-1 1-1 16,-2 5-6-16,4 6 13 0,-3-1-14 15,-1 2-25 1,1 0-3-16,-3 15-3 0,1 9 6 16,1 4-1-16,3 7 0 15,8 3 1-15,4 2-2 16,4 2-1-16,0-1 3 16,0-1-5-16,12-8 5 15,6-7 0-15,2-6-3 16,0-6 2-16,4-9 1 15,0-4 0-15,1 0 1 16,-1-10 3-16,3-14-4 16,3-6 7-16,-5-3-6 0,0-9 1 15,-8-1 0 1,-2-6 2-16,-9-5-3 16,-5-4 2-16,-1-6 1 0,0-2 9 15,0 1 6-15,-9 6 14 16,-7 12 2-16,1 13-16 15,0 13-5-15,0 12 4 16,6 3-15-16,0 6-3 16,0 0-3-16,0 1 1 15,-4 20 1-15,4 14-1 16,1 9 1-16,1 4 1 16,4 4-3-16,3 1 3 15,0 3-1-15,0 3 1 0,10-1-1 16,7-2 1-1,5-6-4-15,2-6-1 0,6-9-4 16,-2-8-6-16,5-9-1 16,0-7 5-16,1-5 3 15,-1-6-11-15,1 0-5 16,-2-4-3-16,-4-13 2 16,-4-3 6-16,-2-2 11 15,-5-4 2-15,-7-2 4 16,-1 0 1-16,-9-5 2 15,0-2 0-15,0 0 0 16,0 1 1-16,-12 5-1 16,0 7 2-16,0 8 2 15,-1 7 6-15,2 3 7 0,0 4-7 16,0 0-10 0,2 1-1-16,3 19-7 0,-1 6 6 15,5 3 1-15,2 3 0 16,0 2-2-16,0-1 0 15,3-2 1-15,12-6 1 16,3-3 0-16,0-4 3 16,1-7-3-16,1-7 0 15,2-4 0-15,0 0 1 16,1-3 2-16,1-15 1 16,-2-5-4-16,-1-5 0 15,-2-4 4-15,1-5-3 16,-4-7 0-16,2-2-1 0,-7-5 2 15,-3-2-2-15,-8-3 3 16,0 4-2-16,0 4 5 16,-5 10-3-16,-6 10 18 15,2 9 13-15,4 10 2 16,-2 5-24-16,3 2-3 16,-2 2-9-16,-2 0-3 15,-1 18-1-15,2 12 1 16,2 11 2-16,2 5 1 15,3 2 1-15,0 2 2 16,0-1-3-16,0 4 0 16,6-2 1-16,6 1 2 15,0-8 0-15,0-5-3 16,0-9 4-16,0-8-4 0,0-8 2 16,-3-5-3-16,0-5 1 15,0-4-9-15,6 0-46 16,-3-4-30-16,1-16-33 15,2-3 1-15,-3-4-23 16,-3-2-4-16,-3-4-4 16,-3 1 44-16,-3 3 91 15,0 7 13-15,0 8 49 16,0 8 55-16,0 5 21 16,0 1-10-16,0 0-46 15,0 15-21-15,0 8 10 16,0 4-12-16,3 1-1 15,4-3-17-15,-4-1-6 0,5-4-11 16,-4-4-10-16,1-5 2 16,-1-4-3-16,3-6-41 15,-5-1-171-15,1 0-261 16</inkml:trace>
  <inkml:trace contextRef="#ctx0" brushRef="#br0" timeOffset="69931.64">5393 3932 841 0,'0'0'25'0,"0"0"43"15,0 0-39-15,0 0-29 16,0 0-13-16,0 0-70 16,0 0-131-16,-9 11-349 15</inkml:trace>
  <inkml:trace contextRef="#ctx0" brushRef="#br0" timeOffset="71287.58">5545 4106 556 0,'0'0'157'15,"0"0"-69"-15,0 0 34 16,0 0-61-16,0 0 20 15,0 0-15-15,0 0-22 0,-9-32 2 16,9 32-10 0,0 0-11-16,0 0-11 15,5 5-6-15,10 15 19 16,1 8-4-16,1 6-11 0,0 1-2 16,-2 3-7-16,3-1-1 15,-3-2 2-15,-3-5-3 16,-1-5 4-16,-1-5-5 15,-4-9 0-15,-2-4 2 16,-2-5 0-16,-1-2-2 16,1 0 10-16,-2 0-4 15,3-3 12-15,0-15 3 16,0-10-9-16,4-8-5 16,-2-3 5-16,1-8-8 15,0-5 2-15,0-3-5 16,1 4 5-16,-3 9-6 15,-2 12 0-15,1 13 3 0,-3 7-3 16,3 6-6-16,-3 4-17 16,8 0-58-16,2 4-107 15,5 16-58-15,4 5 25 16,-11-11-127-16,-2 1-40 16</inkml:trace>
  <inkml:trace contextRef="#ctx0" brushRef="#br0" timeOffset="71928.95">5918 4207 269 0,'0'0'108'0,"0"0"36"15,0 0-25-15,0 0-29 16,66 75-14-16,-56-72-2 16,1-3-21-16,-1 0 16 15,2-1-1-15,-3-15-32 0,5-2-15 16,-4-3-11-16,-4-3 6 16,-5-1-5-16,-1-4 0 15,0 1-3-15,-4 3 4 16,-8 5-8-16,0 6 2 15,1 5 12-15,0 6 9 16,2 3-4-16,0 0-7 16,-3 0-15-16,3 16-2 15,0 5 0-15,3 4-1 16,3 4 1-16,3 2 0 16,0 1 1-16,0 1 0 0,6-1 0 15,10-2-3-15,4-5 3 16,0-5-1-1,3-5 1-15,2-5 0 16,4-7 0-16,-4-3 0 0,5 0 3 16,-2 0-1-16,-3-14 1 15,-2-5 0-15,-1-4-1 16,-4-4 3-16,-1-4-1 16,-7-3-2-16,-3-1 1 15,-7-3-1-15,0-1 2 16,0 4 6-16,-10 8 10 15,-5 6 0-15,-1 11-2 16,2 6 4-16,2 3-14 16,4 1-7-16,3 0-2 15,5 0-6-15,0 2-2 16,0 11 7-16,0 1-1 0,9 3 3 16,7 2 1-16,5 2 2 15,0 4-3-15,0 1 0 16,1 1 1-16,-5-1 0 15,-1 0-1-15,-4 2 0 16,0 1 0-16,-5 1 2 16,-2-3-2-16,-2-3 0 15,0-6-1-15,-3-2 0 16,5-6-42-16,-2-3-58 16,2-7-60-16,-3 0-31 15,1 0-150-15</inkml:trace>
  <inkml:trace contextRef="#ctx0" brushRef="#br0" timeOffset="72184.35">6536 4154 589 0,'0'0'158'0,"0"0"-63"15,0 0-27-15,0 0-8 16,0 0 33-16,0 0-18 15,27 63-4-15,-20-33-12 16,2-2-11-16,-3 2-20 16,-3-3-2-16,0-4-14 15,-3-5-12-15,0-4 2 0,0-6-2 16,3-8-17 0,0 0-120-16,-3-3-113 15,0-11-339-15</inkml:trace>
  <inkml:trace contextRef="#ctx0" brushRef="#br0" timeOffset="72370.52">6542 3963 900 0,'0'0'70'0,"0"0"18"15,0 0-40-15,0 0-48 16,0 0-10-16,0 0-8 15,31 5-41-15,-2 15-65 16,2 6-81-16,-15-15-107 16,-4 4-25-16</inkml:trace>
  <inkml:trace contextRef="#ctx0" brushRef="#br0" timeOffset="73286.1">6801 4249 297 0,'0'0'153'16,"29"82"16"-16,-29-65-28 15,0-8-56-15,0-3-10 16,0-5-7-16,0-1-23 15,0 0 2-15,-5-3 8 16,1-13-15-16,-2-7-24 16,6-6-3-16,0-1 6 15,0-4-13-15,0 0-1 16,0 3-4-16,16 5 2 16,1 5-2-16,2 7 0 15,0 6 0-15,1 5-1 16,2 3-2-16,-1 0 1 15,-6 13 0-15,4 10 1 0,-4 7-1 16,-3 3 3-16,0 2 2 16,-3-4 1-16,3-4-5 15,0-5-25-15,6-6-47 16,1-7-21-16,1-7 13 16,5-2-11-16,0 0-119 15,1-11 108-15,4-9 70 16,-2-2 32-16,0-5 0 15,-1-4 0-15,-3-2 6 16,-2-2 11-16,-5-1 17 16,-4 3 17-16,-5 2 36 15,-8 7 0-15,0 6 16 0,0 5 30 16,-8 6-20 0,-10 4-13-16,-7 3-31 0,-6 0-16 15,-4 16-47-15,1 10-4 16,6 5-2-16,7 3-1 15,7-2 0-15,10-3-2 16,4-5 1-16,0-6 1 16,4-4-1-16,10-5 2 15,8-8-1-15,0-1 1 16,4 0-1-16,-2-17 1 16,1-5-5-16,-4-4 1 15,-4 4 3-15,-7 3 1 16,-4 7 0-16,-5 5 3 15,-1 4-1-15,0 3 6 16,0 0 16-16,0 5-12 0,0 21-12 16,0 15 1-16,0 14-1 15,0 12 0 1,3 14 2-16,15 6 21 0,-1 8-9 16,-1-1-9-16,-1 4 9 15,-6-1-5-15,-3-6-4 16,-6-13 3-16,0-13-4 15,-3-18 1-15,-15-13 0 16,-3-15 3-16,0-10-3 16,0-9-1-16,-7 0-1 15,1-25 1-15,-4-15-4 16,-2-13-7-16,3-15 1 16,2-11 1-16,7-2 5 15,3 4 0-15,13 12 2 0,5 12-1 16,2 9-1-16,20 2-1 15,8 5-1-15,6 1 0 16,4 2-2-16,2 1-23 16,1 4-25-16,-2 2-55 15,-5 7-79-15,-29 18-107 16,-3 1-460-16</inkml:trace>
  <inkml:trace contextRef="#ctx0" brushRef="#br0" timeOffset="78187.22">8748 3934 857 0,'0'0'46'0,"0"0"16"0,0 0 19 16,0 0-53-1,0 0-20-15,0 0-6 0,0 0 13 16,-28 72-5-16,16-38-3 16,-3 1 0-16,5 3-1 15,-1-4 1-15,4-4-2 16,4-8 0-16,3-8 0 16,0-4-2-16,0-6-2 15,0-4 5-15,6 0-4 16,19 0 5-16,5-1 21 15,3-12 38-15,7-1-31 16,-3 2-17-16,-2 2-3 16,-1 7-7-16,-4 3 1 15,0 0-7-15,-5 14 0 0,-1 11 1 16,-6 5-1 0,-5 5 2-16,-8 3 15 0,-4 1-14 15,-1-5 9-15,0-2-4 16,-16-4 1-16,-2-7-5 15,-9-4 1-15,0-3 9 16,-4-4-3-16,-2-6-8 16,0-2-4-16,0-2 4 15,0 0-4-15,2-6-1 16,3-12-5-16,1-5-26 16,8-6-36-16,7-8-56 15,4-7-99-15,8 26-58 16</inkml:trace>
  <inkml:trace contextRef="#ctx0" brushRef="#br0" timeOffset="78409.59">8733 4013 901 0,'0'0'59'15,"0"0"6"-15,0 0 4 16,114-60-5-16,-67 44 0 15,-2 0 3-15,0 2-19 16,-8 3-29-16,-4 4-15 16,-6 3-3-16,0 4-1 15,-2 0-7-15,-5 1-104 16,-19 9-112-16,-1 0-187 16</inkml:trace>
  <inkml:trace contextRef="#ctx0" brushRef="#br0" timeOffset="78691.86">9264 4285 352 0,'0'0'415'0,"0"0"-405"16,0 0 58-16,0 0 35 15,0 0-21-15,0 0 21 16,5 14-13-16,-5-14-31 0,0 0 23 16,0 0-53-16,0 0 1 15,0 0-23-15,0 0-3 16,-3 0-4-16,3 0-6 16,-2 0-14-16,2 0-61 15,0 0-133-15,0-3-156 16</inkml:trace>
  <inkml:trace contextRef="#ctx0" brushRef="#br0" timeOffset="79453.12">9738 3998 736 0,'0'0'137'0,"0"0"-63"15,0 0 60-15,0 0-51 16,0 0-13-16,0 0-1 15,-2-46-4-15,-1 46-29 16,3 0 4-16,0 0-13 16,-3 0-6-16,0 0-8 15,0 0-3-15,-6 7-10 16,-3 10-6-16,-1 7 6 0,-1 4 3 16,5 2-1-16,5-1-2 15,4-3 0-15,0-1-3 16,0-3 2-16,10-1-2 15,11-3 5-15,4-2-4 16,8-4 4-16,2-2-2 16,2-3 1-16,0 2-1 15,-2-1 1-15,-4 1-1 16,-6 1 1-16,-4-1 0 16,-7 0 0-16,-4 1-1 15,-4 0 0-15,-6-5-1 16,0 3 3-16,0-1-2 0,0-2 1 15,-3 4 5 1,-15-1 0-16,-7-2-3 0,-2 1 0 16,-6-3-3-16,0-3 2 15,-2-1-2 1,0 0-5-16,2 0-7 0,2-7-11 16,9-11-22-16,5-10-79 15,5-8-130-15,12 18-101 16,0-1-177-16</inkml:trace>
  <inkml:trace contextRef="#ctx0" brushRef="#br0" timeOffset="79614.8">9745 4010 896 0,'0'0'87'16,"0"0"-21"-16,0 0 23 0,85-45-43 15,-49 33-17-15,7 2-14 16,-1-1-12-16,0 3 0 15,4-2-3-15,4-2-59 16,-34 7-126-16,0 0-439 16</inkml:trace>
  <inkml:trace contextRef="#ctx0" brushRef="#br0" timeOffset="80250.13">10430 4037 866 0,'0'0'64'15,"0"0"46"-15,0 0-21 16,0 0-33-16,0 0 6 0,0 0-14 15,0-31-16-15,0 31-10 16,0 8-8-16,1 15-6 16,7 11 16-16,1 5 11 15,-3 5-21-15,1 4-4 16,-4 2-3-16,-2-6-5 16,1 1 2-16,-2-9-2 15,0-6-2-15,0-9 0 16,0-6 0-16,0-5 0 15,0-7-25-15,12-3-57 16,6 0-124-16,-9-14-81 16,0 0-145-16</inkml:trace>
  <inkml:trace contextRef="#ctx0" brushRef="#br0" timeOffset="80667.59">10713 4124 457 0,'0'0'129'0,"0"0"-11"15,0 0 24-15,0 0-29 16,0 0-25-16,0 0-19 16,41-60-21-16,-41 63-15 15,0 17-9-15,-16 6 0 16,-6 4-17-16,-5 0 4 16,-4-3-6-16,-2-1-3 15,3-3-2-15,4-6-2 16,6-3 2-16,2-8-3 15,11-1 2-15,-2-4 2 0,9-1 1 16,0 0 0 0,0 0 7-16,0 0-9 0,0 0 8 15,0 0 9-15,0 0 2 16,0 0-10-16,13 0-3 16,5 3-6-16,6 8 6 15,4 8 1-15,1 2 1 16,-1 3 3-16,2 1 0 15,-5-1-2-15,-4-1-5 16,-3-5-4-16,-2-2 1 16,-4-5 0-16,2-4-1 15,1-5-24-15,1-2-67 16,-1 0-84-16,-9-6-64 0,-1-4-207 16</inkml:trace>
  <inkml:trace contextRef="#ctx0" brushRef="#br0" timeOffset="81177.41">10995 4209 638 0,'0'0'180'0,"0"0"-88"16,0 0 52-16,0 0-52 16,0 0-17-16,0 0-20 15,5-9-20-15,-5 35-12 16,0 2 2-16,0-1-13 0,0 0-6 15,0-4 2 1,0-6-4-16,6-4-4 0,2-6-2 16,0-2 2-16,6-5 2 15,0 0-1-15,1-3 2 16,2-12 1-16,-2-4-2 16,-1 4-2-16,-3 2-1 15,-5 6 0-15,-3 4 2 16,0 3 1-16,0 0-2 15,3 1-2-15,4 16-6 16,5 5 8-16,3 1 8 16,0-2-4-16,7-1-3 15,-4-5 0-15,2-10 0 16,0-5 0-16,1 0 3 0,-1 0 2 16,1-15 0-16,-5-4 0 15,-7-2 3-15,-4-3 8 16,-7-3 4-16,-1-3-1 15,0 0-1-15,-15-3-3 16,-4 1-3-16,-1 5-9 16,-1 6-4-16,5 8-2 15,7 6 1-15,3 2-14 16,3 5-15-16,3 0-24 16,0 0-82-16,0 0-151 15,0 0-391-15</inkml:trace>
  <inkml:trace contextRef="#ctx0" brushRef="#br0" timeOffset="84286.71">13132 4164 60 0,'0'0'644'16,"0"0"-601"-16,0 0 35 15,0 0-3-15,0 0-25 16,11-80-3-16,-11 61-8 16,-11-1-1-16,-4 0-14 15,-3 4 8-15,1 0 2 0,-2 4-8 16,1 3 15-16,0 5-2 16,-1 4 9-1,5 0-34-15,-6 0-14 0,1 17-1 16,-3 8 0-16,3 7-3 15,5 5 3-15,4 2-3 16,3 1 2-16,5-3 2 16,2-2-1-16,0-4 1 15,0-4-1-15,12-6 1 16,4-4-3-16,1-5 2 16,-1-8 0-16,2-4 1 15,2 0 0-15,5-13 2 16,0-11 10-16,-1-8-11 15,-2-5 1-15,-5-3 0 16,-5-2-2-16,-6 0 0 0,-2 2 3 16,-4 6 0-16,0 9 0 15,0 10 0-15,0 9 16 16,0 6 12-16,0 0-2 16,-3 0-17-16,-3 15-12 15,2 12-7-15,1 7 6 16,3 5 2-16,0 1-1 15,0-2 1-15,10-4-1 16,7-4 0-16,5-6-1 16,2-8 0-16,3-6 1 15,-2-7 1-15,4-3 1 0,0-7-1 16,1-20 0 0,-1-9-1-16,-3-9-18 0,-5-6-4 15,-6-4-8-15,-3-3 7 16,-8 0 16-16,-4 0 7 15,0 6 3-15,0 11-2 16,0 15 3-16,0 12 33 16,0 11-15-16,0 2 20 15,0 1-21-15,-1 0-21 16,-4 23-2-16,0 12 0 16,-1 10 2-16,4 3 5 15,2 3-5-15,0 1 2 16,0-1 6-16,6-2 1 15,10-6-4-15,4-7-2 0,1-5-2 16,0-8 1-16,2-7-1 16,-3-8-1-16,2-8-6 15,-1 0-58-15,-6-4-96 16,-13-10-99-16,-2 0-306 16</inkml:trace>
  <inkml:trace contextRef="#ctx0" brushRef="#br0" timeOffset="84447.86">13539 4060 882 0,'0'0'95'16,"0"0"35"-16,0 0-39 15,0 0-62-15,0 0-12 16,0 0-6-16,51-43-11 0,-4 33-1 16,8-1-5-16,8-3-107 15,-39 8-92-15,-1 1-154 16</inkml:trace>
  <inkml:trace contextRef="#ctx0" brushRef="#br0" timeOffset="85215.25">14388 3791 334 0,'0'0'159'0,"0"0"-73"16,0 0 56-16,0 0-22 16,21-77-16-16,-21 74 6 15,0 2-2-15,0 1-22 16,0 0-19-16,0 0-26 16,0 0-15-16,0 8-5 15,0 20-21-15,0 12 5 16,0 9 22-16,3 5-16 15,-2 2-6-15,-1 5 6 16,0-6-9-16,2-3 3 0,-1-8 3 16,4-10-5-1,-2-9 0-15,-2-8-2 16,1-7 0-16,-2-6-1 16,0-4 0-16,0 0-2 15,0 0-26-15,0-20-62 0,0-8-82 16,0 11-183-16,0 1-160 15</inkml:trace>
  <inkml:trace contextRef="#ctx0" brushRef="#br0" timeOffset="85915">14327 4009 480 0,'0'0'123'16,"0"0"-27"-16,0 0 34 16,0 0-44-16,0 0-29 15,0 0-17-15,-17-18-15 16,34 16-15-16,16-1-3 0,10-1 25 15,0-2 2-15,6 1-13 16,-2-7-18-16,-1 1 4 16,-4-2-4-16,-10 1 6 15,-8 2-2-15,-9 2 4 16,-6 0-4-16,-9 0-5 16,0-5 14-16,0 0 2 15,-10 0-12-15,-5 4-4 16,-3 3-2-16,1 2-1 15,-2 4 1-15,0 0-2 16,-1 6 5-16,1 12-6 16,2 6 0-16,1 6 1 0,4 4 4 15,3 4-2-15,9 2 0 16,0 0 4 0,4-3 5-16,15-4-4 0,4-4-3 15,3-7 4-15,0-5-5 16,3-10 5-16,1-4-4 15,-2-3-3-15,2 0 1 16,-3-14-39-16,-3-10-47 16,-2-3 8-16,-2-4 13 15,-3 0 29-15,0 4 19 16,-4 3 17-16,-1 7 2 16,3 5 5-16,-1 3 15 15,0 8 11-15,0 1-6 16,1 0-4-16,-3 3-3 15,2 16-2-15,-3 8 5 0,-2 6 4 16,-4 7-6-16,-5-1 1 16,0-4-6-16,0-6-11 15,-2-10-2-15,-5-6 5 16,2-9-4-16,3-4 4 16,-1 0 8-16,-1-9 11 15,-2-15 30-15,5-8-53 16,1-6 10-16,0-5-4 15,0 3 10-15,10 1-10 16,1 10 0-16,-1 8-8 16,2 6-2-16,0 7-2 0,3 4 0 15,0 4-14 1,2 0-112-16,-10 0-51 16,-1 0-44-16</inkml:trace>
  <inkml:trace contextRef="#ctx0" brushRef="#br0" timeOffset="87135.25">15238 4102 529 0,'0'0'69'0,"0"0"21"15,0 0 17-15,0 0-39 16,0 0 2-16,0 0-11 16,2-78-4-16,10 68-14 15,2 1 0-15,2 0-1 16,1 4-12-16,0 3 2 16,1 2-19-16,-3 0-1 15,1 0-8-15,-2 16 3 16,2 4-1-16,-1 7 7 15,-3 5-2-15,-3 1-5 16,-5 1-1-16,-4 2-3 16,0-8 3-16,0-6 2 15,0-5-5-15,-1-8-1 16,-7-4 1-16,2-5 1 16,-1 0 3-16,1 0-4 15,0-11-5-15,-2-10-2 0,5-6 6 16,3-4 1-16,0-4 0 15,0-2 4-15,0 1-4 16,5 1 1-16,7 9 1 16,1 6 5-16,1 3 1 15,0 7 1-15,2 6-3 16,0 2 2-16,-3 2-8 16,4 2-3-16,-2 16 2 15,1 9 0-15,-2 4 2 16,-2 6 0-16,-1-1-1 0,-3 0 0 15,-4-4 4 1,-2-7-2-16,-1-8-1 0,-1-7-1 16,2-7-4-16,0-3-1 15,-2 0 5-15,1 0 4 16,2-13-2-16,0-11-2 16,1-6-19-16,4-6 7 15,1 0 8-15,2-3-6 16,2 4 0-16,3 6 9 15,-1 6-1-15,3 7-3 16,-3 6 4-16,-1 6 1 16,2 3 0-16,-3 1 0 0,-1 1 2 15,0 19 5 1,0 4-1-16,-3 7 13 16,0 6-13-16,-2 0 4 0,-1-1-8 15,-1-2 0-15,2-6-1 16,1-5 2-16,-1-8-3 15,2-6-2-15,3-6-26 16,4-3-57-16,5 0-44 16,0-13-46-16,-15 1-96 15,1 1-237-15</inkml:trace>
  <inkml:trace contextRef="#ctx0" brushRef="#br0" timeOffset="87347.85">16036 4005 610 0,'0'0'144'0,"0"0"-35"16,0 0-4-16,0 0-76 16,0 0-14-16,0 0 68 15,17 77-32-15,-12-46-6 16,-4-1-5-16,3-3-14 16,-4-5-11-16,2-5-10 15,1-7-4-15,-2-6-1 16,5-4-29-16,0 0-127 15,-4-11-62-15,1-3-221 16</inkml:trace>
  <inkml:trace contextRef="#ctx0" brushRef="#br0" timeOffset="87469">16059 3876 604 0,'0'0'150'0,"0"0"-148"16,0 0-4-16,0 0-109 15,0 0-150-15,0 0-90 16</inkml:trace>
  <inkml:trace contextRef="#ctx0" brushRef="#br0" timeOffset="87831.82">16218 4154 327 0,'0'0'123'15,"0"0"9"-15,0 0-8 16,0 0-58-16,0 0-8 15,0 0-1-15,0 62-6 16,-7-73-33-16,3-6-12 0,1-5 11 16,1-4-3-16,2 0 21 15,0 1-27-15,0 3 10 16,0 2 6-16,11 4-8 16,0 5 7-16,1 1 0 15,3 3-9-15,0 2 3 16,1 3-6-16,4 2 0 15,4 0 8-15,0 2-9 16,-1 13 8-16,-1 4 14 16,-8 9-19-16,-5 1-8 15,-4 0-4-15,-5 3-1 0,0-7 0 16,0-2-2 0,0-6-38-16,0-5-32 0,0-3-19 15,6-6-38-15,0-3-121 16,0 0-127-16</inkml:trace>
  <inkml:trace contextRef="#ctx0" brushRef="#br0" timeOffset="88564.24">16635 4141 423 0,'0'0'6'16,"0"0"203"-16,77-73-94 16,-62 50-33-16,-2 1 9 15,-8 4 3-15,-4 1-20 0,-1 0-11 16,0 2-4-16,-10 5-8 15,-6 2-17-15,-2 5 2 16,-2 3-13-16,-2 0-20 16,0 3-3-16,-3 17-3 15,2 5 2-15,1 4 0 16,4 1 0-16,6 3-2 16,6-1 2-16,6-3-3 15,0-4 1-15,0-5 2 16,1-6 1-16,10-6-6 15,2-5 6-15,1-3 0 16,2 0-6-16,-1-6 3 16,3-13-4-16,0-6 2 15,1-7-1-15,-2 0 1 16,-3 2 5-16,-5 8 0 0,-2 6 3 16,-3 9 1-16,-4 6 16 15,0 1 23-15,0 0-8 16,0 7-35-16,0 12-2 15,0 6 2-15,0-1 7 16,0-2-7-16,0-2-1 16,0 0 1-16,12 0 0 15,10-4 1-15,6 0 1 16,10-8 11-16,-1-8-4 16,0 0-4-16,-2-13 3 15,-4-14-8-15,-4-9 6 16,-8-6-3-16,-2-8-3 0,-7-6 1 15,-10-6-2 1,0-5 1-16,0 1-5 0,-10 13-2 16,-5 13 3-16,0 16 4 15,3 14 0-15,0 9 0 16,-4 1 2-16,-4 8-2 16,1 25-7-16,-1 10 5 15,8 11-2-15,5 4 4 16,4 1-2-16,3 2 1 15,3-3 2-15,18-5 5 16,7-3 0-16,2-9 9 16,1-6-12-16,4-7-1 15,5-7 1-15,2-7-3 0,0-5 1 16,-2-9-3 0,-3 0-1-16,-3-11-59 0,-26-3-99 15,-2-2-177-15</inkml:trace>
  <inkml:trace contextRef="#ctx0" brushRef="#br0" timeOffset="89547.57">17688 3941 423 0,'0'0'244'0,"0"0"-158"16,0 0 45-16,0 0-34 15,0 0-12-15,0 0-28 16,0 0-2-16,0-44-13 16,9 44-19-16,1 0-10 15,6 5 11-15,3 17-3 16,1 10-5-16,0 10-3 0,2 8 9 16,-1 4-6-16,-3 1-2 15,0-5-8-15,-4-5-1 16,-1-11 2-16,-4-9-7 15,-3-10 3-15,-3-9-1 16,-1-5-2-16,0-1 3 16,0 0-3-16,-1 0 9 15,2-10 7-15,3-14 0 16,-1-9 20-16,2-10-31 16,3-5-2-16,-3-7-1 15,3-4 1-15,-2 3 0 16,-1 4 1-16,-3 13-1 15,-2 11 0-15,-2 9-3 0,0 11 0 16,0 5 0-16,0 3-11 16,3 0-23-16,4 4-62 15,5 18-96-15,5 5 16 16,5 1 32-16,-13-16-108 16,3-3-102-16</inkml:trace>
  <inkml:trace contextRef="#ctx0" brushRef="#br0" timeOffset="90097.06">18206 4014 284 0,'0'0'165'0,"0"0"-25"0,0 0 29 16,0 0-75-16,0 0-20 15,0 0 6-15,31-56-20 16,-31 51 1-16,0 1-6 16,-1 3-11-16,-7 1-27 15,-1 0 22-15,-4 0-39 16,1 15-7-16,-1 8 7 15,3 7 0-15,6 4 0 16,4 4-2-16,0 2 0 16,0-4 2-16,9-4-3 15,12-6 3-15,-2-5 0 16,5-4 0-16,0-4-1 16,-2-6 1-16,3-7 2 15,0 0-2-15,-3 0 4 16,0-14-3-16,-2-8 6 15,-4-3-5-15,-2-6 0 16,-1-3-1-16,-6-6 0 0,-4-3 1 16,-3-3 3-16,0 4 3 15,-3 2 0-15,-10 10-6 16,-2 4 6-16,1 8 0 16,0 8 0-16,0 4 4 15,1 5-4-15,1 1-6 16,0 0-2-16,-1 15-5 15,2 8 2-15,5 1-2 16,3 3 2-16,3 3 0 16,0 1-1-16,0 2 2 15,14 2 2-15,1-5 1 16,4-2 0-16,6-5-1 16,5-4-2-16,6-8-1 0,6-5-31 15,1-6-19-15,-1 0-43 16,-8-17-129-16,-25 3-35 15,-8-2-399-15</inkml:trace>
  <inkml:trace contextRef="#ctx0" brushRef="#br0" timeOffset="90379.28">18655 3827 400 0,'0'0'202'0,"0"0"-63"15,0 0-23-15,0-77-18 16,0 72-6-16,0 2-15 0,0 3-28 15,0 0-1-15,0 20-21 16,7 12-26-16,2 11 55 16,3 3-22-16,-4 5-5 15,-1 1-5-15,1-1-9 16,-1 1 5-16,-3-4-8 16,2-4-1-16,0-8-6 15,1-7-4-15,-2-7-1 16,3-6-1-16,2-7 0 15,3-4-1-15,4-5-20 16,2 0-64-16,-2-9-51 0,-11-3-66 16,-2-2-140-16</inkml:trace>
  <inkml:trace contextRef="#ctx0" brushRef="#br0" timeOffset="90646.55">18901 3912 641 0,'0'0'106'16,"0"0"19"-16,0 0-11 16,0 0-20-16,0 0-41 15,0 0-21-15,0-2-23 16,1 30 7-16,1 6 50 16,-1 3-38-16,2 2 0 15,0 1-1-15,0-4 3 16,1-3-12-16,2-5-7 0,-1-7-7 15,0-7 1-15,1-4-5 16,-2-8 0-16,2-2-27 16,-1 0-83-16,-1-9-68 15,-4-2-72-15,0-2-480 16</inkml:trace>
  <inkml:trace contextRef="#ctx0" brushRef="#br0" timeOffset="91795.85">18901 4032 734 0,'0'0'123'0,"0"0"-73"16,0 0 47-16,0 0-66 0,0 0-11 15,0 0-17 1,52-19 3-16,-10 16-6 0,4 0 0 16,6-1 2-16,-3 0 0 15,-5-3-2-15,-7 1 0 16,-8 2 3-16,-10 0-3 15,-10 1-3-15,-8 0 3 16,-1-1-2-16,0-1 2 16,0 0 9-16,0-1 4 15,-10 0 6-15,-2 2 13 16,2 0-7-16,-4 1-1 16,1 3-10-16,-2 0 2 15,-5 0-9-15,3 7-3 0,-3 12-2 16,1 5-1-1,2 4-1-15,1 6 0 0,2 1 0 16,3 3 1-16,5-2 1 16,4-4-2-16,2-3 0 15,0-4 0-15,0-7 0 16,12-5-8-16,3-6 5 16,0-6 3-16,4-1 7 15,4 0-7-15,-4-11 0 16,5-9-27-16,-2-7 20 15,-1-1-13-15,-1-6 19 16,-1-1 1-16,-5-3 3 16,-3 4 1-16,-3 5 8 15,-5 9 18-15,-2 7 11 0,-1 6-3 16,0 5 19-16,0 2-24 16,0 0 0-16,0 0-32 15,0 12-1-15,-6 9-2 16,-1 5 1-16,0 3 2 15,2-1-2-15,5-4 1 16,0-1-1-16,2 2-21 16,21-3-20-16,12 1 1 15,5-5 20-15,5-9 18 16,-2-8-47-16,-2-1-32 16,-3-1 7-16,-5-15 28 15,-5-4 30-15,-3-2 9 16,1-5 6-16,-7-1 2 0,4-4 1 15,-5-2 2-15,-4 0 1 16,-4 2 1-16,-6 7 33 16,-4 5 15-16,0 6 6 15,0 7 17-15,-17 5-14 16,-6 2-10-16,-4 1-32 16,-3 17-20-16,2 6-3 15,5 3 2-15,2 1 0 16,5 1 0-16,8-4 0 15,5-4-1-15,3-4-1 16,0-6 1-16,11-4-3 16,13-7 5-16,6 0 3 0,2 0 0 15,3-15-3-15,-4-2-7 16,-7 7 1-16,-9 3 1 16,-11 6 5-1,-2 1-1-15,-2 11-1 0,0 23-11 16,0 17 13-16,-5 15 16 15,-2 9 0-15,-1 7 0 16,1 8-1-16,-2-3-10 16,-3 2 16-16,2-3-15 15,-1-5 13-15,-2-11-1 16,1-13-4-16,-5-16-4 16,2-16 1-16,-1-12-5 15,-1-9 3-15,0-4-2 0,-2-4-1 16,-1-24-6-1,1-15 3-15,-1-13-5 0,2-12 2 16,5-8-11-16,2-10-7 16,10 3-13-16,1 2-5 15,0 12-23-15,15 18-77 16,-5 47-73-16,1 4-113 16</inkml:trace>
  <inkml:trace contextRef="#ctx0" brushRef="#br0" timeOffset="94163.04">18918 3776 569 0,'0'0'48'0,"0"0"17"16,0 0-12-1,0 0-47-15,0 0-2 0,0 0 9 16,0 0 2-16,13-58 8 16,-12 54 42-16,-1 2-7 15,0 1 18-15,0 1-5 16,0 0-14-16,0 0-11 16,0 0-19-16,0 0-10 15,0 7-14-15,0 14 5 16,0 10-2-16,0 6 9 15,0 2-14-15,0 2 4 16,-3-1-2-16,-4-4 2 16,1 0-5-16,0-4-1 15,1-3-3-15,4-5-96 16,-1-5-27-16,2-19-47 16,0 0-177-16</inkml:trace>
  <inkml:trace contextRef="#ctx0" brushRef="#br0" timeOffset="95189.34">19986 4150 678 0,'0'0'194'16,"0"0"-152"-16,0 0 43 16,0 0-56-16,0 0 6 15,0 0-2-15,0 0-5 0,31-23-4 16,-17 14 7-16,0-2 3 16,0 0 10-16,-3 0-11 15,-3-3-6-15,-2 3-4 16,-3-2-4-16,-3-3-8 15,0 1-5-15,0-1 2 16,0 1-4-16,-7 2-3 16,-4 6 7-16,-2 3-6 15,2 4 6-15,-2 0 12 16,-2 2-19-16,-1 20-2 16,2 6 1-16,3 7-3 15,6 4 0-15,5-3-1 16,0-2 1-16,10-6 3 0,14-4 2 15,6-6-1 1,4-6 4-16,5-8-2 0,1-4 5 16,2 0-3-16,-5-1 3 15,-2-12-1-15,-7-3-4 16,-3 2-2-16,-5-1-1 16,-1-1-11-16,-2-1-54 15,-17 12-118-15,4-3-205 16</inkml:trace>
  <inkml:trace contextRef="#ctx0" brushRef="#br0" timeOffset="96249.46">21125 3932 673 0,'0'0'87'0,"0"0"-18"15,0 0 54-15,0 0-75 16,0 0 36-16,0 0-8 16,-20-56-4-16,8 56-21 15,-3 0 10-15,0 13-54 0,-1 10-7 16,2 7 0-16,3 3-2 16,3 4-1-16,6 2 2 15,2-1 1-15,0-1-2 16,9-3 2-16,11-6-1 15,3-6 0-15,4-6 1 16,0-6 0-16,-2-9-3 16,-1-1-8-16,-1 0-6 15,-6-15 17-15,-2-7 0 16,-4-4 9-16,-1-4 1 16,-5-2 5-16,-4-5 3 15,-1-1-10-15,0 0 25 16,-6-2-5-16,-10 6 3 0,-2 8-9 15,-1 9-11-15,-1 8-2 16,2 9-3-16,-2 0-5 16,0 4-1-16,-2 19 0 15,5 7-4-15,7-1 4 16,8 3-5-16,2-6-9 16,2-1-9-16,20-2-10 15,8-6-14-15,6-7-23 16,4-6-53-16,2-4-13 15,4 0-17-15,-1-11-28 16,-2-10-21-16,-4-5-38 16,-6-2 75-16,-8-6 52 15,-4-4 113-15,-8-3 22 16,-3-3 63-16,-3 4 140 16,-6 7 44-16,-1 9-92 0,0 11 4 15,0 7-21-15,0 4-14 16,0 2-36-16,-3 4-61 15,-7 26-49-15,1 15 5 16,-2 14-5-16,4 5 6 16,6 11-2-16,-1 8 2 15,2 3 7-15,0 4 4 16,0-2 9-16,0-5-4 16,5-5-13-16,3-11 2 15,-6-15-5-15,-2-13-4 16,0-14 1-16,0-10-1 15,0-5-2-15,-13-7 0 16,-1-3-28-16,-2-6-46 0,7-10-169 16,3-4-195-16</inkml:trace>
  <inkml:trace contextRef="#ctx0" brushRef="#br0" timeOffset="96410.34">21369 4427 999 0,'0'0'78'16,"0"0"46"-16,0 0-33 15,32-88-74-15,1 70-7 16,9-1-7-16,10-1-3 16,3 4-3-16,11-3-39 15,9-1-32-15,8-1-99 0,-53 13-39 16,-2 1-279-16</inkml:trace>
  <inkml:trace contextRef="#ctx0" brushRef="#br0" timeOffset="97226.85">22388 3735 736 0,'0'0'55'0,"0"0"47"16,0 0-3-16,0 0-14 15,0 0-14-15,0 0 30 16,-5-55-16-16,5 52-22 16,0 3-23-16,0 0-18 15,0 4-4-15,0 23-18 16,0 13 2-16,0 13 1 15,0 6 9-15,0 2-4 16,0 0-2-16,0-6-4 16,0-4 2-16,2-9-2 15,-1-6 1-15,1-9-2 0,-1-5 0 16,-1-5-1-16,0-6 0 16,0-5-1-16,2-3 0 15,-1-3-17-15,4 0-31 16,2 0-50-16,5-16-107 15,-8 4-50-15,0 1-385 16</inkml:trace>
  <inkml:trace contextRef="#ctx0" brushRef="#br0" timeOffset="97613.08">22643 3763 688 0,'0'0'59'15,"0"0"57"-15,0 0 16 16,0 0-46-16,0 0 12 16,0 0-11-16,4-42-32 15,-4 42-21-15,0 0-9 16,0 13-10-16,0 15-14 15,0 14 11-15,2 3 13 16,2 5-13-16,-1-1-5 16,2 1 5-16,-2-4-8 15,0-2 6-15,1-5-4 0,-2-8-4 16,1-5-2-16,0-7 4 16,-3-5-4-16,1-5 0 15,-1-5-5-15,0-1 2 16,4-3-28-16,1 0-29 15,4-6-62-15,2-11-92 16,-6 6-50-16,0 0-418 16</inkml:trace>
  <inkml:trace contextRef="#ctx0" brushRef="#br0" timeOffset="98130.57">22983 3883 802 0,'0'0'80'0,"0"0"12"15,0 0 37-15,0 0-60 16,0 0 0-16,0 0-19 16,12-33-3-16,-12 33-18 15,0 0-7-15,0 0-13 16,0 5-9-16,0 12-3 15,-9 7 3-15,2 5 4 16,0 2-4-16,3 1-2 16,2 1 1-16,2-2 2 15,0-1-2-15,0-3-1 0,3-6-3 16,7-5-9 0,4-6-3-16,-2-6 5 0,3-4 1 15,3 0 6-15,1-3 3 16,0-14 1-16,0-5-1 15,-4-3 2-15,0-3 3 16,-5-2 5-16,0-3 5 16,-4-3 5-16,-6 2 19 15,0 1-4-15,0 4-11 16,-6 8 0-16,-8 4-7 16,0 6 2-16,-5 6-5 15,0-1-7-15,-1 6-5 16,-2 0-4-16,1 0 2 15,1 14-14-15,4 4-7 16,5 2-28-16,5 0-63 0,6-3-66 16,0-13-47-16,0-1-124 15</inkml:trace>
  <inkml:trace contextRef="#ctx0" brushRef="#br0" timeOffset="98515.3">23532 3707 1008 0,'0'0'42'0,"0"0"-10"16,0 0 11-16,0 0-37 16,0 0 2-16,0 0 2 15,77 72 58-15,-58-35-3 16,0-1-22-16,-3 2-9 16,4 2-19-16,2-2-2 15,-1-1-12-15,1-5 3 16,-4-5 6-16,-4-9-10 15,-5-5 1-15,-2-8-1 0,-3-2-4 16,2-3-68 0,1 0-61-16,-3-1-38 0,-2-9-61 15,-2-1-268-15</inkml:trace>
  <inkml:trace contextRef="#ctx0" brushRef="#br0" timeOffset="98842.7">23897 3757 606 0,'0'0'99'0,"13"-77"29"16,-10 61-25-16,-3 8-38 15,0 4 25-15,0 2-11 16,0 2-22-16,0 0-6 16,0 0-10-16,0 0-23 15,0 14-18-15,-3 12 1 16,-6 9 1-16,-1 7 7 15,-1 2-9-15,2 4 6 16,0 2-2-16,-2-3 6 16,5 2 4-16,0-10 3 15,3-4 0-15,2-7-7 16,-1-8-8-16,2-4 2 16,-1-6-4-16,1-3 0 0,0-3-4 15,0-2 4 1,0-2-66-16,0 0-72 15,0 0-106-15,3-2-196 0</inkml:trace>
  <inkml:trace contextRef="#ctx0" brushRef="#br0" timeOffset="99061.97">24103 4064 810 0,'0'0'305'0,"0"0"-296"15,0 0 64-15,0 0-24 16,0 0-39-16,0 0-10 0,5 0-6 16,-5 4-71-16,0-2-162 15,0-1-609-15</inkml:trace>
  <inkml:trace contextRef="#ctx0" brushRef="#br0" timeOffset="106609.92">25321 3804 834 0,'0'0'170'0,"0"0"-116"15,0 0 68-15,0 0-62 16,0 0-25-16,0 0-3 16,0-7-6-16,0 7-10 15,0 10-9-15,0 14-7 16,0 8 1-16,0 10 5 15,-2-2 9-15,-1 4-7 16,2-1 4-16,-1-3-9 16,2-5 3-16,-1-8 5 15,1-7-5-15,-2-4 3 16,-1-5-1-16,3-4-6 0,-1 0-1 16,-1-3-1-16,-1-1 2 15,-1 1-1-15,-2-3-2 16,-5-1-22-16,-5 0-77 15,-2 0-49-15,-4-15-77 16,13 5-82-16</inkml:trace>
  <inkml:trace contextRef="#ctx0" brushRef="#br0" timeOffset="106823.3">25015 3800 877 0,'0'0'82'0,"0"0"-19"16,5-89 44-16,18 58-88 16,7 1 9-16,3 4 4 15,-2 6-20-15,-4 5-2 16,-6 8-10-16,-9 7-2 16,-3 0-20-16,-6 13-82 15,-3 17-88-15,0-12-76 16,-12 3-182-16</inkml:trace>
  <inkml:trace contextRef="#ctx0" brushRef="#br0" timeOffset="107024.83">25046 4061 515 0,'-21'96'91'0,"20"-41"41"0,1-6-31 16,0-5-39-16,7-7-2 16,11-9 20-16,6-3-53 15,6-6 12-15,4-6-10 16,8-8-10-16,1-5-8 15,2 0 5-15,1-10-13 16,-4-14-3-16,0-8-52 16,-5-6-29-16,-6-9-67 15,-26 26-121-15,-3-2-104 16</inkml:trace>
  <inkml:trace contextRef="#ctx0" brushRef="#br0" timeOffset="107297.44">25518 3989 250 0,'12'-72'176'0,"-12"50"12"0,0 7-23 16,0 5-45-16,0 9 30 15,0 1-76-15,-2 0 25 16,-2 0-37-16,-4 20-51 16,-2 9-2-16,-1 15-9 15,0 8 14-15,6 9 5 16,4 7 10-16,1 5-4 16,0 3 2-16,0-1-6 15,4-4 6-15,5-6-9 16,-3-1-9-16,0-3 1 15,-2-9-7-15,-1-8-1 16,-3-13 4-16,0-9-4 16,0-6-1-16,-4-4-1 15,-10-7-2-15,-5-5-38 0,1 0-92 16,-3-19-103-16,14 0-139 16,-1-1-257-16</inkml:trace>
  <inkml:trace contextRef="#ctx0" brushRef="#br0" timeOffset="107454.8">25357 4583 767 0,'0'0'186'16,"0"0"-67"-16,0 0 7 16,-6-75-51-16,26 55-30 15,9-2-8-15,11-1-20 16,9-2-10-16,5 4-4 16,3 1-3-16,1 3-12 0,-1 0-61 15,-4 0-75-15,-39 14-71 16,-7-1-142-16</inkml:trace>
  <inkml:trace contextRef="#ctx0" brushRef="#br0" timeOffset="112211.23">26534 4209 301 0,'0'0'175'15,"0"0"-150"-15,0 0 79 16,0 0-14-16,0 0-8 16,0 0-3-16,0 0-31 15,10 35-16-15,-8-33 0 16,-2-2-14-16,3 0 1 16,1 0 3-16,5 0 17 15,4-17 21-15,3-9-13 0,1-9-16 16,0-9-8-16,-5-6-16 15,-5-4-1-15,-1-5-2 16,-3-9-2-16,1-8 2 16,-4-3 4-16,0 5-2 15,0 15 35-15,0 20-35 16,0 16 11-16,0 12-4 16,0 8 3-16,0 3 6 15,0 0 2-15,0 0-21 16,0 0-3-16,0 0-7 15,0 7-7-15,-4 19 10 16,1 13 4-16,2 12 4 16,1 9-4-16,0 9 0 0,0 3 2 15,0-1-1-15,4-4-1 16,11-8-1-16,4-9-1 16,2-10 2-16,2-12 0 15,2-11-5-15,-1-9 5 16,1-8 1-16,2 0 5 15,-3-9-2-15,3-18-1 16,-2-10 2-16,-5-6-5 16,2-10-1-16,-10-5 1 15,-3-5-2-15,-5-8-3 16,-4 1 5-16,0 6 0 16,0 15 0-16,0 15 0 15,-3 14 1-15,0 10 2 0,0 5 3 16,-1 3 2-1,3 2-7-15,-2 0-1 0,-2 0-7 16,-1 13-1-16,-2 15-12 16,-2 16 20-16,3 10 0 15,4 5 2-15,3 4-2 16,0-2 0-16,0-8 2 16,12-4-3-16,6-7 1 15,-1-9-1-15,1-8 1 16,0-9-3-16,0-4-1 15,2-5 4-15,-3-7 6 16,1 0-5-16,3 0 3 0,-1-10-3 16,1-8-1-16,-2-6-9 15,-1-3 6-15,-3-1 0 16,-5 0 2-16,-2-1 1 16,-4 5 1-16,-4 5 1 15,0 5 4-15,0 8-6 16,0 5 4-16,0 1 2 15,0 0 8-15,0 0-14 16,-7 12-3-16,-2 12-16 16,3 9 19-16,1 3 0 15,4 1 0-15,1-1-2 16,0-2 2-16,3-5-2 16,12-5 2-16,5-6-3 15,7-5-1-15,0-8 4 0,3-5 3 16,-2 0-3-16,0-4-2 15,1-14-11-15,-2-7 5 16,-5-5-9-16,-1-5-1 16,-9-5-2-16,-4 0 1 15,-5 4 15-15,-3 7 4 16,0 10 4-16,0 9-4 16,0 6 12-16,-3 4 26 15,-5 0 6-15,-5 8-44 16,-4 15-17-16,2 8 17 15,1 1 0-15,7 1 1 16,6-3 0-16,1-4 1 16,0-5-2-16,8-2-7 0,9-6 4 15,4-5 6-15,3-2 0 16,3-6 4-16,0 0-7 16,-2 0 6-16,-2-6-6 15,-5-7-69-15,-9 2-49 16,-8-2-70-16,-1 9-61 15,-1-1-275-15</inkml:trace>
  <inkml:trace contextRef="#ctx0" brushRef="#br0" timeOffset="112496.54">26696 3972 839 0,'0'0'197'16,"0"0"-154"-16,0 0 42 15,0 0-63-15,0 0-19 16,0 0 10-16,0 0-13 15,71-14-1-15,-21 2-17 16,7 1-109-16,-33 6-35 0,0 0-106 16</inkml:trace>
  <inkml:trace contextRef="#ctx0" brushRef="#br0" timeOffset="113442.59">28275 4050 662 0,'0'0'186'16,"0"0"-182"-16,0 0 51 15,0 0-32-15,0 0-9 0,0 0 3 16,-6 28 15-1,6-22 8-15,4-2 19 0,7-1-21 16,2-2-6-16,5-1 5 16,5 0 1-16,5-11 14 15,6-12 8-15,5-7-31 16,3-6-15-16,-5-5-5 16,-4-4-5-16,-9-4-1 15,-12 0 2-15,-12 0 0 16,0 2 2-16,-3 12-2 0,-11 11 0 15,-1 10-5-15,6 10 1 16,5 0 1-16,1 4-2 16,0 0-2-16,-1 0-1 15,1 19-4-15,3 9-7 16,0 6 11-16,7 3-3 16,15 2 2-16,8 0 0 15,3-3 2-15,-3-3 3 16,-5-6-1-16,-6-7 3 15,-11-7-2-15,-6-1-1 16,-2-2 0-16,0 0 2 16,-3 1 5-16,-15 2-3 15,-5-1 3-15,-5 1 1 16,-4-2-5-16,4-2-3 16,4-1-38-16,12-5-53 0,8-3-73 15,4 0-61 1,0 0-300-16</inkml:trace>
  <inkml:trace contextRef="#ctx0" brushRef="#br0" timeOffset="113741.84">28796 3834 753 0,'0'0'186'0,"0"0"-135"16,0 0 64-16,0 0-77 15,0 0-22-15,0 0 7 0,4 48-14 16,-8 4 6 0,-6 13 6-16,2 11 2 0,3 6 17 15,1 3-3-15,2-6-11 16,2-6 4-16,0-10-15 16,0-10-2-16,0-11-7 15,0-11 0-15,0-10-5 16,0-8-1-16,0-6 1 15,0-7-1-15,2 0-46 16,-1-13-118-16,-1-5-85 16,0-6-326-16</inkml:trace>
  <inkml:trace contextRef="#ctx0" brushRef="#br0" timeOffset="114022.43">28733 3934 791 0,'0'0'67'0,"0"0"-25"16,43-72 21-16,-14 66-13 16,2 6-7-16,0 0 3 15,-2 4 2-15,-6 15-14 16,-3 5-14-16,-7 3 2 16,-5 2-2-16,-8 1 0 15,0 1-19-15,-9 0 10 16,-20 0 6-16,-3-4-15 15,-3-6 20-15,4-7-22 16,6-10 0-16,12-4-40 0,12-1-34 16,1-18-56-16,4 7-115 15,12 1-145-15</inkml:trace>
  <inkml:trace contextRef="#ctx0" brushRef="#br0" timeOffset="115105.03">29031 4030 411 0,'0'0'146'15,"0"0"-27"-15,0 0 23 16,0 0-55-16,87-44-2 16,-72 31-11-16,-3-1-27 15,-2 0-18-15,-6 1-11 16,-4-1-7-16,0 2 2 16,0 1 2-16,0 1 9 15,-1 2-2-15,-7 3 5 0,0 3-6 16,0 1-13-16,-1 1-8 15,-2 0-5-15,0 0 3 16,2 10 1-16,-3 8-2 16,5 8-1-16,-1 2 0 15,6 2 3-15,2-1 1 16,0-1-1-16,11-1 0 16,8-4-1-16,1-5 1 15,1-7 1-15,-2-5 0 16,-1-3 0-16,1-3 1 15,2 0 2-15,-1-3 0 16,2-14-2-16,-1-4 1 16,-3-4-1-16,3-4 0 0,-1-2 1 15,-4-1 0-15,-4-1 0 16,-4 7 1-16,-5 4 1 16,-3 10 0-16,0 6 3 15,0 3 21-15,0 3 10 16,0 0-7-16,-6 0-27 15,-5 0-4-15,-5 17-10 16,-1 5 8-16,-1 5-2 16,4 0 2-16,5 0 1 15,6 0-2-15,3 0 3 16,0-2-4-16,0 1 2 16,17-5 2-16,8-6-2 15,7-2-9-15,8-9-54 0,11-4-40 16,2 0-11-1,7-3 2-15,-4-14 38 0,-3-2-179 16,-4-4-21-16,-10-1 108 16,-6-2 14-16,-9 0 154 15,-7-1 140-15,-5-1 25 16,-6 0 35-16,-3-2-34 16,-3 4-52-16,0 4-20 15,0 5-9-15,0 3-22 16,-9 7 9-16,-1 1-18 15,-5 5-15-15,0 1-15 16,-6 0-24-16,-1 11 0 16,-2 13-5-16,5 3 1 15,1 3 3-15,7 1-2 0,4-1 3 16,5-1-2-16,2-2 0 16,0-5 0-16,0-3-3 15,11-5 3-15,2-7 2 16,4-4-5-16,-2-3 5 15,5 0 3-15,4-12 3 16,3-10 7-16,3-9-1 16,3-6 1-16,1-7-8 15,-3-9 1-15,-4-9-5 16,-9-8 2-16,-8 1-2 16,-8 7 8-16,-2 17-5 0,0 17 6 15,0 14 23 1,0 9 9-16,-5 4 7 0,1 1-29 15,-5 0-18-15,-6 10-2 16,-3 18-9-16,-2 10 9 16,6 8 2-16,6 4-1 15,5 4-1-15,3-1 0 16,0-1-1-16,7-5-1 16,8-6 2-16,5-6 0 15,4-3 0-15,3-9-10 16,3-6-66-16,1-7-35 15,-20-10-83-15,-4 0-284 16</inkml:trace>
  <inkml:trace contextRef="#ctx0" brushRef="#br0" timeOffset="115425.76">30757 3725 841 0,'0'0'224'0,"0"0"-222"16,0 0 27-16,0 0-29 15,0 0 5-15,2 89 0 16,-11-54 8-16,2-1-6 16,-1-3 3-16,4-4-6 15,-3-6-1-15,2-4-1 16,0-7-2-16,4-7-37 16,1-3-183-16,0-1-315 15</inkml:trace>
  <inkml:trace contextRef="#ctx0" brushRef="#br0" timeOffset="115583.91">30726 3567 963 0,'0'0'33'0,"0"0"52"16,0 0-70-16,0 0-15 15,0 0-77-15,0 0-63 16,-9 11-47-16,9 0-318 15</inkml:trace>
  <inkml:trace contextRef="#ctx0" brushRef="#br0" timeOffset="115939.52">30899 3718 588 0,'0'0'96'0,"0"0"62"15,0 0-43-15,0 0-59 16,81-55 4-16,-74 41-4 15,-5 6 6-15,-2 5 10 16,0 1 10-16,0 2-21 16,-14 0-20-16,-8 0-41 15,0 16-11-15,2 6 11 16,5 5-9-16,8 2 1 16,5 1 0-16,2 3-3 15,0-1 11-15,14 2-2 16,7 0 2-16,2-2 0 15,1-1 0-15,-4-6 0 0,-9-8 1 16,-9-8 2 0,-2 0-2-16,-7-1 0 0,-19 0 7 15,-11-2 3-15,0-4-10 16,-2-2-1-16,3 0-37 16,6-5-61-16,23-2-120 15,3 2-108-15</inkml:trace>
  <inkml:trace contextRef="#ctx0" brushRef="#br0" timeOffset="118171.02">1945 5835 584 0,'0'0'85'16,"0"0"-41"-16,0 0 56 15,0 0-66-15,0 0 18 16,0 0 19-16,0 0-26 16,-25-50-18-16,28 43-7 15,16 1-11-15,5 4-6 16,4 2 1-16,5 0 1 16,0 0 3-16,0 9-3 0,-2 13 3 15,-7 5-2-15,-3 4-3 16,-9 5 0-16,-8 3 9 15,-4 0-11-15,0 1 6 16,-3-8-1-16,-13-5-6 16,1-10 0-16,-1-9 0 15,2-3 7-15,-2-5 4 16,2 0 4-16,0-10 26 16,3-16-13-16,2-6 5 15,7-5 5-15,2-3-4 16,0 0 3-16,0 0-21 15,11 2-6-15,8 4-3 16,4 4-6-16,1 7-1 16,1 4-1-16,2 6-4 0,1 9-6 15,0 4-55-15,2 1-136 16,-22 11-59-16,-2 1-171 16</inkml:trace>
  <inkml:trace contextRef="#ctx0" brushRef="#br0" timeOffset="118920.74">2621 5875 276 0,'0'0'318'0,"0"0"-256"16,0 0 93-16,0 0-67 16,0 0-10-1,36-74 10-15,-36 57-27 0,0 1 3 16,-8 2-12-16,-5 2-11 15,-5 3-3-15,0 6-15 16,0 3 16-16,-3 0-27 16,-2 0-12-16,1 13-4 15,-3 10 2-15,3 2-2 16,0 5 4-16,5 1-1 16,2 1 1-16,6 1-1 15,5 0-2-15,4 0 2 16,0 0-1-16,0-7-3 15,13-2 5-15,2-5-1 16,7-9 0-16,-2-5 1 0,2-5-4 16,2 0-6-16,4-8-5 15,-1-14-4-15,0-3 6 16,-3-4 2-16,-5-1 11 16,-5-2-2-16,-4-1 2 15,-1 2 0-15,-6-3 3 16,-1 3-1-16,-2 8 22 15,0 7-2-15,0 9 8 16,0 7-3-16,0 0 7 16,0 0-15-16,0 10-19 15,-2 15-9-15,-4 7 9 16,0 3 1-16,6 1-1 16,0-3 0-16,0-3 0 15,3-7-2-15,9-5-2 0,4-7 1 16,1-5-4-16,4-6 7 15,4 0-10-15,-1-3-14 16,0-15-11-16,1-5-4 16,-4-1 5-16,-4 0-2 15,-4-1 23-15,-7 2 13 16,-3 5 0-16,-3 6 1 16,0 8 1-16,0 4 16 15,0 0 47-15,0 0-12 16,0 3-32-16,0 12-21 15,0 8 2-15,0 0-2 16,0-1 1-16,0-2-1 16,6-4 0-16,2-5 0 0,2-4 0 15,-1-7-35-15,3 0-55 16,-8-3-112-16,-1-10-101 16</inkml:trace>
  <inkml:trace contextRef="#ctx0" brushRef="#br0" timeOffset="119054.51">2903 5596 251 0,'0'0'605'0,"0"0"-565"0,0 0 40 16,0 0-80-16,0 0-36 16,0 0-124-1,0 0-425-15</inkml:trace>
  <inkml:trace contextRef="#ctx0" brushRef="#br0" timeOffset="119430.84">3113 6014 588 0,'0'0'100'16,"0"0"-40"-16,0 0 24 0,0 0-38 15,0 0-12-15,0 0 2 16,-4 18 8-16,4-18-9 16,0 0-6-16,0 0-9 15,0 0-14-15,0 0-3 16,0 0 4-16,0 0-6 16,0 0 5-16,0 0-1 15,0 0-5-15,0 0 6 16,0 0 0-16,0 0 1 15,0 0-7-15,0 0 1 16,0 4 1-16,0 5-2 16,0-1-1-16,0 1 1 15,0-4 2-15,0 0-2 16,0-2-4-16,0-3-6 0,0 0-70 16,0 0-110-1,0 0-239-15</inkml:trace>
  <inkml:trace contextRef="#ctx0" brushRef="#br0" timeOffset="120037.15">2885 6000 612 0,'0'0'152'16,"0"0"-115"-16,0 0 40 16,0 0-56-16,0 0-10 15,0 0 1-15,-18 87 2 16,21-70 9-16,9-4 2 15,3-6-2-15,4-3 3 16,1-4-7-16,8 0-1 16,2-11 11-16,3-13 8 15,0-7-15-15,0-4-4 0,-5-6-14 16,2 0-2 0,-8 0-4-16,-4 1-4 0,-9 5 6 15,-6 5 1-15,-2 8 1 16,-1 9 7-16,0 9-3 15,0 4 54-15,0 0-7 16,0 0-14-16,0 14-39 16,0 11-4-16,0 7 4 15,0-2 0-15,8 3 2 16,2-2 0-16,-1-2 1 16,0 7-1-16,-1-1-1 15,-3-3 1-15,-2 1 12 16,-3-14 12-16,0-3-14 15,-16-3-7-15,-5-6 3 16,-3-4-8-16,2-3-11 0,1 0-44 16,11-10-61-16,10-7-37 15,0-1-55-15,0 8-110 16,7 3-122-16</inkml:trace>
  <inkml:trace contextRef="#ctx0" brushRef="#br0" timeOffset="120853.46">3340 6008 192 0,'0'0'162'16,"0"0"-21"-16,93-37 0 16,-68 22-29-16,-4-2-46 15,-2 2-6-15,-7-2 6 16,-4 1-17-16,-4 2-3 16,-4 1-8-16,0 3-10 15,0 1-5-15,-12 2 0 0,-7 2 3 16,4 5 5-16,-3 0-3 15,0 0-22-15,-1 5-5 16,2 9 1-16,4 4-2 16,4 3 2-16,4 3 3 15,5 2 0-15,0-1 5 16,0 0-5-16,2 2-3 16,13-4-1-16,4-4-1 15,3-6-1-15,10 0-4 16,2-7 3-16,11-3-26 15,1-3-34-15,-1 0 37 16,-6-16-118-16,2-4 29 16,-6-4 31-16,-4-4-9 15,-1-1 68-15,-5-2 24 0,-2 2 3 16,-5 1 1-16,-6-1-2 16,-4 3 2-16,-5 2 5 15,-3 2 40-15,0 5 13 16,0 5 16-16,-14 6 16 15,-6 6-1-15,-4 0 6 16,-4 9-76-16,-5 14-21 16,2 7-2-16,4 3 3 15,5 2-1-15,8 3-1 16,4-3-1-16,10-1 0 16,0-3-1-16,4-7 1 0,14-5 2 15,0-7-2-15,3-7 0 16,3-5 4-16,0 0 2 15,1-9 11-15,0-17 11 16,-5-5-15-16,2-9-5 16,-7-7 4-16,-3-2-9 15,-6-9-3-15,-3-4-2 16,-3-3 1-16,0 4-2 16,0 15 3-16,0 15 3 15,-6 16-3-15,-2 11 10 16,-2 4 22-16,-2 10 14 15,-4 19-32-15,4 8-14 16,3 9-2-16,6 1 1 0,3 2 1 16,0 0 0-16,0 0 1 15,12-3-1 1,7-1 7-16,1-6-1 0,2-3-1 16,2-9-3-16,-2-8-1 15,-2-9-1-15,2-9-4 16,2-1-10-16,0-5-89 15,-17-10-98-15,1 0-207 16</inkml:trace>
  <inkml:trace contextRef="#ctx0" brushRef="#br0" timeOffset="121524.21">4786 5525 630 0,'0'0'101'0,"0"0"-2"0,0 0 27 16,0 0-27-16,0 0-1 15,0 0-4-15,0 0-29 16,13-19-23-16,-13 43-13 16,2 13-7-16,1 5 13 15,0 9-20-15,0 5 7 16,1 3-5-16,3-1-4 16,-1-4-3-16,-1-7-4 15,1-8 0-15,0-6-4 16,-1-11-1-16,-1-8-1 15,-3-9 0-15,-1-3 0 16,0-2 0-16,0 0-15 0,0-11-26 16,0-13-36-16,0-6-119 15,-1 13-125-15,-8 3-212 16</inkml:trace>
  <inkml:trace contextRef="#ctx0" brushRef="#br0" timeOffset="121987.18">4644 5781 530 0,'0'0'119'16,"0"0"15"-16,0 0-26 16,0 0-35-16,0 0-6 15,0 0-33-15,-25-13-12 16,45 12-5-16,9-3 16 16,5-3 11-16,8-2-22 15,0 1-3-15,1-1-2 0,-3 4-7 16,-5 0-3-16,-7 4-2 15,-6 1-1-15,-8 0-3 16,-7 4-1-16,-1 16 2 16,-3 7-1-16,-1 5 3 15,-2 5 8-15,0 1-6 16,0 0 0-16,4-3-6 16,5-7-1-16,4-3 1 15,1-10-1-15,5-9-3 16,1-6 0-16,2 0 4 15,2-11 5-15,-2-12-1 16,1-4 0-16,-4-1 2 0,-4 0-4 16,-8-2 24-16,-7 2-8 15,0-2 18-15,-3 3 12 16,-17 5-23-16,-6 5-13 16,-5 7-2-16,1 6-8 15,-3 4 1-15,2 0-3 16,6 0-1-16,2 8-10 15,8 8-39-15,8 0-33 16,7-9-133-16,0-2-83 16</inkml:trace>
  <inkml:trace contextRef="#ctx0" brushRef="#br0" timeOffset="123221.71">6155 5686 317 0,'0'0'417'0,"0"0"-333"15,0 0 39-15,0 0-20 16,0 0-19-16,0 0 8 16,0 0-11-16,2-56-30 15,-2 56-26-15,0 4-19 16,0 16 0-16,0 10-6 15,0 6 11-15,3 5-4 16,0 2 7-16,0 2-4 16,0 0-1-16,-3-3-6 15,3-2 3-15,-3-6-2 16,0-9-1-16,0-7 1 16,0-4-2-16,0-6-2 0,0-4 0 15,0-4-1-15,4 0-26 16,2 0-44-16,5-10-68 15,-7 0-118-15,4-3-152 16</inkml:trace>
  <inkml:trace contextRef="#ctx0" brushRef="#br0" timeOffset="123719.36">6482 5786 574 0,'0'0'251'0,"0"0"-183"0,0 0 65 15,0 0-26-15,0 0-36 16,0 0 5-16,9-51-11 16,-19 51-29-16,-1 0-16 15,-1 0-15-15,2 11-2 16,1 3 1-16,1 4-4 15,7 0-1-15,1 4-1 16,0 1-2-16,0-1 4 16,15 0-2-16,6 1 1 15,4-3 1-15,3 1 6 0,2-2-5 16,1 0 0 0,1 0 1-16,-4-3-1 0,-1 0 1 15,-6-5-1-15,-5-1 0 16,-8-6-1-16,-5-2 4 15,-3 0 9-15,0-2 3 16,0 2 3-16,0 1 0 16,-6 1-10-16,-15 2-2 15,-3-1-3-15,-10-2-1 16,-2-1-3-16,3-2-2 16,-4 0-20-16,4 0-8 15,9-7-17-15,5-16-68 16,11-10-29-16,8 15-67 15,0 0-144-15</inkml:trace>
  <inkml:trace contextRef="#ctx0" brushRef="#br0" timeOffset="123864.53">6497 5761 688 0,'0'0'110'16,"0"0"5"-16,0 0-30 15,0 0-54-15,0 0-19 16,91-48-7-16,-55 42-5 15,0 1 0-15,7 1-41 16,-31 4-95-16,-3-2-147 16</inkml:trace>
  <inkml:trace contextRef="#ctx0" brushRef="#br0" timeOffset="124268.96">6879 5689 366 0,'0'0'275'0,"0"0"-242"15,0 0 65-15,0 0-30 16,0 0-21-16,-15 93-11 16,6-61-6-16,2 3-17 15,1 1-4-15,4 3-8 16,2-4 0-16,0-3-1 16,6-5 1-16,9-6 0 15,2-5-1-15,3-11-13 16,1-5 7-16,3 0 5 15,0-3 1-15,1-15 2 16,-2-1 3-16,-5-4-1 16,-2-1 3-16,-7 1 16 0,-4-2 24 15,-4-2 11-15,-1 0 20 16,0-2 6-16,0 2-18 16,-9 3-17-16,-6 4-22 15,-4 6-4-15,-4 4-5 16,0 6-18-16,-2 4-4 15,2 0 1-15,5 4-28 16,9 12-11-16,7-1-67 16,2-1-115-16,0-10-85 15,6-4-315-15</inkml:trace>
  <inkml:trace contextRef="#ctx0" brushRef="#br0" timeOffset="124647.7">7228 5768 517 0,'0'0'391'0,"0"0"-335"15,0 0 45-15,0 0-45 16,0 0-30-16,0 0-17 16,9 61 16-16,-12-31-25 15,0 1 1-15,3 1 0 16,0-2-2-16,0-4 1 15,0-6-1-15,12-5-6 16,3-10-8-16,0-5-16 0,4 0 21 16,5-4 10-16,-3-14 2 15,1-2 1-15,-4-4 1 16,-3 1-1-16,-6 1 2 16,-6-1 18-16,-3 0 20 15,0 4 25-15,-1-1-4 16,-16 3-9-16,-5 4-22 15,-5 3-14-15,-1 5-14 16,1 0 2-16,6 5-7 16,3 0-18-16,6 0-21 15,9 0-54-15,3 2-111 16,0 1-194-16</inkml:trace>
  <inkml:trace contextRef="#ctx0" brushRef="#br0" timeOffset="125385.26">7729 5812 92 0,'0'0'742'0,"0"0"-726"16,0 0 54-16,0 0 2 15,0 0-11-15,96-65-15 16,-71 64-6-16,0 1-5 16,-2 1-6-16,-2 16-7 15,-3 8-2-15,-8 7 1 16,-4 1-6-16,-6 5-13 15,0 2 4-15,0-1 0 16,-9-7-5-16,-3-10 0 0,0-11 4 16,3-6-5-16,3-5 7 15,2 0 0-15,0-9 6 16,-1-15 4-16,5-7-1 16,0-4 7-16,0-3-8 15,0 0-4-15,3 3 3 16,7 2-9-16,4 6-3 15,-1 5-2-15,2 3-3 16,1 6-6-16,-2 6-59 16,7 3-101-16,-15 4-66 0,1 0-70 15</inkml:trace>
  <inkml:trace contextRef="#ctx0" brushRef="#br0" timeOffset="125636.17">8117 5710 437 0,'0'0'191'0,"0"0"-117"15,0 0 4-15,6 72 8 16,-6-35-7-16,-3 10-19 16,-4 9 22-16,4 13-15 15,3 6-6-15,0 12-10 16,0 4-28-16,0-1 0 16,10 0-10-16,-1-13 59 15,-3-18-66-15,-3-15-5 16,0-17 2-16,-3-13-2 15,2-9-1-15,-1-5 0 0,3 0-4 16,-1-22-63 0,-1-9-89-16,-2 9-91 15,0 0-111-15</inkml:trace>
  <inkml:trace contextRef="#ctx0" brushRef="#br0" timeOffset="125884.63">8108 5914 673 0,'0'0'73'0,"0"0"26"16,0 0-24-16,66-79-11 16,-39 70-9-16,6 8 3 15,-3 1 1-15,1 0 0 16,-4 16-11-16,-5 4-1 0,-8 6-13 16,-6 2-13-1,-8 0-3-15,0 3-9 0,-8-1-6 16,-15 0 8-16,-7-4-6 15,3-6-5-15,2-8-10 16,6-12-32-16,8 0-53 16,11-7-114-16,0-8-170 15</inkml:trace>
  <inkml:trace contextRef="#ctx0" brushRef="#br0" timeOffset="126537.21">8492 5931 767 0,'0'0'74'0,"0"0"-37"15,0 0 65-15,0 0-47 16,0 0-15-16,0 0-23 16,56 77-8-16,-56-61 1 15,0-4-2-15,0-3-6 16,0-5 8-16,-1-3-5 15,-3-1 2-15,1 0 0 16,0-9 2-16,-2-12 8 16,5-2-6-16,0-1 11 15,0-2-7-15,6 6-9 16,7 1 1-16,1 3 4 0,-1 5 1 16,4 2 5-1,-3 4 3-15,3 4 5 16,1 1-3-16,0 0-8 0,6 4-8 15,-2 14 6-15,-4 5-6 16,-3 2-2-16,-6 2 1 16,-5 1-5-16,-4-3-4 15,0-7 0-15,0-7-10 16,0-3-16-16,0-6 30 16,0-2 0-16,0 0 1 15,0-3 6-15,0-18-1 16,0-4-6-16,0-7-1 15,0 0 1-15,9 0 0 16,5-1 0-16,1 6-1 16,1 6 1-16,6 6 0 0,-5 5-1 15,7 5 1-15,-5 5 0 16,-4 0 0-16,0 9-2 16,-3 11 2-16,-3 6 0 15,-2 5 0-15,-1 4 0 16,-4-2 4-16,1-5-4 15,-2-5 2-15,4-7-4 16,1-7 3-16,2-6-2 16,6-3-3-16,13 0-7 15,6-10-83-15,1-4-38 16,-19 4-24-16,-6 3-509 16</inkml:trace>
  <inkml:trace contextRef="#ctx0" brushRef="#br0" timeOffset="135015.32">10322 5960 602 0,'0'0'64'0,"0"0"-24"15,0 0 48-15,0 0-53 16,0 0 4-16,12-80 0 15,-12 66 7-15,0-3-11 16,-12 0-3-16,-1-1 1 16,-5-1-1-16,0 2 4 15,-3 3-5-15,2 3-4 16,1 5 3-16,0 6 0 16,0 0-6-16,-4 0-22 15,-1 17-1-15,0 8-1 0,1 7-3 16,3 6 0-1,3 4 3-15,7 2 0 0,4 1 0 16,5-4 0-16,0-3 0 16,0-7-1-16,14-9 0 15,5-5-6-15,2-8 6 16,3-6 1-16,-3-3-1 16,1-2 2-16,0-16-1 15,-2-6 5-15,-1-8-1 16,-5-5 2-16,1-5-3 15,-6 0 1-15,-3 5 5 16,-5 5 4-16,-1 10 19 16,0 9-2-16,0 8 0 15,0 5-6-15,0 0 2 16,0 0-15-16,0 15-11 16,0 12-5-16,-1 7 5 0,1 2 2 15,0-2-2-15,0-1 1 16,1-8-2-16,9-4 0 15,1-6 1-15,0-7 0 16,2-2 0-16,-3-6 1 16,5 0 1-16,-1-13-2 15,2-13 4-15,-1-3-3 16,-2-5 3-16,-2-3-3 16,-4 4 0-16,-2 3 3 15,1 7-4-15,0 9 0 16,-5 8 2-16,1 5 1 15,-2 1-2-15,1 0-1 16,4 17-4-16,2 11-9 0,2 8 13 16,1 3 8-16,1 1-7 15,2-4-1 1,-2-8 0-16,-2-8 0 0,-3-8 0 16,3-5 1-16,-5-7-1 15,1 0 0-15,2 0 1 16,6-13-1-16,3-14 4 15,0-11-1-15,-1-4 1 16,1-4-4-16,-4 6-2 16,1 7 2-16,-4 10 2 15,-4 12-2-15,0 6 0 16,-5 5 1-16,0 0-1 0,3 9-1 16,3 15-7-1,2 7 3-15,1 3 5 0,0 3 2 16,6-3-2-16,2-3-2 15,7-7-26-15,4-7-44 16,6-9-51-16,5-5-37 16,3-3-1-16,1 0 5 15,0-14-14-15,-4-5 0 16,-5-2 109-16,-7-2 31 16,-6 0 30-16,-6-3 25 15,-6 3 111-15,-3-1-1 16,-2-3 1-16,-4 1-36 15,0 1 3-15,0 2-5 16,-1 3-38-16,-12 8-10 16,-1 5-14-16,-4 4 13 0,3 3 0 15,-6 0-12-15,1 12-32 16,1 14-5-16,2 7-2 16,5 3 2-16,0 7-2 15,10 1 1-15,2-1-1 16,0-5 2-16,2-7-2 15,17-7-2-15,0-8 3 16,0-9 0-16,3-7 1 16,0 0 0-16,1-3 2 15,2-17 3-15,-1-8 0 16,-3-9-1-16,-3-8 2 16,-2-4-4-16,-5-4 1 0,-4-3 0 15,-7-5-1-15,0 1 0 16,0 8 20-16,-3 9 4 15,-9 19 4-15,6 13-5 16,-1 8-3-16,-2 3-3 16,0 7-14-16,-6 21-5 15,6 11 1-15,1 5-1 16,5 6-1-16,3 1 1 16,0 0 1-16,0-2 0 15,11 0 1-15,1-5 0 16,6-4-1-16,-1-9-1 15,6-4-1-15,7-8-6 0,4-8-28 16,9-5-34-16,-1-6 24 16,-27-3-217-16,-3-12-280 15</inkml:trace>
  <inkml:trace contextRef="#ctx0" brushRef="#br0" timeOffset="136103.82">12195 6104 601 0,'0'0'116'16,"0"0"-87"-16,0 0 78 15,0 0 2-15,0 0-22 16,85-28-21-16,-69 2-7 15,2-7-23-15,-4-4-17 16,-1-2-7-16,-6-4 0 16,-2 1 4-16,-4-8 2 15,-1-3 2-15,0-5 2 0,0-4-8 16,-6 1-3 0,-4 10-1-16,0 15-4 0,2 16 40 15,2 13-38-15,3 7 4 16,0 0-4-16,-3 6-8 15,-1 21-5-15,1 12 5 16,0 13 3-16,3 6-3 16,3 4 0-16,0 2 1 15,3-2-1-15,12-5 1 16,1-3-1-16,1-6 0 16,2-11 0-16,-1-11-2 15,-2-10 1-15,3-9 0 16,0-7 1-16,0 0-1 15,3-13-5-15,-1-12-15 0,0-7 6 16,-2-7 2-16,-4 2 5 16,-7-2 0-16,1 7 6 15,-8 8 2-15,-1 8 1 16,0 9 4-16,0 6-5 16,0 1 13-16,0 0 8 15,-3 11-16-15,-4 13-5 16,2 3-3-16,5 4 3 15,0-1-2-15,0 0 2 16,5-1-1-16,10-3 1 16,1-8-2-16,4-5 6 15,0-4-7-15,3-6 3 16,-1-3 0-16,-1 0 3 0,-3-6-1 16,-2-11-2-1,-2-5 4-15,-4-2 2 0,-1-3-5 16,-6 0 4-16,-3-1-2 15,0 0 2-15,0 2 8 16,-9 4 8-16,-7 5-10 16,1 6-5-16,-4 3 0 15,2 7-6-15,-2 1-1 16,-2 0-1-16,4 10 2 16,1 7-5-16,7 3 0 15,6 2-17-15,3-1-23 16,0 1-33-16,24-7-76 0,6-3-28 15,-17-11-86 1,2-1-310-16</inkml:trace>
  <inkml:trace contextRef="#ctx0" brushRef="#br0" timeOffset="136598.03">13002 5819 697 0,'0'0'234'15,"0"0"-179"-15,0 0 44 16,0 0-33-16,-9-73-24 16,-6 67-1-16,0 3 5 15,-3 3-5-15,2 0-12 0,-4 0-18 16,4 17-9 0,-2 6-2-16,4 5-1 15,4 5-1-15,4 0 0 0,3 3 2 16,3-2-1-16,0-4 1 15,0-5-1-15,8-7-3 16,6-8 2-16,2-6 0 16,1-4-4-16,0 0-20 15,4-8 9-15,-2-15 8 16,1-6 3-16,-3-1 0 16,0-3 6-16,-4 0 0 15,-5 4 1-15,-5 4 0 16,-2 6 2-16,1 8 1 15,-2 7 28-15,0 4 11 16,0 0-7-16,0 0-14 16,0 14-22-16,-3 10 0 0,-2 6-2 15,4-1 2-15,1 2 0 16,0-2-1-16,0-4-3 16,13-4-29-16,11-5-30 15,12-8-51-15,13-6-25 16,3-2-58-16,2 0 161 15,-36-9-314-15</inkml:trace>
  <inkml:trace contextRef="#ctx0" brushRef="#br0" timeOffset="137114.7">13484 5870 41 0,'0'0'388'16,"0"0"-248"-16,52-91-3 0,-52 66-6 16,0 0-46-16,0 6-3 15,-9 5-5-15,-5 4-12 16,-2 8 3-16,-3 2 1 15,-2 0-22-15,-3 7-36 16,-1 17-11-16,2 6 0 16,1 4-1-16,3 5-1 15,5 2 3-15,6 0-1 16,4-2 0-16,4-4-4 16,0-8 2-16,4-7 2 15,10-6 2-15,0-8-2 16,5-6-4-16,2 0 4 15,4-7 4-15,2-19 2 16,0-8 5-16,3-8-3 0,-3-3 2 16,-4-1-4-16,-3-7 2 15,-8-5-7-15,-6-6 7 16,-6-4 5-16,0 5-2 16,0 14 0-16,-8 14 6 15,-2 16 4-15,-1 12 0 16,4 7-1-16,-4 0-13 15,0 19-4-15,-3 16-6 16,2 9 3-16,3 7 0 16,6 4 0-16,3-2 0 15,0 1 1-15,2-5 0 16,12-3 0-16,5-6 1 16,0-4-1-16,3-2-1 0,5-5 0 15,6-5 0-15,4-5-2 16,4-14-2-16,-1-5-24 15,4-4-62-15,-33-12-131 16,-2-1-203-16</inkml:trace>
  <inkml:trace contextRef="#ctx0" brushRef="#br0" timeOffset="137696.29">14686 5742 837 0,'0'0'84'0,"0"0"14"15,0 0 7-15,0 0-49 16,0 0-16-16,0 0-13 15,17 59 35-15,-10-21-16 0,-3 4-16 16,1 6-9-16,-3-3 2 16,-2-1-14-16,0-10-9 15,0-9 4-15,0-7-2 16,0-11 0-16,0-7-2 16,0 0-11-16,0-10-70 15,0-19-87-15,0 9-201 16</inkml:trace>
  <inkml:trace contextRef="#ctx0" brushRef="#br0" timeOffset="137820.14">14700 5650 682 0,'0'0'119'0,"0"0"-32"16,0 0-41-16,0 0-46 0,0 0-48 15,0 0-145-15,-8-10-110 16</inkml:trace>
  <inkml:trace contextRef="#ctx0" brushRef="#br0" timeOffset="138206.37">14929 5831 415 0,'0'0'168'0,"0"0"-9"15,0 0-12-15,0 0-34 0,0 0-12 16,0 0-17-1,68-35-19-15,-64 21-10 0,-4 2-1 16,0 2-15-16,0 4-7 16,0 4-2-16,-9 2-14 15,-9 0-12-15,0 7-3 16,-1 12-1-16,7 4 0 16,5 2-1-16,7 2-4 15,0 1 3-15,8-1-1 16,12 0 3-16,5-2 1 15,2 1-1-15,-3-5 1 16,-3-1-1-16,-5-5 1 16,-8-2-1-16,-8-3 1 15,0 0-1-15,-15-3 3 16,-17 1-3-16,-6-1 2 16,2-5-2-16,6-1-19 0,9-1-12 15,11 0-36-15,10 0-54 16,0 0-73-16,3-4-157 15</inkml:trace>
  <inkml:trace contextRef="#ctx0" brushRef="#br0" timeOffset="141598.76">17066 5878 476 0,'0'0'188'0,"0"0"-141"16,0 0 87-16,0 0-75 16,0 0 7-16,0 0 16 15,6-73-11-15,-6 59-5 16,-9 0-18-16,-6-2-9 16,-3 4-18-16,-1-1-1 15,-1 3 0-15,-2 4-3 16,1 5-7-16,1 1 10 15,-2 0-20-15,-3 11 0 16,0 9-3-16,2 5 2 16,2 5 1-16,7 1-2 15,4 1 0-15,7-2 2 16,3 0-3-16,0-5 0 16,0-5 1-16,11-5 0 0,4-5 1 15,0-5 1-15,4-5 0 16,3 0 1-1,0-6 0-15,-2-15-1 0,1-3 2 16,-6-6 1-16,-2-1 0 16,-4 1-2-16,-3 1 2 15,-6 3 1-15,0 5-1 16,0 7 2-16,0 7 6 16,0 4 12-16,0 3 0 15,0 0-4-15,0 3-19 0,0 15-2 16,0 9 0-1,0 5 0-15,0 1 3 0,7 1-1 16,10-1 0-16,8-7-2 16,5-3-1-16,5-7-20 15,5-8-35-15,6-8-48 16,1 0-52-16,0 0-31 16,-3-7-16-16,-5-9-62 15,-7-5 81-15,-3 1 79 16,-7-1 107-16,-6 0 32 15,-4-2 53-15,-4 1 14 16,-2-3-4-16,1 2 11 16,-7-1 1-16,0 3 28 15,0 1-48-15,-2 3 13 16,-12 7-37-16,-3 2-1 0,-2 5-7 16,-2 3-4-1,1 0-5-15,-2 3-32 0,0 12-14 16,4 7 2-16,2 3-2 15,5 2-3-15,6 1 0 16,4 0 2-16,1 0 0 16,0-2-1-16,4-5 1 15,10-6-1-15,4-5-2 16,-2-6 1-16,4-4 3 16,0 0 0-16,-1 0 0 15,0-8 1-15,-4-10 1 16,3-8-2-16,-3-2 3 15,-1-3 3-15,-1-1-5 0,-2-7-1 16,-2-3 2-16,-4-6-2 16,-2-4 8-16,-3 0 10 15,0 4 10-15,0 10-2 16,0 10-5-16,-5 12 6 16,1 10-3-16,-1 5 6 15,2 1-10-15,-1 0-15 16,1 0-5-16,-4 8 0 15,-3 14 0-15,-1 10 0 16,2 6 0-16,3 7 1 16,3 5-1-16,3 2 0 15,0-1 1-15,0-2 0 16,4 0 2-16,8-2-3 16,3-5-1-16,-1-4 1 0,2-5 0 15,-1-11-4-15,4-5-24 16,2-8-25-16,3-8-69 15,-14-1-102-15,-1-3-86 16</inkml:trace>
  <inkml:trace contextRef="#ctx0" brushRef="#br0" timeOffset="141928.94">17804 5794 853 0,'0'0'114'0,"0"0"-21"0,0 0-32 16,0 0-58-16,-12 98 7 16,12-43 3-16,0 9 14 15,0 4 9-15,0 4 1 16,0 5-7-16,0 4 9 16,11 1-19-16,-2-7 60 15,-3-16-34-15,-5-17-34 16,-1-12-6-16,0-10-4 15,0-10 0-15,-7-3 1 16,-4-7 1-16,-4 0-2 16,-2-3 1-16,-4-20-3 15,3-10-26-15,-3-7-25 16,0-9-76-16,1-11-53 0,12 33-20 16,3-1-281-16</inkml:trace>
  <inkml:trace contextRef="#ctx0" brushRef="#br0" timeOffset="142077.48">17770 5739 678 0,'0'0'215'0,"0"0"-155"16,0 0 22-16,0 0-54 15,0 0-28-15,0 0-31 16,30-41-105-16,-27 46-119 0</inkml:trace>
  <inkml:trace contextRef="#ctx0" brushRef="#br0" timeOffset="142847.01">17943 5739 695 0,'0'0'137'16,"0"0"-73"-16,0 0 48 15,0 0-66-15,0 0-9 16,0 0 3-16,9 50 4 16,-6-21 23-16,2 0-26 15,-2 5-20-15,5 3-10 0,-3-1-3 16,1-2-3-16,1-4-4 16,4-9 0-16,2-3 0 15,1-5-1-15,4-4 0 16,1-3 0-16,0-6 0 15,5 0 4-15,-3-6-4 16,0-16-8-16,-2-3-4 16,-3-3 10-16,-2-3-1 15,-5-1 3-15,-3 1 0 16,-3-1 1-16,0 6 1 16,-3 5 2-16,0 2 11 15,0 9 20-15,0 3 4 16,0 3-1-16,0 4-16 15,0 0-5-15,0 0-16 0,0 4-1 16,0 16-1-16,0 7 1 16,0 1 0-1,0 4 2-15,0-3-2 0,3-1 0 16,6-4 1-16,5-7-1 16,2-4 0-16,-1-6-1 15,3-7 2-15,-1 0 0 16,3-2 0-16,2-18 0 15,1-5-1-15,-4-6-1 16,1-3-2-16,-4-3 0 16,-3 2 3-16,-4 4-2 0,-2 8 3 15,-3 8-1 1,-3 7 2-16,1 3 0 0,-1 5-1 16,2 0-2-16,5 0 0 15,4 18-11-15,10 6 12 16,5 3 0-16,4 4 1 15,1 3-1-15,-6 0 5 16,-6 1-2-16,-10-4 6 16,-8-3-4-16,-2-8-5 15,-2-6 4-15,-17-1 2 16,-5-7-3-16,0-6-3 16,-4 0-2-16,2 0-18 15,6-17-10-15,8-3-39 16,5-2-82-16,7-2-70 0,0 14-96 15</inkml:trace>
  <inkml:trace contextRef="#ctx0" brushRef="#br0" timeOffset="143127.97">18695 5588 610 0,'0'0'157'0,"0"0"-80"0,0 0 32 16,0 0-57 0,0 0-13-16,0 0-11 15,0 0 45-15,33 59-1 16,-27-21-19-16,4 2-6 16,-4-1-3-16,2-1-7 0,-2-2-12 15,0-3-10-15,-1-2-10 16,-2-6 0-16,1-9-5 15,-4-5-2-15,1-5-1 16,-1-6-63-16,0 0-83 16,0-4-75-16,0-11-230 15</inkml:trace>
  <inkml:trace contextRef="#ctx0" brushRef="#br0" timeOffset="144011.48">18723 5782 834 0,'0'0'66'16,"0"0"-52"-16,0 0 18 16,0 0-20-16,0 0 20 15,88-7 3-15,-50 3 2 16,4-3-5-16,5-1-2 16,2-3 1-16,-5-2 15 15,-7-3-43-15,-9 3-1 16,-8 2 1-16,-10 1 1 15,-5 2-1-15,-5 2 4 16,0-1-2-16,0 2 8 16,-11 2 18-16,-3 1 12 0,1 2-16 15,-3 0-7 1,0 0-13-16,-1 10-2 0,4 8-3 16,-3 5-1-16,5 2-1 15,2 5 1-15,1-1-1 16,8-1 0-16,0-1 0 15,0-5 0-15,8-3-2 16,10-3 1-16,7-6-3 16,7-6-49-16,4 1-62 15,5-5-35-15,6 0-6 16,0 0 81-16,0-12 27 16,-1-8-194-16,-6-1 74 15,-4 0 86-15,-8 0 73 16,-6 0 9-16,-8-1 60 0,-4 0 80 15,-5 2 21 1,-5 2-24-16,0 4-29 0,-3 4-7 16,-15 6-29-16,-4 4 4 15,-1 0-5-15,-5 1-40 16,2 17-22-16,0 4-7 16,3 5-2-16,10 0-1 15,2 2 1-15,6-1-2 16,5-1 1-16,0-5-1 15,1-3-3-15,14-5 5 16,1-5 2-16,7-5-2 16,-1-4 1-16,5 0 3 15,-2-10 3-15,-1-11 6 16,-2-8 5-16,-4-4-8 16,-3-8-7-16,-6-9-3 0,-5-8-3 15,-4-7-2-15,0 2 5 16,0 8 0-16,-8 17 0 15,2 15 2-15,-2 15 11 16,5 6 47-16,-4 2-8 16,-4 6-20-16,4 20-29 15,-4 7-2-15,7 7-1 16,4 5 0-16,0 3 0 16,0 0 1-16,13-3 0 15,4-1 2-15,1-5 2 16,1-2-4-16,1-3 0 15,-3-9 0-15,0-5-1 16,-2-10 0-16,-3-3-10 0,3-7-78 16,-3 0-86-16,-11 0-87 15,2-7-289-15</inkml:trace>
  <inkml:trace contextRef="#ctx0" brushRef="#br0" timeOffset="144711.79">20569 5465 762 0,'0'0'134'15,"0"0"-51"1,0 0 66-16,0 0-70 0,0 0-5 16,0 0-26-16,0 0-17 15,0 34-22-15,1 11 24 16,2 7-4-16,-1 8-11 15,-1 1-1-15,1 3 2 16,1-3-3-16,0-5-8 16,3-7 1-16,-5-8-7 15,2-11 0-15,0-10 2 16,-3-9-4-16,5-7 0 16,-4-1-1-16,1-3-6 15,-1 0-31-15,-1-15-30 0,0-15-90 16,0 13-136-1,0-1-268-15</inkml:trace>
  <inkml:trace contextRef="#ctx0" brushRef="#br0" timeOffset="145165.18">20411 5775 187 0,'0'0'665'0,"0"0"-638"15,0 0 53-15,0 0-26 16,0 0-45-16,0 0 5 15,46-11 13-15,-7 7-14 16,4-3-4-16,8 0-1 16,-2-2 2-16,0-1-2 15,-4 3-3-15,-9 2 5 16,-8 2-3-16,-8 3 2 0,-10 0 1 16,-5 0-5-16,-5 15 0 15,0 10-2-15,0 5 21 16,0 6 6-16,-6 2-18 15,1 0-7-15,-1 0-4 16,6-4 0-16,0-6-1 16,0-9-1-16,12-8-2 15,9-8 0-15,3-3 3 16,4 0 3-16,2-13 3 16,-2-8-5-16,-4-4 2 15,-4 0 7-15,-10 0 31 16,-7 1 13-16,-3-2 4 15,0 3-16-15,-18 1-5 16,-7 3-13-16,-1 4-15 0,1 5-9 16,4 6-7-16,2 3 3 15,5 1-8-15,4 0-10 16,5 0-91-16,5 0-96 16,0 1-152-16</inkml:trace>
  <inkml:trace contextRef="#ctx0" brushRef="#br0" timeOffset="147343.91">22164 5461 646 0,'0'0'126'0,"0"0"-45"15,0 0 43-15,0 0-45 16,0 0-6-16,0 0-18 16,0 0-3-16,-7-33-13 0,5 37-10 15,-1 16-14-15,2 10 6 16,1 4-2-16,0 5-2 15,0 4-2-15,0 0-10 16,0 2 5-16,0-2-4 16,3-5 0-16,1-4-1 15,-1-7 1-15,0-8-6 16,-2-5 0-16,1-5 4 16,-2-5-7-16,0-3 4 15,0 1-2-15,1-2-35 16,5 0-57-16,2-3-73 15,-4-5-49-15,2-1-108 16</inkml:trace>
  <inkml:trace contextRef="#ctx0" brushRef="#br0" timeOffset="147827.57">22483 5614 702 0,'0'0'193'15,"0"0"-113"-15,0 0 72 16,0 0-74-16,0 0-8 16,0 0-23-16,12-30-32 15,-15 34-12-15,-4 11 1 16,-4 6-4-16,2 5-1 0,3 2-1 16,3 0 2-1,3 2 0-15,0-2 0 0,0-3-3 16,6 1 0-16,12-2 1 15,0-4 0-15,0-7 1 16,4-5 0-16,-4-7-1 16,5-1 2-16,-4 0 0 15,-2-17 4-15,-1-5 2 16,-4-4-1-16,-5-2-2 16,-3-1 0-16,-4-4 3 15,0-1 9-15,0 1 23 16,-16 1-14-16,0 8-7 15,-5 6 1-15,0 7-7 16,1 5-10-16,0 6 0 16,-2 0-1-16,3 3-7 0,0 15 2 15,3 4-9 1,7 3-13-16,6-1-24 16,3-2-22-16,0-1-58 0,10-1-39 15,4-16-73-15,-2-4-258 16</inkml:trace>
  <inkml:trace contextRef="#ctx0" brushRef="#br0" timeOffset="148111.6">22877 5509 983 0,'0'0'58'15,"0"0"10"1,0 0 10-16,0 0-50 0,0 0 2 16,0 0-11-16,1-7-12 15,-1 36 20-15,0 10-17 16,-3 5 4-16,0 5-1 16,3-2-7-16,-1-4 0 15,1-4-6-15,0-6 0 16,0-9-1-16,0-6-27 15,10-10-84-15,4-6-48 16,-7-2-69-16,-1-6-199 16</inkml:trace>
  <inkml:trace contextRef="#ctx0" brushRef="#br0" timeOffset="148493.41">23060 5606 553 0,'0'0'192'0,"0"0"-67"16,0 0 11-16,0 0-47 15,0 0-27-15,0 0-28 16,23-56-27-16,-35 70-6 16,-6 7 15-16,-6 5-15 15,-3 2-1-15,-1-1-16 16,1-2-3-16,2-6 4 16,8-4 8-16,6-7 6 15,6-6 1-15,5-2 3 0,0 0 3 16,0 0-3-16,0 0 16 15,0 0 6-15,0 0 4 16,6-6-18-16,6 3 2 16,1 3-2-16,5 0 1 15,2 0 3-15,2 14 5 16,2 5-1-16,0 4-5 16,-3 3-8-16,0-1-3 15,-2 3 0-15,-3-2-3 16,1-2 0-16,-1-3-54 15,-1-7-44-15,-1-7-71 16,-11-7-14-16,-2 0-180 16</inkml:trace>
  <inkml:trace contextRef="#ctx0" brushRef="#br0" timeOffset="149044.49">23319 5698 772 0,'0'0'66'16,"0"0"68"-16,0 0-9 16,0 0-34-16,0 0-9 15,0 0-43-15,4-42-17 16,-4 56-20-16,0 9 26 16,0 4-20-16,0 3-3 15,0-2-2-15,0-2-2 16,0-5-1-16,0-7-1 0,0-4 0 15,0-6-5-15,3-3-13 16,6-1 7-16,1 0 3 16,7-7 9-16,1-14 0 15,3-4 0-15,-3-2 0 16,-2 3 1-16,-2 6 1 16,-6 6 0-16,-3 7 1 15,-2 3 15-15,-3 2-8 16,1 0-10-16,2 13-7 15,6 14 7-15,9 1 0 16,6-1 1-16,4-3 0 16,0-9 2-16,7-5-3 15,-1-3 0-15,1-5 3 16,-3-2-2-16,-8 0 3 16,-4-14 2-16,-4-7-1 15,-7-6 8-15,-3-5 5 16,-4-3 0-16,-2-6-2 15,0-1-3-15,-12 4-6 0,-6 7-4 16,1 8-2-16,1 12-1 16,1 4-5-16,0 7-11 15,2 0-24-15,2 7-46 16,1 13-72-16,8-9-114 16,2-2-285-16</inkml:trace>
  <inkml:trace contextRef="#ctx0" brushRef="#br0" timeOffset="149300.5">23995 5746 814 0,'0'0'96'0,"0"0"-72"16,0 0 75-16,0 0-15 15,0 0-18-15,0 0 7 16,14 14-10-16,-14-14 14 16,0 0-34-16,0 0-29 15,0 0-5-15,-4-3-9 16,-2 0-11-16,2 1-58 16,2 2-110-16,2 0-168 15</inkml:trace>
  <inkml:trace contextRef="#ctx0" brushRef="#br0" timeOffset="152308.07">24065 5842 610 0,'0'0'130'0,"0"0"-58"16,0 0 30-16,0 0-40 15,0 0-6-15,0 0-10 16,0 0-21-16,0 17-11 15,0 9-6-15,0 10 23 16,-2 4-1-16,-7 2-11 16,-3 0-8-16,-4-1-8 15,-5-5-2-15,0-2 0 16,-4-4-1-16,1-9-70 16,6-6-86-16,12-15-64 15,5 0-281-15</inkml:trace>
  <inkml:trace contextRef="#ctx0" brushRef="#br0" timeOffset="153210.03">25221 5877 385 0,'0'0'167'16,"0"0"-135"-16,0 0 86 15,36-76-38-15,-33 49-7 16,-3-2-1-16,0 1-12 15,0 6-6-15,-5 5 8 16,-2 10 2-16,-5 4-10 16,1 3 6-16,-2 0-18 15,-5 20-25-15,4 8-17 16,0 13 1-16,5 7-1 16,9 8 0-16,0 11 4 0,0 6 6 15,9 3 6 1,8 3 4-16,2-1 11 15,-2-1-10-15,-2-4-2 16,-1-10-14-16,-7-9 10 0,-4-10-9 16,-3-12 5-16,0-7-7 15,0-6 4-15,0-5-3 16,-10-6-2-16,-11-4-1 16,-6-4-1-16,-6 0-1 15,-9-15-36-15,-1-15-62 16,28 12-108-16,0-2-153 15</inkml:trace>
  <inkml:trace contextRef="#ctx0" brushRef="#br0" timeOffset="153476.46">24964 6191 682 0,'0'0'65'0,"0"0"-31"15,87-69 40-15,-49 57-44 16,3 1 2-16,-1-1-1 15,2 2-10-15,-2 5 1 16,-7 3-6-16,-3 2-1 16,-8 6-4-16,-5 20-4 15,-4 4 2-15,-6 6 14 16,-2-2 7-16,-2-4 7 16,-1-4-5-16,-2-6-13 15,0-3-3-15,0-6-8 16,0-6-5-16,0-3-3 15,0-2-24-15,0 0-111 16,0-11-80-16</inkml:trace>
  <inkml:trace contextRef="#ctx0" brushRef="#br0" timeOffset="153637.18">25384 5953 852 0,'0'0'108'16,"0"0"-85"-16,0 0 50 15,0 0-70-15,0 0-3 16,0 0-56-16,22-15-59 16,-7 37-88-16,-8-11-80 15,-2 4-5-15</inkml:trace>
  <inkml:trace contextRef="#ctx0" brushRef="#br0" timeOffset="153943.03">25473 6100 75 0,'18'53'220'0,"-11"-18"-59"0,2-2-6 15,-4-2-70-15,1-5 46 16,-2-7-91-16,-2-6 8 15,-1-7-4-15,-1-4-30 16,0-2-3-16,0 0-3 16,3-1 12-16,0-17 21 15,2-9-23-15,1-3-6 16,2-3-10-16,1-4 7 16,4 1-6-16,3 4 2 15,-4 5 5-15,6 6 13 0,-2 7 5 16,2 6-11-1,4 6 5-15,-4 2 8 0,2 7-12 16,-4 17-7-16,-1 9-4 16,-3 3 0-16,-2 3-2 15,-4-4 0-15,2-3-5 16,-2-3-15-16,6-8-72 16,4-5-8-16,6-7-21 15,4-8-62-15,-17-1-138 16</inkml:trace>
  <inkml:trace contextRef="#ctx0" brushRef="#br0" timeOffset="154437.51">26114 6141 247 0,'0'0'345'0,"44"-76"-163"16,-43 50-35-16,-1 3-43 16,0 1-13-16,-7 6-28 15,-10 5-19-15,-2 5-4 16,-5 6-9-16,-1 0 2 15,-1 9-28-15,-1 18-3 16,4 8-4-16,2 5 0 16,7 6 1-16,4 1-3 15,7-6 2-15,3-3 2 16,0-5-1-16,10-7-2 16,7-9 1-16,4-6 2 15,1-9 0-15,2-2 1 16,0-3 1-16,0-17 1 15,-1-5 5-15,1-9-5 0,-3-8 0 16,-1-11-2-16,-7-10 0 16,-3-10-1-16,-5-5 2 15,-5 6 3-15,0 10 0 16,0 15 2-16,0 19 28 16,0 11 11-16,-3 11-8 15,0 6-21-15,-4 0-5 16,1 12-12-16,-2 18-2 15,4 10 2-15,4 9 1 16,0 4-1-16,0 5 1 16,9 1 0-16,16-1-1 15,5-6 0-15,7-4-3 16,5-7 3-16,3-6-3 0,-5-6-44 16,-1-12-52-1,-30-17-167-15,-5 0-289 0</inkml:trace>
  <inkml:trace contextRef="#ctx0" brushRef="#br0" timeOffset="155026.14">27322 5617 501 0,'0'0'486'16,"0"0"-436"-16,0 0 102 16,0 0-37-16,0 0-70 15,0 0-23-15,-2 2-16 16,2 42 5-16,3 8 24 16,9 7-12-16,-3 6-2 15,0 1-6-15,-1-3-5 0,-4-2-3 16,-4-7-5-1,0-13 0-15,0-9-2 16,0-7 0-16,-6-11-1 0,-5-10-18 16,-4-4-43-16,7-6-102 15,-3-12-215-15</inkml:trace>
  <inkml:trace contextRef="#ctx0" brushRef="#br0" timeOffset="155824.41">27127 5872 323 0,'0'0'638'16,"0"0"-612"-16,0 0 67 16,0 0-56-16,0 0-31 15,114-49 2-15,-57 40-2 16,7-1 2-16,-3-2 0 0,-3-1-5 16,-9 1-2-16,-10-3 0 15,-12-2 1-15,-11-3-1 16,-10-4-1-16,-6-6-1 15,0 0 1-15,-1 3 3 16,-9 7 3-16,-1 4 8 16,3 8 57-16,4 3-8 15,-2 4 0-15,5 1-29 16,-1 0-16-16,1 16-18 16,-2 16-7-16,3 13 5 15,0 7 4-15,0 5 1 16,0 2 3-16,0 1-4 0,0 3 3 15,0-7-2 1,4-7-1-16,5-12-2 16,-1-14 1-16,1-9-1 0,2-9 0 15,1-5-2-15,6 0 2 16,2-5 0-16,2-17-2 16,-1-7-1-16,-3-2-6 15,-5 2 8-15,-2 6 1 16,-7 8 1-16,-1 8-1 15,-1 7 2-15,-2 0-1 16,0 2-1-16,0 18 0 16,1 7-7-16,2 5 7 15,4-4 4-15,4-2-4 0,4-2 1 16,3-8 0 0,3-1 1-16,1-7-1 0,4-5 0 15,0-3 0-15,3 0 1 16,-1-13 2-16,2-12-1 15,-3-4-3-15,-4-10 0 16,-6 0-3-16,-8-2-5 16,-7 6 4-16,-2 8 1 15,0 10 3-15,-15 11-1 16,-3 6 1-16,0 0 0 16,-5 11 5-16,3 15-5 15,3 9 0-15,4 6-5 16,7 1 5-16,4-1-1 0,2-4 1 15,3-5 1 1,18-5 3-16,7-3 2 0,11-4-2 16,13-6 3-1,9-4-2-15,5-7 5 0,-5-3 2 16,-10 0-12-16,-12-4-1 16,-11-11-18-16,-11-3-65 15,-9-3-87-15,-8 10-128 16,0-2-521-16</inkml:trace>
  <inkml:trace contextRef="#ctx0" brushRef="#br0" timeOffset="160074.07">29498 5860 569 0,'0'0'123'15,"0"0"-96"-15,0 0 97 16,0 0-55-16,0 0-22 16,0 0 3-16,0 0-9 0,-16-71-15 15,31 64-10 1,1 2 3-16,2 2 0 16,3 1 2-16,-3 2 0 0,3 0-10 15,-3 7-5-15,0 13 3 16,-6 4-4-16,-1 7 1 15,-8 3 7-15,-3 6 5 16,0-4-7-16,0 0-8 16,-1-9 8-16,-7-8-9 15,-2-6 2-15,6-9-4 16,1-2 0-16,1-2 5 16,1 0 0-16,1-12 3 15,0-13-8-15,0-9 0 16,0-7-1-16,0-1 0 0,15 1 1 15,4 0 0-15,0 6 0 16,2 7 2 0,2 5-2-16,-1 7-2 0,-2 8 2 15,-1 5 6-15,-3 3 1 16,-2 1-5-16,-4 21-2 16,0 9 0-16,-4 5 16 15,-3 5-2-15,-3 6 0 16,0-2-8-16,2-4-3 15,-1-5-2-15,4-10-2 16,5-6-1-16,5-6-75 16,7-8-42-16,8-6-16 15,2 0-34-15,0 0 13 0,-3-3 24 16,-8-4 112 0,-3 0 20-16,-8-2 18 0,0 2 85 15,-2-1 18 1,1-2-36-16,1-1-2 0,1-5-24 15,3 0-21-15,-1-2-22 16,-3 0 0-16,-1-3-4 16,-2 1 3-16,-5-4-6 15,-2 1 1-15,0 1 0 16,0-1-2-16,-2 8 2 16,-9 5 6-16,2 2 24 15,-2 7 10-15,-2 1 2 0,-1 0-13 16,-3 1-32-1,-2 18-7-15,2 8 0 0,1 4-1 16,6 4-2-16,6 2 2 16,4-1 1-16,0-1 0 15,0-5 0-15,16-3 0 16,4-8-1-16,5-2 0 16,2-6 1-16,4-5 1 15,1-6 2-15,-1 0-2 16,-1-2 3-16,-5-15-4 15,-4-4-2-15,-2-6-11 16,-5-2 4-16,-2-7 5 16,-8 1 4-16,-2 3 3 15,-2 5-2-15,0 8 2 16,0 8 0-16,0 5 6 0,0 5 9 16,0 1 4-16,0 0-3 15,0 0-12-15,-3 8-7 16,-2 15-7-16,1 5 6 15,2 3 2-15,2 2-1 16,0-5 2-16,0-1-4 16,8-6 1-16,5-4 1 15,4-7 0-15,-1-6-2 16,5-4 2-16,0 0 0 16,-2-4 3-16,2-13 1 15,-2-6-4-15,-2-5 2 16,-2 0-2-16,-3-1 0 15,-5 10 3-15,-2 6-3 0,-3 8 0 16,-2 5 1-16,0 0 2 16,0 7-3-16,-2 15-6 15,-6 5 5-15,5 4 1 16,3-4 0-16,0-3-3 16,6-6 2-16,15-6-1 15,3-8 1-15,6-4 1 16,7-2 6-16,2-18 2 15,2-8-6-15,-6-3 13 16,-15-1-2-16,-10-3 3 16,-10 1 2-16,0 2 3 15,-9 3-13-15,-9 8-6 16,-1 5-2-16,-4 9-7 16,2 6-13-16,0 1-18 0,2 0-43 15,15 0-190 1,1 4-254-16</inkml:trace>
  <inkml:trace contextRef="#ctx0" brushRef="#br0" timeOffset="168486.87">2576 7525 629 0,'0'0'66'15,"0"0"19"-15,0 0 9 16,0 0-45-16,0 0 0 16,0 0 10-16,0 0-23 15,-80-29 1-15,66 29-5 16,-4 4-11-16,1 16-6 16,-5 6 0-16,0 10-13 15,0 7-1-15,2 7 3 16,4 5 1-16,4 1-4 15,6 2 2-15,6-3 4 16,0-1 0-16,0-5-7 16,15-6-2-16,9-8 0 0,1-8 2 15,1-8 1-15,-1-6 0 16,-1-7-2-16,-5-6 1 16,4 0 0-16,-4-2 3 15,0-16 3-15,-2-5 0 16,-4-7 5-16,1-2-5 15,-5-3-1-15,-4 0-1 16,-2 1-3-16,-3 3 9 16,0 4 0-16,0 6 15 15,0 5 14-15,-4 8 1 16,0 4-15-16,1 2-3 16,0 2 4-16,1 0-18 15,1 0-8-15,-2 10-9 16,-2 11 0-16,2 10 9 15,0 3 6-15,3-1-4 0,0-3-4 16,0-3-1-16,15-4 0 16,1-8 2-16,1-2-1 15,4-7-1-15,-3-5 3 16,6-1 1-16,-5 0-1 16,3-8-8-16,-7-10 3 15,-4-5-4-15,2-1 4 16,-7-3 1-16,-4 1 4 15,-2-3 2-15,0 3-2 16,0 6 0-16,0 3 7 16,-5 7-6-16,-1 6 9 15,3 2 0-15,3 2 9 0,-3 0-13 16,3 0-6-16,0 7-3 16,0 14-8-16,0 7 10 15,0 2 0-15,0 0 1 16,0-5 0-16,9-4 0 15,3-4-2-15,3-5 2 16,0-5-3-16,3-4-9 16,0-3-23-16,6 0-34 15,-2-13-37-15,-1-7-28 16,-5-1 14-16,-5-2 47 16,-4 2 16-16,-4 0 36 15,-3 4 21-15,0 1 7 16,0 2 24-16,6 2 30 0,-1 2 1 15,1 1-2-15,4 2-15 16,-1 6-17 0,5 1-13-16,5 0 2 0,-4 6-6 15,6 15-3-15,-2 4 10 16,-7 5 3-16,3 1 1 16,-5 0-9-16,-4-3-10 15,-4-4 3-15,-2-7-6 16,0-9-3-16,0-4 3 15,0-4 2-15,0 0-1 16,0 0 17-16,-5-5-5 16,1-16-10-16,-1-6 0 15,5-3-1-15,0 0-1 16,0-2-1-16,0 5 1 0,0 5 3 16,11 5-4-16,2 6 7 15,7 2-3-15,2 6-3 16,3 3-1-16,2 0-2 15,-1 9 2-15,-1 11-1 16,-3 4 1-16,-4 2 0 16,-7 3 0-16,-7-4 0 15,-4-1 0-15,0-7-1 16,0-4 1-16,-3-8 4 16,-3-2 1-16,0-3 7 15,-1 0 0-15,4-7 7 16,0-10-5-16,3-15-1 15,0-4-3 1,1 2-8-16,14 2-2 0,5 15-3 16,-1 6-2-16,6 7-9 15,2 4-56-15,1 0-8 16,4 1-30-16,-1 12-3 16,0 1-4-16,1-1 64 15,-8-2 45-15,0-4 6 16,-7-2 0-16,-6-2 0 15,-3-3 2-15,-1 0 10 16,-4 0 16-16,-2 0 11 16,1-6 27-16,-2-5 0 15,0-3-23-15,0-1-20 16,0 1-4-16,-5 1 3 0,-8 4 2 16,1 4-2-16,-3 3 10 15,2 2 4 1,-2 0-3-16,1 17-28 0,2 9-5 15,2 3-2-15,4 7 1 16,6-1-2-16,0-1 2 16,0-3-2-16,15-6 3 15,1-5-5-15,2-6 3 16,3-7 0-16,0-3 1 16,1-4 1-16,1 0-1 15,2-1-1-15,-1-18-2 16,4-4-7-16,1-4 6 0,-4-4 5 15,-4-1 2 1,-2 0 0-16,-5 4-2 0,-2 6 3 16,-5 6 13-16,-2 8 0 15,-4 3 3-15,-1 5 8 16,0 0-5-16,0 6-22 16,0 18 0-16,0 5 0 15,0 6 5-15,2 0-1 16,2-2-4-16,5-1 0 15,-3-10 0-15,0-7 0 16,-3-7 2-16,0-7-2 16,-1-1 0-16,3 0 0 0,0-4 4 15,4-16 2 1,0-8-3-16,4-3 1 16,-1-3-4-16,0 2-4 15,-3 6 0-15,3 5 0 0,1 8 3 16,-2 8-1-16,-2 5-1 15,1 0-2-15,2 8-2 16,-1 16 7-16,0 4 2 16,-3 3 8-16,-2 2 2 15,3-2-7-15,1-4-2 16,-1-6 0-16,2-6-1 16,-1-5-2-16,1-7-3 15,2-3 2-15,-1 0 0 16,5-3-63-16,2-15-40 15,0-8-36-15,2-6-58 0,0-5 26 16,-18 19-182-16</inkml:trace>
  <inkml:trace contextRef="#ctx0" brushRef="#br0" timeOffset="168736.75">4322 7654 451 0,'0'0'198'15,"0"0"-30"-15,0 0-37 16,0 0-17-16,0 0-26 15,0 0-33-15,0-8-20 16,0 43-9-16,0 5 8 16,0 6-1-16,3 0-9 0,7 1 6 15,-1-4 3-15,2 0-8 16,0-7-7-16,0-3-8 16,4-6-6-1,-2-8-4-15,2-5 0 0,5-7 0 16,-1-5 0-16,6-2-7 15,-2-6-35-15,1-16-39 16,-20 6-91-16,-2-1-158 16</inkml:trace>
  <inkml:trace contextRef="#ctx0" brushRef="#br0" timeOffset="168918.7">4420 7831 860 0,'0'0'45'0,"0"0"23"15,0 0-11-15,0 0-26 16,0 0 6-16,0 0-12 16,79-36-12-16,-38 22-7 15,6-2-5-15,10-2-1 16,1-1-14-16,-37 12-202 16,-3 0-431-16</inkml:trace>
  <inkml:trace contextRef="#ctx0" brushRef="#br0" timeOffset="170624.9">5557 7933 645 0,'0'0'102'16,"0"0"-38"-16,18-72 21 0,-18 50-27 16,0-4-7-16,0 2-10 15,-14-1-14 1,-5 2-1-16,-3 3 3 0,2 5-2 16,-2 6 7-16,1 5 2 15,-1 4 3-15,-1 0-16 16,-2 13-14-16,4 9-6 15,0 10-5-15,3 1 3 16,6 4-2-16,4 3 0 16,3-3-1-16,5 2 0 15,0-6 1-15,5-3 1 16,11-7-3-16,2-8 0 16,3-6 2-16,-2-7-1 15,1-2 2-15,0 0 0 16,-2-12 5-16,3-11 0 0,0-5 1 15,-3-6-5-15,0-4 3 16,-2-3-2-16,-1-1-2 16,-3 2 2-16,-6 7-1 15,-3 7 6-15,0 10 6 16,-3 11 13-16,0 5 2 16,0 0-1-16,0 2-16 15,0 20-11-15,0 8-4 16,3 2 2-16,5 1 4 15,0-2-2-15,0-5 0 16,2-5 0-16,-2-5 1 16,2-4-2-16,1-7 1 0,-4-3-2 15,2-2 2 1,0 0 4-16,5-7 0 16,2-15 2-16,-4-5-2 0,6-1-1 15,-6-4-3-15,1 0 1 16,-4 5 0-16,0 4 0 15,-3 9-1-15,-2 6 2 16,-1 7-1-16,-1 1-2 16,2 0 0-16,5 20-5 15,3 8-4-15,3 4 10 16,-1 1 3-16,-1-2-1 16,2-3-2-16,-2-5 0 15,-1-6 2-15,-4-6-2 16,-1-7 0-16,-2-2 1 0,-1-2-1 15,2 0 0-15,6-18 4 16,-3-9 1-16,6-6-4 16,-2-5-1-16,-2 1-2 15,-2 2-4-15,-2 5 5 16,-2 12 1-16,-1 8 0 16,-2 6 0-16,1 4-1 15,0 0-1-15,1 12-3 16,1 16-6-16,0 3 10 15,0 4 1-15,-2-1 2 16,3-2-2-16,6-4 0 16,3-5-1-16,4-7-15 15,4-8-50-15,5-8-48 0,3 0-6 16,5 0-36-16,1-11 7 16,-1-6 23-1,-3-3 126-15,-3-3 0 0,-8 0 0 16,-2-4 1-16,-6 0 8 15,-6 0 44-15,-5 0 22 16,-3 3 8-16,0 1-11 16,-3 5-5-16,-12 6-16 15,-9 5-6 1,-1 7 39-16,-5 0-41 16,3 17-23-16,5 10-15 15,5 9-5-15,4 1-2 16,4-1 2-16,6 1 1 0,3-3-1 15,0-6-3 1,0-4 2-16,6-7 1 0,12-7-3 16,0-5-2-16,4-5 4 15,5 0 2-15,6-7 3 16,0-18-1-16,-2-7 1 16,-1-8-2-16,-5-8 1 15,-5-5-3-15,-7-8-2 16,-7-4 2-16,-6 0 0 15,0 7 0-15,0 16 7 16,-9 16 23-16,3 14 27 16,-1 9-2-16,2 3-15 0,-1 3-20 15,-3 22-20 1,-4 13 0-16,7 10 0 16,0 6 1-16,4 0 0 0,2-3 0 15,0-2 1-15,2-7-1 16,10-5-1-16,6-6 0 15,1-6-2-15,10-7-3 16,6-6-53-16,7-9-148 16,-23-3 17-16</inkml:trace>
  <inkml:trace contextRef="#ctx0" brushRef="#br0" timeOffset="171134.14">7527 7497 776 0,'0'0'141'0,"0"0"-56"16,0 0 49-16,0 0-53 15,0 0-27-15,1 11-25 16,-1 31-1-16,0 8 19 16,0 5-15-16,4 1-5 15,-1-2-9-15,-1-3-4 16,-2-7-8-16,0-9-3 0,0-8-2 15,0-9-1 1,0-6-1-16,0-10-21 16,0-2-68-16,0-1-109 0,0-13-98 15</inkml:trace>
  <inkml:trace contextRef="#ctx0" brushRef="#br0" timeOffset="171953.78">7377 7672 743 0,'0'0'81'16,"0"0"5"0,0 0-73-16,84-20-5 15,-35 19 3-15,6-2 9 0,-2-3 13 16,2-2-7-16,-3-4-13 16,-7-2 1-16,-7-1-1 15,-15-2 32-15,-7-3-40 16,-8-1 0-16,-7-3 1 15,-1-3 0-15,0 2 10 16,0 2 17-16,-1 8-7 16,-5 7 11-16,1 3 14 15,2 5-12-15,-1 0 1 16,1 0-17-16,-2 19-23 16,-1 15 1-16,0 13 0 15,0 8-1-15,5 6 2 0,1 0 1 16,0-2-1-1,0-7 2-15,6-8-4 0,7-9 2 16,4-10-2-16,-2-8 0 16,1-8 0-16,-2-8-3 15,2-1 3-15,2-2 5 16,3-18-3-16,1-7-2 16,-5-2-14-16,0-4-7 15,-3 2 2-15,-8 6 18 16,3 5 1-16,-6 7 3 15,-2 8-2-15,-1 5 0 16,0 0 12-16,0 12-7 16,-3 11 2-16,-7 8-8 15,4 2 0-15,6-1 1 0,0-3-3 16,0-5 4-16,6-5-2 16,15-8 2-16,-2-4 0 15,9-4-2-15,-1-3 7 16,6 0-2-16,1-16-4 15,-2-7 1-15,-3-2-2 16,-3-3 0-16,-7-3-4 16,-7-2-1-16,-3 4 1 15,-7 6 4-15,-2 7 0 16,0 11 3-16,-18 5 0 16,-2 1 0-16,-5 23 5 15,3 8-8-15,2 3 0 16,5 0 0-16,11-1 3 0,4-5-5 15,0 1 4 1,27-9 1-16,7-5 1 16,18-5 10-16,5-11-10 15,11 0 2-15,4 0-2 16,-2-6 5-16,-10-5-9 16,-11-1 0-16,-10-4-11 15,-8-1-127-15,-31 9-57 16,0-2-422-16</inkml:trace>
  <inkml:trace contextRef="#ctx0" brushRef="#br0" timeOffset="177022.11">9923 7279 541 0,'0'0'199'16,"0"0"-130"-16,0 0 54 15,0 0-15-15,0 0-22 16,0 0-27-16,3-18-16 15,-3 39-17-15,0 12 1 16,1 8 9-16,1 8-12 16,-1 6 0-16,3 2-2 15,-1 1-4-15,2-6-5 16,-2-5-4-16,-2-8-5 16,1-8 2-16,-1-8-5 0,-1-5 2 15,2-6-1-15,-2-3-2 16,0-5 1-16,0-1-1 15,0-3 0-15,0 0 0 16,0 0-5-16,0 0-21 16,0 0-36-16,-3-6-71 15,-8-6-19-15,7 5-140 16,-2-2-363-16</inkml:trace>
  <inkml:trace contextRef="#ctx0" brushRef="#br0" timeOffset="177817.32">9727 7622 497 0,'0'0'294'0,"0"0"-235"0,0 0 67 16,0 0-34-16,0 0-41 16,0 0-19-16,-21-12-20 15,48 9-2-15,15-1 0 16,12-3 10-16,4-2-4 15,4 1-1-15,1-1-3 16,-3 2-4-16,-8 2-3 16,-7-1-1-16,-8 0-3 15,-7 0 0-15,-6-2 0 0,-10 1 0 16,-6-3 0-16,-5 1 2 16,-3-3 1-16,0-1 2 15,0 1 2-15,-6 0-4 16,-9 5 6-16,0 3-6 15,-4 4-3-15,-1 0 19 16,-2 0-15-16,3 11 1 16,2 11-5-16,1 6-1 15,5 5-1-15,4 6 0 16,3 2 1-16,4-3 2 16,0-3 1-16,14-3 4 15,10-5-6-15,4-5 1 0,5-8 1 16,0-6-3-1,1-5 2-15,1-3 2 0,-1 0-4 16,-4-10-55-16,0-9-66 16,-6-6-43-16,-6-2-36 15,-5 1-115-15,-7 0 106 16,0 4 209-16,-3 5 24 16,-1 3 121-16,1 4 38 15,1 3-34-15,2 3-60 16,3 4-16-16,-2 0-19 15,7 1-24-15,-1 20-2 16,3 4 5-16,-2 4 12 16,-1 2-17-16,-5-2-13 15,-7-2-5-15,-1-4-9 16,0-5 4-16,0-7 1 0,-6-4 6 16,-2-4-1-16,0-3 5 15,2 0 19-15,3-7 3 16,3-13-21-16,0-5 3 15,0-8-4-15,3-2 1 16,11 0-12-16,0 4 0 16,3 4-4-16,4 6 0 15,-1 4-2-15,3 4-1 16,1 5-1-16,3 2-17 16,-2 5-132-16,-14 1-65 15,-1 0-248-15</inkml:trace>
  <inkml:trace contextRef="#ctx0" brushRef="#br0" timeOffset="178917.68">10922 7711 496 0,'0'0'199'15,"0"0"-134"-15,0 0 43 16,0 0-44-16,0 0-6 15,0 0 14-15,0 0-14 16,18-72-6-16,0 65-3 16,0 3-26-16,7 4-3 15,-1 0-4-15,0 0-8 0,-3 11-3 16,-2 12 0-16,-1 4-3 16,-6 4 7-16,-6 3-6 15,-4 0-3-15,-2-6 4 16,0-3-1-16,0-6 0 15,-11-5-3-15,3-7-2 16,0-5-21-16,3-2 19 16,1 0 4-16,-1-5-2 15,1-15-4-15,2-4 2 16,1-6 0-16,1-2 4 16,0 0 0-16,0-4 2 0,10 7 0 15,8 2 9-15,0 4-1 16,1 8 6-16,4 5-7 15,-5 7 0-15,1 3-2 16,1 0-2-16,-3 18-3 16,1 9-2-16,-4 6 0 15,-5 2 2-15,-2 0 0 16,-3-1 1-16,-2-4-2 16,-2-8-1-16,0-4 0 15,0-11-2-15,0-3-11 16,0-4-2-16,0 0 8 15,0-3 7-15,0-17 1 0,0-7-1 16,3-5-4 0,9-5-1-16,1-1 5 15,1 1 0-15,2 6 0 0,-1 10 0 16,0 6 3-16,-6 9-3 16,2 6 1-16,-1 0 11 15,0 7-2-15,2 15-8 16,-1 8 6-16,-4 6 7 15,-2 1-5-15,-1 2-10 16,-4-3 2-16,2-3-2 16,1-8 0-16,1-6-3 15,5-8-57-15,2-9-46 16,3-2-50-16,-8 0-64 16,2-9-201-16</inkml:trace>
  <inkml:trace contextRef="#ctx0" brushRef="#br0" timeOffset="179112.11">11659 7642 270 0,'0'0'525'0,"0"0"-408"15,0 0 4-15,0 0-77 16,0 0 5-16,0 0 5 16,15 79-14-16,-15-55-11 15,3 1-5-15,-3-7-13 16,2-3-10-16,-2-4-1 15,3-6-2-15,0-5-82 16,-2 0-99-16,2-5-160 16</inkml:trace>
  <inkml:trace contextRef="#ctx0" brushRef="#br0" timeOffset="179238.57">11692 7515 504 0,'0'0'245'16,"0"0"-203"-16,0 0 4 15,0 0-46-15,0 0-25 16,0 0-188-16,-12-31-101 16</inkml:trace>
  <inkml:trace contextRef="#ctx0" brushRef="#br0" timeOffset="179582.93">11838 7688 523 0,'0'0'95'15,"0"0"-29"-15,48 91 50 16,-45-67-56-16,-3-7 4 0,0-3-15 15,0-7-25 1,-2-4-6-16,-4-3-3 0,2 0 4 16,-2-8 3-16,3-12 5 15,2-6-20-15,1-3 3 16,0-4-3-16,0 1 5 16,3 4-8-16,8 4 2 15,0 5 11-15,4 5 1 16,0 3 8-16,5 4 2 15,6 3-7-15,4 4-3 16,2 0-2-16,1 0 9 16,-3 18 3-16,-7 6-22 15,-7 4-1-15,-5 3-1 0,-8 1-1 16,-3 1-3-16,0-5-6 16,0-7-11-16,0-5-78 15,0-7-36-15,10-9-45 16,-4 0-16-16,4-2-183 15</inkml:trace>
  <inkml:trace contextRef="#ctx0" brushRef="#br0" timeOffset="180287.61">12544 7569 610 0,'0'0'208'0,"0"0"-87"16,0 0-3-16,0 0-51 0,0 0-7 15,0 0-9-15,-78-70-19 16,45 88-11-16,-1 7-15 16,3 8-3-16,4 2-2 15,3 3-1-15,15-3-1 16,2-4 0-16,7-4 0 16,0-6-1-16,0-8-1 15,13-5 0-15,8-5-1 16,-2-3-5-16,5 0-7 15,1-11 1-15,-2-9 3 16,-2-4 3-16,-3-3 3 16,-5 1 5-16,-1 2 1 15,-6 6 1-15,-3 9 2 0,-3 6-1 16,0 3 35 0,0 0 10-16,0 5-15 0,0 14-29 15,0 11 5-15,0 0-5 16,0 2-3-16,12-2 0 15,10-7 6-15,2-5-2 16,3-8 0-16,1-5-2 16,4-5-1-16,-4 0 6 15,5-17 0-15,-6-11 0 16,0-8-1-16,-3-10-3 16,-8-8-1-16,-6-11-1 15,-4-7-1-15,-6-8 0 16,0-1 3-16,0 8-2 0,-4 12 2 15,-8 25 0 1,-3 16 0-16,1 17 17 0,-2 3 2 16,-2 17-18-16,0 18-4 15,1 13-1-15,6 4-1 16,5 7 3-16,6 5-1 16,0 0 1-16,0-1 3 15,14-5 7-15,8-6 3 16,2-11-8-16,1-8 3 15,-1-11-6-15,3-3 0 16,1-8-3-16,2-4 0 16,4-7 0-16,2 0 0 15,3-9-2-15,1-13-37 0,1-2-64 16,-30 10-142-16,-3-1-341 16</inkml:trace>
  <inkml:trace contextRef="#ctx0" brushRef="#br0" timeOffset="181267.82">13971 7360 631 0,'0'0'194'0,"0"0"-108"15,0 0 64-15,0 0-57 16,0 0-14-16,0 0-13 15,5-45-15-15,-2 45-21 16,2 1-12-16,4 19-12 16,7 12-6-16,5 11 21 15,-2 6 0-15,2 6-8 16,1 3-6-16,-2-2-3 0,-2-4 1 16,-3-11-1-16,-1-5-3 15,-3-11 0-15,0-9 0 16,-4-8 0-16,-3-6-1 15,1-2 0-15,-2 0 0 16,4-3 3-16,4-18 2 16,-1-12 5-16,4-9-3 15,-1-6-1-15,-2-8-6 16,-1-2 6-16,-4 0-6 16,-3 7 1-16,-3 12 0 0,0 12-1 15,0 14 0-15,0 7 0 16,0 6-1-1,0 0-22-15,4 2-23 0,7 16-121 16,7 6-29 0,7 2 4-16,-13-17-127 0,1-2-243 15</inkml:trace>
  <inkml:trace contextRef="#ctx0" brushRef="#br0" timeOffset="181785.3">14543 7479 555 0,'0'0'173'15,"0"0"-59"-15,0 0 24 16,0 0-42-16,0 0-15 16,0 0 10-16,6-40-32 15,-18 40-19-15,-3 4-20 0,-3 17-5 16,2 8-15 0,4 5-3-16,4 2 1 0,5 3 2 15,3-2 0-15,0 0-1 16,8-5 1-16,10-3 0 15,0-6 0-15,4-6 0 16,3-6 0-16,0-9 0 16,1-2 0-16,-2 0 1 15,3-4 0-15,0-14 1 16,-2-8-2-16,-4-3 0 16,-5-5 0-16,-7-3 0 15,-6-5 0-15,-3 0 2 16,0-5 1-16,-10 5-2 0,-8 6 1 15,-2 10 0 1,1 9-1-16,3 8 4 0,-2 5 0 16,3 4 2-16,2 0-4 15,-3 6-3-15,3 16-7 16,3 8 3-16,4 4 2 16,4 3 0-16,2 0 1 15,0 0 0-15,2-3 0 16,13-6 1-16,4-2 0 15,9-5-1-15,7-6 1 16,7-6 0-16,7-8-1 16,-3-1-6-16,-3-3-68 0,-6-15-12 15,-5-7-86 1,-29 12-39-16,-3-3-222 0</inkml:trace>
  <inkml:trace contextRef="#ctx0" brushRef="#br0" timeOffset="182034.75">14956 7354 432 0,'0'0'198'16,"0"0"-66"-16,0 0 2 16,0 0-44-16,0 0-1 15,0 0-34-15,0 0-32 16,17-18-12-16,-8 50 64 16,-1 8-17-16,-1 5-15 15,-3 6-5-15,1 0-3 16,-2-2-13-16,-2-2-12 0,2-9-6 15,3-7-2-15,-3-11-2 16,4-6-2-16,1-8-3 16,4-6-41-16,3 0-52 15,2-3-47-15,-10-10-59 16,-3-1-140-16</inkml:trace>
  <inkml:trace contextRef="#ctx0" brushRef="#br0" timeOffset="182273.88">15237 7427 509 0,'0'0'147'16,"0"0"-5"-16,0 0-13 0,0 0-14 15,0 0-17 1,0 0-48-16,12-7-16 0,-11 40 31 16,-1 4-7-16,0 5-25 15,0-1 0-15,0-3-8 16,0-3-13-16,0-2-4 15,0-5-6-15,0-7-2 16,0-5 0-16,5-6 0 16,-2-10-18-16,1 0-72 15,-1-3-71-15,-3-10-74 16,0-1-195-16</inkml:trace>
  <inkml:trace contextRef="#ctx0" brushRef="#br0" timeOffset="183682.03">15219 7570 760 0,'0'0'53'16,"0"0"-17"-16,0 0-4 15,0 0-25-15,0 0 5 16,97-5-10-16,-51 0 0 16,0-2-2-16,4-1 4 15,-9-4-1-15,-2 1-2 16,-12-1-1-16,-6 1 2 15,-10-1 1-15,-6 1 5 16,-5 2 57-16,0 1-5 16,-1 2-1-16,-14 3 4 0,-6 3-27 15,1 0 6 1,-2 0-5-16,-2 11-22 0,3 11-3 16,-1 5-1-16,3 2-2 15,4 5-4-15,1 1 4 16,7 2-4-16,4 1-2 15,3-3 0-15,0-3-3 16,0-7 4-16,7-7-7 16,11-5 6-16,2-6-1 15,1-6-1-15,4-1 0 16,3 0-1-16,0-15-5 16,2-7-11-16,-1-5-5 15,-5-8 5-15,-2 1-1 16,-6-5 6-16,-5 1 1 15,-4 3 10-15,-5 4 0 0,-2 7 3 16,0 9-2-16,0 3 4 16,0 8 12-16,0 2 13 15,-5 2-1-15,-4 0-7 16,2 13-8-16,-6 13-14 16,2 3-1-16,2 7 1 15,2 0 2-15,5 2-2 16,2-4 1-16,0-3-3 15,12-5 1-15,8-8-3 16,5-5-5-16,3-8-44 16,7-5-36-16,2 0 3 0,3 0 9 15,-1-11-9-15,1-9 18 16,2-4 31-16,-3-3 13 16,-5-1 17-16,-3-3 7 15,-7-3 1-15,-6 2 3 16,-3-1 4-16,-4 4 34 15,-7 6 38-15,-2 5 20 16,-2 5-5-16,0 7 6 16,-11 6-23-16,-13 0-29 15,-7 10-24-15,-6 17-17 16,1 7-4-16,3 1-3 16,6 1-1-16,11-4 0 15,8-5-1-15,8-4 1 0,0-7-1 16,3-5-2-16,20-6 1 15,5-5 2-15,5 0 2 16,3-11-2-16,-2-8-2 16,-4 1-2-16,-6 2 1 15,-11 8 2-15,-6 3 1 16,-4 5 0-16,-3 2 0 16,2 24-1-16,-2 14-5 15,0 18 6-15,0 14 8 16,0 11 0-16,0 8-1 15,-5 3-4-15,-6 4 11 16,-1-4-7-16,-5-6 5 16,1-13 5-16,-2-15-8 15,4-17-3-15,0-17 1 16,6-10-1-16,0-15 0 0,-1-1 0 16,-2-13-2-16,-3-20-2 15,1-16-2-15,1-12-4 16,6-10 2-16,6-5-8 15,0 2 3-15,1 8 2 16,21 8 0-16,7 9 0 16,8 8-1-16,4 4 0 15,4 5-3-15,5 2 8 16,-1 5-4-16,-1 2 3 16,-2 1 2-16,-5 2-2 15,-7-3 2-15,-6 0 0 16,-5-2 1-16,-8-2 1 0,-5 1-1 15,-6-1 0-15,-4 0 0 16,0 3 1-16,0 6 0 16,0 2-2-16,-10 6 1 15,-2 3 0-15,-4 3 2 16,1 4-3-16,-4 0 1 16,-3 11 1-16,2 15-2 15,2 5-1-15,4 1 1 16,7 2-1-16,7-3 1 15,0-4 0-15,0-3 0 16,13-3 0-16,7-4 2 16,1-6 3-16,4-3-5 15,3-6 0-15,4-2 2 0,1 0-2 16,3-15-8 0,-3-5-63-16,-25 11-168 0,-2 1-247 15</inkml:trace>
  <inkml:trace contextRef="#ctx0" brushRef="#br0" timeOffset="183797.12">16687 7735 778 0,'0'0'371'16,"0"0"-248"-16,0 0-2 15,0 0-67-15,0 0-47 16,0 0-7-16,0 0-1 16,24-5-75-16,-24 3-273 15</inkml:trace>
  <inkml:trace contextRef="#ctx0" brushRef="#br0" timeOffset="186531.28">2331 9550 652 0,'0'0'129'0,"0"0"-42"0,0 0 29 16,0 0-33-16,0 0 0 15,0 0-27-15,-50-38-1 16,23 64-25-16,0 10-29 16,-4 11 6-16,7 11-6 15,0 8 1-15,8 3 2 16,7 0 3-16,9-2 9 16,0-6-5-16,12-8-3 15,13-8 7-15,9-10-8 16,8-8 8-16,0-7-14 15,3-9 5-15,1-7 2 16,-4-4-1-16,-6 0-6 0,-8 0 2 16,-3-13-3-1,-4-4-23-15,-4-2-80 0,-17 8-96 16,0-3-286-16</inkml:trace>
  <inkml:trace contextRef="#ctx0" brushRef="#br0" timeOffset="187312.95">2858 9650 704 0,'0'0'137'0,"0"0"-58"16,0 0 31-16,0 0-54 16,0 0 9-16,0 0-18 15,0 0-4-15,3 3-27 16,-3 40 19-16,-9 6-14 15,-3 6-3-15,-1 1-11 16,1-6-1-16,3-8-4 16,3-8 3-16,1-13-5 15,2-10 0-15,2-5 1 16,1-6-1-16,0 0 2 0,0-6-1 16,0-19 8-16,0-13-1 15,6-7-8-15,6-7 0 16,0-5 1-16,-2-1-2 15,1-2 1-15,2 3 0 16,1 8 2-16,-1 12-1 16,-1 15 1-16,-6 10-2 15,3 9 10-15,4 3-5 16,-2 3-1-16,11 23-2 16,-3 13-1-16,1 11 7 15,-2 9 11-15,-5 4 0 16,2 1-8-16,-4-1-2 15,-1-5-2-15,2-10-2 16,-3-6-3-16,-3-12-1 0,-1-10-1 16,-1-8 1-16,-4-6-1 15,0-6 0-15,0 0 0 16,-3 0-29-16,-12-8-56 16,-7-10-140-16,8 5-121 15,4-1-312-15</inkml:trace>
  <inkml:trace contextRef="#ctx0" brushRef="#br0" timeOffset="187490.66">2821 9911 582 0,'0'0'107'15,"0"0"19"-15,0 0-19 16,0 0-39-16,0 0-20 16,0 0-28-16,0 0 19 15,64-8 8-15,-19 2-12 0,7-2-14 16,3-5-11-16,2-4-8 15,-3-4-2-15,-2 1-6 16,-10 2-134-16,-36 12-136 16</inkml:trace>
  <inkml:trace contextRef="#ctx0" brushRef="#br0" timeOffset="188618.57">3322 10058 0 0,'0'0'734'0,"0"0"-706"0,0 0 53 16,0 0-29 0,0 0 3-16,0 0-6 0,-3 14-9 15,18-15-2-15,3-13 25 16,3-9-10-16,1-4-13 16,1-5-7-16,-3-5-18 15,-3-5-9-15,-4-5-3 16,-7 1 2-16,-4 5-4 15,-2 10 2-15,0 10 0 16,0 10 1-16,0 6 3 16,-5 4 26-16,1 1-3 15,-2 0-11-15,0 0-7 16,3 0-12-16,0 0 1 16,3 7-5-16,-3 4 4 15,3 3-3-15,0 7 3 16,0 5 0-16,3 3 0 0,16 8 1 15,1 3 0-15,5 0 1 16,-1 0-1-16,-3-4 2 16,-5 0-2-16,-5-6-1 15,-4-5 2-15,-7-4 0 16,0-4-2-16,0-5-5 16,0-3 5-16,-10-3 0 15,2-5-8-15,2-1 1 16,3 0-3-16,-1 0 6 15,4-9-7-15,0-13-18 0,0-6 7 16,0-8-2-16,15-9 13 16,4-6-3-1,2-2-7-15,0 1-8 0,1 5 9 16,-5 12 19-16,-4 11-1 16,-4 13 4-16,-6 6 7 15,-3 5 15-15,3 0 2 16,2 6-17-16,5 14-9 15,2 7 0-15,3 4 14 16,-2 3-10-16,2-2 1 16,-1 0-3-16,-2 0 9 15,-4-3-1-15,-5-4 16 0,-3 1-10 16,0-5 4-16,0-2-6 16,-11-5-4-1,-4-6-7-15,-3-4 5 0,3-4-8 16,0 0-14-16,6 0-47 15,6-11-54-15,3-3-57 16,0 6-125-16,0 1-227 16</inkml:trace>
  <inkml:trace contextRef="#ctx0" brushRef="#br0" timeOffset="189999.91">4001 9807 278 0,'0'0'621'0,"0"0"-573"16,0 0 78-16,0 0-41 16,0 0-25-16,0 0-2 15,0 0-26-15,0-14-9 16,0 32-18-16,0 9 1 15,0 4-1-15,6 4-5 16,0-1 4-16,6-1-2 16,0-4-2-16,0-6 2 15,4-6-2-15,2-4 0 0,-3-8 1 16,4-3-1-16,-1-2-7 16,5 0-30-1,-1-14-4-15,-2-8-6 0,-1-2 19 16,-7-4 18-16,3-2 5 15,-9-2 3-15,-3 1 2 16,-3 3 2-16,0 5 1 16,0 7 12-16,0 8 31 15,0 4 0-15,0 4-2 16,-3 0-6-16,0 0-21 16,1 15-17-16,2 8-4 15,0 5 4-15,0 0 1 16,2 2 1-16,13 0-1 15,7-3-2-15,2-2 1 16,-2-7 0-16,1-8 0 0,-4-7 1 16,-3-3-1-16,-2 0 0 15,-5-8-16-15,1-14 3 16,-2-4 4-16,-2-4 5 16,-2-4-1-16,1-2 4 15,0 0 1-15,3 3 1 16,1 7-1-16,0 6 0 15,4 7 0-15,-1 6 3 16,3 6 7-16,0 1 2 16,1 0-5-16,4 14-2 15,2 9-3-15,-1 1 3 16,-3 4-1-16,0 0-1 16,-6 2-3-16,0-4 3 15,-6-2-1-15,-3-5-2 0,-2-6 1 16,1-8 1-16,-2-3-1 15,0-2-1-15,0 0 5 16,0-7 4-16,0-16-5 16,0-7-4-16,1-5 1 15,4-3-3-15,5 0 3 16,2 5-1-16,2 5 1 16,2 7-1-16,3 8-1 15,-4 8 0-15,3 5 1 0,-3 0-6 16,1 7 4-1,-2 14-1-15,1 7 3 16,-3 2 1-16,-3 0 3 0,4 2-1 16,-5-5-2-1,1-6-1-15,-2-6 0 0,-1-6 0 16,-5-7 1-16,1-2 0 16,1 0-1-16,0-8-4 15,6-15 4-15,3-7-8 16,-2-6 5-16,1-5-6 15,7 2 5-15,-5 6-2 16,0 10 2-16,-5 8 4 16,1 10-1-16,-4 5-2 15,0 0 2-15,0 14-5 16,1 12 6-16,-2 4 8 16,1 6 0-16,5 1-7 15,1 0 1-15,2 0 1 0,5-6-3 16,1-8 8-16,1-8-4 15,2-6-2-15,0-9 2 16,1 0-3-16,1-3 5 16,-2-18-3-16,0-7 1 15,-2-5-2-15,-1-5 0 16,-2-6 1-16,-2-1-3 16,-8 1 0-16,-4 9 1 15,-3 11-1-15,0 11-3 16,0 13 3-16,-10 0-1 0,-8 14 0 15,-2 16-7-15,1 9 1 16,7 5 1-16,2 4 6 16,8-3 0-16,2-5-1 15,0-8 1-15,13-5 0 16,10-7 1-16,7-6-1 16,7-6 7-16,2-6 5 15,1-2-2-15,3 0-7 16,-5-10 3-16,-1-6-5 15,-6 0-1-15,-7-3-21 16,-6-1-70-16,-18 12-113 16,0-1-276-16</inkml:trace>
  <inkml:trace contextRef="#ctx0" brushRef="#br0" timeOffset="190629.65">6348 9383 497 0,'0'0'247'0,"0"0"-138"15,0 0 42-15,0 0-28 16,0 0-8-16,0 0-24 16,0 0-41-16,-5-62-24 15,5 92-26-15,0 15 7 16,11 13 16-16,2 9-5 16,-2 5 0-16,-2-2-10 0,-2 0 0 15,-4-3-3 1,-3-11-4-16,0-13 1 0,0-12-2 15,0-13-1-15,0-11-27 16,-3-7-38-16,-4 0-125 16,1-17-175-16</inkml:trace>
  <inkml:trace contextRef="#ctx0" brushRef="#br0" timeOffset="191433.05">6232 9669 825 0,'0'0'82'16,"0"0"-74"-16,0 0 13 16,0 0-16-16,120-41 2 15,-66 28 7-15,4-4 9 16,0-1 1-16,-4-4 4 16,-8 2-7-16,-7-4-8 0,-12 1 19 15,-9 0-25-15,-12-2-4 16,-6 0 6-16,0-3 0 15,-8 2 8-15,-11 5-1 16,4 4 10-16,2 7 16 16,4 5 9-16,1 4-4 15,1 1-1-15,4 0-22 16,-2 20-23-16,2 14-1 16,3 11 0-16,0 9 0 15,0 7 2-15,3-2 1 16,8 0 0-16,1-5-1 15,-2-5-2-15,2-7 1 0,-6-10-1 16,3-10 0-16,-3-11-4 16,0-7 4-16,4-4 0 15,1 0 2-15,2-14-4 16,2-10-6-16,1-5 5 16,-2-4 0-16,-3 1 2 15,-1 7 1-15,-6 9-2 16,1 7 4-16,-4 8-2 15,1 1 2-15,-2 0 8 16,4 13-10-16,1 12 0 16,2 7 0-16,5 2 9 15,0-1-4-15,3-5-4 16,3-5 0-16,0-8 0 16,-2-4-2-16,4-5 3 0,2-6 0 15,2 0-1-15,1-7 2 16,4-13-1-16,1-7-2 15,-2-4-1-15,0-4 0 16,-7-2-15-16,-7 4 8 16,-9 4 4-16,-5 11 4 15,0 6 1-15,-1 11 5 16,-17 1-3-16,-1 7 8 16,-4 19-11-16,7 6 2 15,2 3-1-15,7 1-2 16,7-7 0-16,0-2 0 15,2-7-1-15,21-4 2 0,7-5 0 16,6-4 4-16,7-2 1 16,-1-3-3-16,4-2-1 15,2 0-1-15,-9 0 2 16,-1-3-2-16,-6-12-29 16,-28 5-146-16,-2 0-267 15</inkml:trace>
  <inkml:trace contextRef="#ctx0" brushRef="#br0" timeOffset="192529.22">7974 9663 531 0,'0'0'237'0,"0"0"-201"16,0 0 71-16,0 0-49 15,-19-83 4-15,22 68-19 16,13-1-14-16,6 0-2 15,4 4 3-15,4 2 1 16,-3 5-1-16,1 5-4 16,-3 0-9-16,-1 15-9 15,1 13 4-15,-5 7-1 16,-5 6 0-16,-6 3-7 16,-6 1-1-16,-3-4 0 15,0-2 1-15,0-9-2 16,-3-10-2-16,-3-8-4 0,-2-7-20 15,1-5 24-15,4 0 0 16,-2-7 0-16,1-16-13 16,1-5 2-16,3-5 10 15,0-4 1-15,0 0 1 16,0 0-1-16,4 4 2 16,7 5 8-16,7 7 1 15,-3 5-2-15,1 9 2 16,5 7 1-16,-3 0-6 15,1 9-6-15,-2 15 2 16,-1 7 1-16,-5 1-3 16,-4 5 2-16,-6-5-2 15,-1 1 8-15,0-6-7 16,0-7-1-16,0-9 0 16,0-6-5-16,0-5-7 15,0 0 7-15,0 0 2 0,0-18 3 16,0-10-15-16,0-6 1 15,0-2 13-15,0-3-2 16,14 3 0-16,2 3 3 16,2 6 0-16,3 6 0 15,4 7 1-15,1 7 1 16,-2 6-1-16,1 1 11 16,-3 4 2-16,-2 17-10 15,-2 8 5-15,-5 4-2 16,-4 3-1-16,-3 1-5 15,-6 0 8-15,3-5-9 16,0-2 0-16,0-7-1 0,6-7-37 16,4-7-50-16,1-6-44 15,8-3-49-15,-13 0-87 16,1-5-248-16</inkml:trace>
  <inkml:trace contextRef="#ctx0" brushRef="#br0" timeOffset="192979.01">8960 9626 663 0,'0'0'102'0,"0"0"36"15,0 0-21-15,2-79-19 16,-20 72-14-16,0 3-34 0,-3 4-7 16,-1 0-11-1,-1 4-10-15,-2 14-12 16,1 9-8-16,2 5-2 0,4 2-1 15,3 5 1-15,4 0-1 16,8-2-2-16,3-4 1 16,0-7 2-16,0-6-2 15,9-7 1-15,6-6-1 16,0-6 2-16,3-1-1 16,0 0-11-16,1-12-4 15,-2-11-7-15,2-2 14 16,-4-5 1-16,-3 1 8 0,-1 3 2 15,-4 6-1-15,-3 9-1 16,-2 5 14-16,-2 6 31 16,0 0-3-16,0 5-29 15,0 14-8-15,0 8-2 16,1-2 4-16,7 2-5 16,1-4-2-16,10-2 0 15,11-3-5-15,9-5-26 16,11-7-11-16,7-6 41 15,-36 0-193-15,0-13-196 16</inkml:trace>
  <inkml:trace contextRef="#ctx0" brushRef="#br0" timeOffset="194063.19">9415 9591 680 0,'0'0'169'0,"0"0"-82"16,0 0 42-1,0 0-83-15,0 0 0 0,0 0 2 16,-60-30-12-16,46 33-13 15,-1 16-16-15,-2 5-4 16,4 9-3-16,1 6-2 16,5 3 2-16,5 3 1 15,2-1-1-15,0-5 0 16,16-5-1-16,7-7-1 16,5-7 0-16,5-9 2 15,0-8-1-15,5-3 1 16,-2-2-6-16,0-18-35 15,-1-6-6-15,-4-5-14 16,-1-8-6-16,-8-4 10 0,-1-5 8 16,-11-6 10-16,-5-5 26 15,-5-9 13-15,0-7 6 16,-2 6 7-16,-10 12 28 16,-1 14 24-16,1 22 25 15,6 8-28-15,0 8 13 16,5 5-14-16,-1 0-5 15,2 4-42-15,0 20-12 16,0 13-2-16,0 9 3 16,0 10 2-16,2 4 2 15,6 3 2-15,-3 1 2 0,1-2-5 16,0-4 1 0,-6-7-4-16,0-12-2 0,0-10-1 15,0-14 0-15,0-7 0 16,0-6-3-16,0-2 3 15,0 0-17-15,3-11-5 16,7-15-21-16,2-5 9 16,6-3 5-16,-3-1 7 15,3 5 5-15,-3 8 10 16,1 6 3-16,-4 9 4 16,-1 4 1-16,2 3 0 15,-1 0 9-15,3 13 11 0,0 10 12 16,0 5-11-16,-5 4 1 15,-2 2-5-15,-2 0-3 16,-2-3-5-16,-1-6-6 16,0-4-3-16,0-6-1 15,3-8 0-15,3-4-3 16,6-3-53-16,3-2-64 16,4-18-45-16,-14 6-56 15,2-1-181-15</inkml:trace>
  <inkml:trace contextRef="#ctx0" brushRef="#br0" timeOffset="194241.75">10076 9703 352 0,'0'0'269'0,"0"0"-60"0,0 0-53 15,0 0-104 1,0 0 19-16,0 0 4 16,18 44-27-16,-15-25-4 15,0-5-21-15,-3 0-13 0,3-5-5 16,-1-2-5-16,2-6 0 15,5-1-23-15,-2 0-116 16,-4-7-45-16,0-5-134 16</inkml:trace>
  <inkml:trace contextRef="#ctx0" brushRef="#br0" timeOffset="194365.02">10121 9504 501 0,'0'0'162'16,"0"0"-74"-16,0 0-42 15,0 0-46-15,0 0-53 0,0 0-103 16,-3-10-181-16</inkml:trace>
  <inkml:trace contextRef="#ctx0" brushRef="#br0" timeOffset="194978.01">10309 9770 369 0,'0'0'157'15,"0"0"-2"-15,0 0-71 16,0 0 1-16,0 0-22 15,0 0-28-15,0 0-9 16,-27 13-9-16,25-34-9 16,1-6 12-16,1-1 7 15,0 0-9-15,0 0-6 16,12 8 1-16,4 1 9 0,-1 7 6 16,2 3-4-16,-1 5-3 15,2 4-2-15,0 0 1 16,1 4 6-16,-1 13-1 15,-4 4 10-15,-4 4 5 16,-3 2-8-16,-2 2-12 16,-5-1-8-16,0 1-9 15,0-3-3-15,0-5 0 16,0-6-17-16,0-5-32 16,0-7-20-16,0-3-27 15,15 0 41-15,3 0 20 16,0-10 4-16,4-3 27 15,-1-2 4-15,6-2 2 0,-6-3-1 16,6-1-1-16,0-1 0 16,1-3 0-16,-1-3 1 15,-1-3 23-15,-6 1-14 16,-4 0 11-16,-7 4 22 16,-7 8 2-16,-2 8 8 15,0 9 0-15,-18 1 9 16,-11 8-30-16,-2 20-20 15,-2 4-6-15,5 4-3 16,7-1-1-16,11-2-2 16,7-2 0-16,3-6 0 15,3-2 0-15,16-6 0 16,11-6 7-16,10-3-4 16,11-5 0-16,12-3-2 0,1 0 2 15,3 0-3 1,-16-7-1-16,-11-5-58 0,-21 1-120 15,-19 3-156-15,0 1-419 16</inkml:trace>
  <inkml:trace contextRef="#ctx0" brushRef="#br0" timeOffset="195500.84">10206 9501 785 0,'0'0'41'0,"0"0"27"15,0 0-9-15,0 0-42 16,0 0-5-16,0 0-3 16,0 0-7-16,-24 37 2 15,24-31-4-15,0-3 0 16,4-3-1-16,4 0 1 16,1 0 10-16,0 0 3 15,-6-5-4-15,-3-1 2 16,0-1 11-16,0 3 4 15,-5-2-10-15,-6 1-14 0,0-1-2 16,3 0-76-16,4 5-85 16,4-1-260-1</inkml:trace>
  <inkml:trace contextRef="#ctx0" brushRef="#br0" timeOffset="196213.21">11820 9614 733 0,'0'0'165'15,"0"0"-118"-15,0 0 71 16,0 0-57-16,0 0 19 16,20 103-1-16,-16-63-22 15,-3 0-16-15,-1-5-22 16,0-5-13-16,0-6 4 16,-1-4-7-16,-6-8-3 15,2-6-3-15,2-6-39 16,2 0-100-16,1-13-111 15,0-4-486-15</inkml:trace>
  <inkml:trace contextRef="#ctx0" brushRef="#br0" timeOffset="196368.28">11813 9501 385 0,'0'0'519'0,"0"0"-453"15,0 0 23-15,0 0-78 16,0 0-11-16,0 0-58 15,9-33-60-15,16 49 8 16,3 2-95-16,-17-9-61 16,-1-2-16-16</inkml:trace>
  <inkml:trace contextRef="#ctx0" brushRef="#br0" timeOffset="196678.86">12016 9581 162 0,'0'0'116'0,"0"0"-6"16,0 0 36-16,92 16-40 15,-77-19 16-15,-3-8-24 16,-3-5-6-16,0 2-13 15,-6-1-30-15,-2 1 5 16,-1 6-8-16,0 4 19 16,-3 4 8-16,-14 0-21 15,0 14-36-15,2 11-12 16,6 4-3-16,9-1-1 16,0 1-3-16,5-2 1 15,11-2 2-15,2-4 1 16,-2-5 1-16,-7 0 1 15,-7-2-1-15,-2-1-1 0,-3 0 6 16,-21-1 0-16,-3-3 11 16,0-4-11-16,5-3-7 15,1-2 0-15,12 0-31 16,3-6-30-16,6-11-65 16,0 7-103-16,0-2-241 15</inkml:trace>
  <inkml:trace contextRef="#ctx0" brushRef="#br0" timeOffset="197827.46">13293 9365 653 0,'0'0'97'15,"0"0"-16"-15,0 0 43 16,0 0-29-16,0 0 6 16,0 0-23-16,-15-39-29 15,-7 44-24-15,-4 14-5 16,-1 7-15-16,3 7 2 16,4 5-2-16,6 6-3 15,6-2-2-15,7-1 0 16,1-4 0-16,4-4 0 15,16-4-1-15,7-8-3 0,3-4 4 16,1-10 3-16,0-6-2 16,-1-1-1-1,-1-4 0-15,-3-15 3 0,-2-6 1 16,-3-4-1-16,-3-6 3 16,-4-4-2-16,-9-1 8 15,-5-3 14-15,0 2 3 16,-22 5-5-16,-5 6-2 15,-1 10-7-15,-2 13-2 16,-1 7-4-16,1 5-9 16,2 20-1-16,4 4 1 15,9 3 0-15,7 1 0 16,8-6-5-16,2-5-31 16,26-8-25-16,9-9-49 0,8-5-57 15,4 0-4-15,2-12-40 16,-5-11-96-16,-5-1 201 15,-6 0-58-15,-12 3 164 16,-5 4 125-16,-12 7-3 16,-5 6 44-16,-1 4 6 15,0 0-8-15,0 20-34 16,0 19-105-16,0 13 26 16,0 16 30-16,0 12-12 15,0 10-9-15,0 14-13 16,0 4-22-16,16 1 4 15,4-1-15-15,1-6 30 0,-9-13-39 16,-3-11-3-16,-9-21-1 16,0-17 1-16,0-19-1 15,-3-14 2-15,-6-7-3 16,1-9 0-16,-2-23-21 16,-5-11-60-16,1-10-78 15,0-9 1-15,8 31-54 16,0-2-181-16</inkml:trace>
  <inkml:trace contextRef="#ctx0" brushRef="#br0" timeOffset="198047.06">13510 9804 371 0,'0'-130'164'0,"2"78"-33"15,25 11 11-15,9 7-55 16,6 11-27-16,5 8 6 0,3 11 1 16,-3 4 3-16,-5 6-2 15,-8 18-6-15,-11 6-18 16,-16 7-21-16,-7 1 4 15,0 1-8-15,-28-1-3 16,-8-2-12-16,-7-4 3 16,-3-7 0-16,4-9-7 15,7-8-5-15,10-8-40 16,7 0-64-16,18-10-94 16,0-7-182-16</inkml:trace>
  <inkml:trace contextRef="#ctx0" brushRef="#br0" timeOffset="198975.99">14164 9664 660 0,'0'0'136'16,"0"0"-116"-16,0 0 58 15,0 0 7-15,0 0-38 0,0 0-27 16,45-69 0-16,-42 47 2 16,-3-2-5-16,0 0 5 15,0 1 11-15,-6 6-4 16,-3 4 1-16,-2 8 14 16,-3 5 2-16,-3 0-22 15,-2 12-8-15,-2 18-2 16,4 7-11-16,4 7-2 15,4 1 0-15,8 1 1 16,1 1 4-16,0-2 1 16,1-7-1-16,15-7 2 15,7-8-6-15,-1-9 0 16,5-11-1-16,6-3 4 0,3-8-5 16,4-20-16-1,0-8-37-15,-4-4-18 0,-9 1-4 16,-6-3-5-16,-3 4 50 15,-8 8 28-15,-1 7 2 16,-1 8 4-16,-2 7 14 16,0 8 24-16,5 0-2 15,3 6-16-15,4 17-1 16,-2 4 13-16,2 3-15 16,0 3-8-16,-5 1-6 15,-4-5 0-15,-3-3 6 16,-4-10-3-16,-2-7 1 0,0-6-2 15,0-3 10 1,0 0 2-16,0 0-2 0,0-15 9 16,-5-11-28-16,1-8 13 15,2-3-10-15,2-6-2 16,0 2-1-16,8 7 0 16,8 9-3-16,1 9-1 15,2 11-16-15,5 5-33 16,4 0-51-16,2 0-94 15,-19 9-59-15,1 0-282 16</inkml:trace>
  <inkml:trace contextRef="#ctx0" brushRef="#br0" timeOffset="199460.6">15000 9608 624 0,'0'0'176'0,"0"0"-123"0,0 0 55 16,0 0-43-16,0 0 0 15,16-87 9-15,-26 72-22 16,-4 5-5-16,-5 8 1 16,-3 2-8-16,2 0-15 15,-4 5-18-15,2 17-4 16,2 6-3-16,1 6 0 16,5 2-3-16,3 4 3 15,5-3 1-15,4-2-1 0,2-6 0 16,0-4-2-1,3-9 0-15,12-7 1 0,0-7 1 16,4-2 0-16,2 0-1 16,2-12-1-1,2-9-3-15,-6-6-3 0,-1-3 3 16,0-1 1-16,-6-3 3 16,-1 3 1-16,-1 7 2 15,-4 7-1-15,-3 9 1 16,-3 6 5-16,0 2 28 15,0 0-7-15,0 19-28 16,0 8 6-16,0 5-2 16,0 4 0-16,0-1-2 15,0-2-2-15,0-4 0 0,3-4-2 16,16-7 1 0,1-6-15-16,5-8-26 0,0-4-12 15,-2 0-150 1,-4-20-50-16,-13 6 60 0,-6 0-237 15</inkml:trace>
  <inkml:trace contextRef="#ctx0" brushRef="#br0" timeOffset="199760.05">15231 9410 521 0,'0'0'128'15,"0"0"17"-15,0 0-10 16,0 0-37-16,12-71-8 0,-12 71-5 15,1 0-17 1,1 17-30-16,-1 12-20 16,1 14 35-16,-1 3-12 0,-1 4-10 15,0-1-14-15,0-3-3 16,0-4-2-16,0-2-2 16,2-6-5-16,2-9-1 15,5-6-2-15,2-8 1 16,1-7-3-16,5-4-2 15,4 0 1-15,3-9 1 16,3-11-23-16,-3-3-29 16,-5-1-81-16,-17 13-55 15,-2 1-204-15</inkml:trace>
  <inkml:trace contextRef="#ctx0" brushRef="#br0" timeOffset="200059.67">15271 9556 580 0,'0'0'48'0,"0"0"-1"16,0 0-34-16,0 0-4 15,0 0-1-15,102-48 9 16,-70 44 13-16,1 1 12 16,6 3 20-16,-2 0 14 15,-1 8 25-15,-2 14-68 16,-4 5 26-16,-8 8-2 15,-3 3-6-15,-9 4 5 16,-4 0-18-16,-5-1-4 16,-1-4-16-16,0-9-11 15,0-7-5-15,0-9-1 0,0-11 2 16,0-1-6-16,0-11-67 16,0-7-74-16,0-2-223 15</inkml:trace>
  <inkml:trace contextRef="#ctx0" brushRef="#br0" timeOffset="200200.5">15665 9334 743 0,'0'0'170'0,"0"0"-162"16,0 0-8-16,0 0-5 15,0 0-56-15,0 0-156 16,72-4-240-16</inkml:trace>
  <inkml:trace contextRef="#ctx0" brushRef="#br0" timeOffset="201010.23">15886 9621 222 0,'0'0'388'16,"0"0"-255"-16,10 75-31 16,-10-71 1-16,0-4-54 15,0 0-2-15,3 0-4 16,2-13 4-16,5-11 3 15,-1-4-41-15,5-5-5 0,2 1-4 16,3 1 1-16,1 6-2 16,2 5 1-1,-1 10 0-15,-5 5-2 0,1 5 1 16,-5 2-3-16,-5 18-1 16,-4 7 1-16,0 5-2 15,-3 2 1-15,3 1-4 16,1-3-13-16,4-2-8 15,1-3-3-15,4-6-2 16,2-4 4-16,3-7 1 16,2-6-4-16,4-4 6 15,-2 0 9-15,3-10 7 16,-1-10 3-16,0-2 4 16,3-3 4-16,-2-1 1 0,-3-1 1 15,-3 1 22-15,-8-1 13 16,-8 4 20-16,-3 5 19 15,0 7 2-15,-20 5 8 16,-12 6-1-16,-2 0-31 16,-2 14-35-16,2 7-14 15,5 2 3-15,7 1-3 16,8-2-4-16,7-1 0 16,7-4-3-16,0-4 1 15,10-6 2-15,13-4 0 16,6-3-1-16,3 0 1 15,2-7 0-15,-2-6-4 0,-7 2-1 16,-5 2 3-16,-6 5 2 16,-6 4 0-16,-1 0 0 15,-4 21-3-15,2 15 0 16,-2 14 3-16,-3 15 9 16,0 14-1-16,0 7 5 15,0 6-3-15,0 0-3 16,-3-7 17-16,-6-6-16 15,-3-7 0-15,-1-9 4 16,4-14-3-16,-1-12 2 16,0-15-1-16,-5-14 14 15,-4-8-18-15,-3 0-3 16,-3-14 0-16,0-19 2 0,0-10 1 16,4-13 13-16,7-8-2 15,11-14-6-15,3-7-6 16,2 2-4-16,22 9 0 15,2 12-1-15,5 18-3 16,3 8-5-16,2 11-19 16,6 10-24-16,-28 15-61 15,-2 0-279-15</inkml:trace>
  <inkml:trace contextRef="#ctx0" brushRef="#br0" timeOffset="207890.73">17509 9379 685 0,'0'0'51'15,"0"0"54"-15,0 0 4 16,0 0-50-16,0 0 28 15,0 0-16-15,0 0-11 16,-30-49-14-16,15 49-32 16,0 17-9-16,-3 10-2 15,2 8-3-15,4 6 0 16,6 1 0-16,6 2 2 16,0-3-2-16,0-1 0 15,14-4 1-15,8-2-1 16,5-4-2-16,3-8 2 0,-1-5 0 15,0-10 0-15,-4-5 0 16,-2-2 0 0,-1-6 3-16,-3-17 2 0,-4-6 2 15,-2-7 10-15,-6-2-5 16,-6-1-1-16,-1-6-5 16,-5-2 4-16,-18 2 4 15,-6 3-1-15,0 9-3 16,-3 11-5-16,2 9 5 15,4 10-7-15,3 3-3 16,10 0-1-16,5 0-7 16,5 0 8-16,3 0-4 0,0 0-3 15,0 0-5 1,11 2 8-16,9 1 4 0,6-2 0 16,7-1 2-16,2 0 1 15,3 0-1-15,-1 0-2 16,-1 3 1-16,1 5 1 15,-6 6-2-15,-1 6 0 16,-5 7 0-16,-6 5-2 16,-4 5 2-16,-7 1 0 15,-4-2-2-15,-4-1 1 16,0-7 0-16,0-10-1 16,0-5-16-16,0-6 6 15,0-7 0-15,-2 0 5 0,-1-2-4 16,1-18-2-1,2-6 4-15,0-8-9 0,0-1 14 16,8-3 4-16,10 2 3 16,6 7 1-16,4 6 2 15,5 6 0-15,0 10 2 16,4 7 9-16,2 0 5 16,-8 21 4-16,-1 13-6 15,-10 3-12-15,-7 5 2 16,-7 3-8-16,-2-1 2 15,-4 0-4-15,0-4 0 16,-1-6 0-16,-13-7-28 16,3-8-44-16,6-19-81 0,2 0-155 15</inkml:trace>
  <inkml:trace contextRef="#ctx0" brushRef="#br0" timeOffset="209276.67">18764 9591 632 0,'0'0'157'16,"0"0"-141"-16,0 0 75 15,0 0-27-15,0 0-2 16,0 0-7-16,67-1 6 16,-51-18-10-16,-2-5-10 15,-1-2-8-15,-4-6-10 0,-4-7-8 16,-4-6 2-16,-1-4-1 15,0-3-2-15,0 2 3 16,-7 6-7-16,-6 8-4 16,3 10 2-1,1 13 1-15,6 9 14 0,0 4-17 16,2 0-1-16,-2 3-5 16,-2 18-13-16,0 12 13 15,3 9-1-15,2 11 2 16,0 7-1-16,2-1 2 15,17-3-2-15,1-6 0 16,2-12 0-16,0-7-1 16,-1-11 2-16,-3-9-2 15,1-9 2-15,-1-2 2 0,1-8 0 16,1-17 3-16,-2-9-4 16,-2-5 1-16,-4-7-3 15,-3-6 0-15,-8-3-1 16,-1-3 1-16,0 9 2 15,0 8 0-15,-1 14-1 16,-8 13 0-16,5 7 0 16,-1 7 2-16,1 0 0 15,-4 4-3-15,-1 19-11 16,0 10 9-16,5 10 2 16,4 5-1-16,0 6 1 15,0-1 0-15,13-1 0 0,7-6 0 16,0-7 0-16,3-6 0 15,2-8 0 1,1-9-2-16,-1-9 2 0,0-6 2 16,-2-1-1-16,2-6 1 15,0-15-2-15,-1-6-6 16,0-5 3-16,-9-5-8 16,-6-1 3-16,-5-1 8 15,-4 3-1-15,0 8 1 16,0 9 0-16,0 10 3 15,0 8 0-15,0 1 2 16,-5 7-1-16,-1 16-4 0,-2 7-3 16,7 3 3-1,1-4-1-15,0-4 1 16,6-2 0-16,11-6-1 0,2-5-1 16,1-7 4-1,5-4-2-15,2-1 3 0,3 0-3 16,0-13-1-16,-3-12 1 15,-1-5-19-15,-6-6-24 16,-6-1-19-16,-6 1 13 16,-6 5 26-16,-2 12 19 15,0 9 4-15,0 10 2 16,-10 0 22-16,-1 20 25 16,-1 11-35-16,5 6-11 15,4-2 1-15,3-1 0 16,0-6 4-16,5-4-8 15,12-4 3-15,4-6-6 0,3-7 6 16,6-6 0-16,5-1-2 16,0-1-2-1,-5-14-64-15,-24 4-105 0,-6-1-148 16</inkml:trace>
  <inkml:trace contextRef="#ctx0" brushRef="#br0" timeOffset="209504.91">18868 9385 988 0,'0'0'44'0,"0"0"-13"16,0 0 32-16,0 0-63 15,0 0-4-15,0 0 4 16,100-44-37-16,-43 27-67 16,-32 9-36-16,-4 1-216 15</inkml:trace>
  <inkml:trace contextRef="#ctx0" brushRef="#br0" timeOffset="210439.93">20463 9602 961 0,'0'0'26'16,"0"0"3"-16,0 0 46 0,0 0-53 15,0 0 4-15,0 0 22 16,0 0-2-16,15-35-8 16,-1 7-17-16,0-6-10 15,0-6-3-15,-1-5-1 16,-1-7-5-16,-3-7 4 16,-2-5-6-16,-2-2 3 15,-5-2 6-15,0 7-3 16,0 12-1-16,0 15 3 15,-6 19 25-15,0 10-30 16,2 5 15-16,-1 0-5 16,-2 3-13-16,-3 23-4 15,-4 11 4-15,3 10 0 16,5 7 0-16,5 6-1 0,1 4 2 16,0 2 2-16,7-1-3 15,11-2 0 1,3-11 2-16,1-11-2 0,4-10 0 15,-4-12 0-15,2-10 3 16,0-8-3-16,0-1 1 16,-2-10-1-16,1-15-9 15,-4-9-6-15,-7-3-3 16,-6-2-7-16,-4 1-3 16,-2 4 21-16,0 9 7 15,0 11 0-15,-7 6 6 16,4 8 5-16,-3 0 20 15,0 19-14-15,1 10-16 0,-1 4-1 16,6 4 2-16,0-2 0 16,1-4 0-16,15-4-2 15,1-9 0-15,4-4 1 16,3-8-1-16,-1-6-2 16,3 0-50-16,-2-13-80 15,-18-1-75-15,-2-3-153 16</inkml:trace>
  <inkml:trace contextRef="#ctx0" brushRef="#br0" timeOffset="210559.84">20879 9211 303 0,'0'0'366'15,"0"0"-297"1,0 0 10-16,0 0-79 0,0 0-6 16,0 0-55-16,-36-32-63 15,39 39-197-15</inkml:trace>
  <inkml:trace contextRef="#ctx0" brushRef="#br0" timeOffset="211872.62">20975 9425 458 0,'0'0'147'0,"14"73"-12"16,-14-52-16-16,0-5-55 16,0-7-19-16,0-3-23 15,0-6-2-15,0 0-5 16,0 0-1-16,0-1 17 0,0-16 1 15,0-6-21 1,0-5-5-16,0-3 0 0,2-3 10 16,6 0-6-16,2 5-3 15,6 3 7-15,3 8-4 16,1 2-8-16,3 6 2 16,-2 6-1-16,1 4-1 15,-1 0 1-15,-2 6 1 16,1 16 2-16,-7 8 1 15,2 5 7-15,-6 5 2 16,0-1 11-16,-2-2-14 16,1-4-3-16,-1-4-8 15,2-6-1-15,0-8 0 16,2-3-1-16,2-7 0 0,0-5 0 16,5 0-2-16,2-3 1 15,-1-15-5-15,2-6-24 16,-3-7-3-16,-2-4 2 15,-2-6-4-15,-5-6 5 16,-4 2 16-16,-3 3 12 16,-2 9 2-16,0 11 4 15,0 6 4-15,-3 8 27 16,-6 6 12-16,-1 2 6 16,-1 0-19-16,-2 16-15 15,1 9-19-15,0 9 0 16,3 3 1-16,5 2 0 15,1 2-1-15,3-2 2 16,0-6-1-16,0-3-1 0,7-6 0 16,8-6-5-16,3-4 5 15,6-7-1-15,4-4-53 16,5-3-53-16,4 0-43 16,2-1-34-16,3-15 89 15,-6-5-69-15,-4-3-156 16,-3-3 147-16,-7-3 143 15,-8 0 30-15,-4-3 97 16,-3 2 62-16,-7-1-22 16,0 2 35-16,0 6 6 0,-5 4-48 15,-9 8-22-15,0 3-13 16,0 6-16-16,-3 3-1 16,-2 0-40-16,1 13-29 15,0 11-9-15,2 8-1 16,2 5 1-16,3 2 0 15,1 1 1-15,7-4-1 16,3-3 0-16,0-4-1 16,0-9 1-16,13-5-1 15,3-7 1-15,0-6-1 16,4-2 1-16,-3 0 1 16,2-19 2-16,0-5-2 15,-4-7-1-15,0-3-6 0,-8-3-2 16,-1-3 3-16,-3 5 5 15,-1 8 4 1,0 10-3-16,-2 9 5 0,0 6 23 16,0 2 11-16,0 0-9 15,0 4-31-15,0 14 0 16,0 9 0-16,0 1 0 16,0 1 0-16,9-1 1 15,4-6-1-15,6-5 1 16,-1-7-1-16,1-6 0 15,0-4 0-15,-2 0-6 16,2-15-8-16,-2-8 4 16,1-5 4-16,-3 1 2 15,1 5-2-15,-4 5 4 16,4 7 1-16,-1 7 0 0,3 3 1 16,6 0-1-16,0 0-1 15,0 17 2-15,-2 4 5 16,-3 5-2-16,-3-1 0 15,-7 0-1-15,-2-2-1 16,-7-3-1-16,0-4-4 16,0-7 4-16,-12-3 1 15,1-6 5-15,5 0 11 16,2 0-3-16,2-18-3 0,2-9 0 16,0-7-8-1,14-4-1-15,10-5-2 0,1 3-3 16,8 1 2-16,4 8-3 15,2 10-40-15,4 6-59 16,-31 15-92-16,-1 0-265 16</inkml:trace>
  <inkml:trace contextRef="#ctx0" brushRef="#br0" timeOffset="212472.52">22979 9319 644 0,'0'0'72'0,"0"0"42"15,0 0-3-15,0 0-27 16,0 0 0-16,0 0 2 16,0-31-25-16,0 66-27 15,-5 14-10-15,0 14-1 16,4 6 1-16,1 7 0 15,0 7-6-15,0 6 11 16,0 1-9-16,0-1-5 16,0-6-8-16,0-7 2 0,1-8-5 15,1-14-2 1,-2-16 22-16,0-16-20 0,0-10-3 16,0-11 0-1,0-1-1-15,0-13-16 0,0-23-28 16,0-14-172-16,0 21-158 15,0-2-403-15</inkml:trace>
  <inkml:trace contextRef="#ctx0" brushRef="#br0" timeOffset="212738.68">22926 9498 787 0,'0'-72'114'0,"8"54"-61"15,18 2 48-15,9 7-40 16,4 9-13-16,4 0 15 0,5 10-17 15,-3 19-11 1,-4 6-3-16,-5 3-1 0,-11 2-8 16,-11-4-7-16,-14 0 3 15,0-6-13-15,-21-3 0 16,-12-4 1-16,-7-6 0 16,-4-7-1-16,3-10-1 15,5 0-5-15,8-6-9 16,13-16-16-16,10-5-34 15,5-4-69-15,6-2-49 16,8 19-24-16,3 1-110 0</inkml:trace>
  <inkml:trace contextRef="#ctx0" brushRef="#br0" timeOffset="213343.28">23365 9357 685 0,'0'0'161'0,"0"0"-124"15,0 0 39-15,0 0 2 16,16 87 12-16,-16-43-30 16,0 0-28-16,0-2-22 15,0-4-2-15,8-6 0 16,5-6-8-16,1-7 3 16,3-9-2-16,3-10 1 15,2 0-2-15,4-5 1 16,0-16 6-16,1-6 0 0,-5-2-3 15,-3-7-2 1,-10-2 3-16,-8-3-4 0,-1-3 4 16,-10 2 7-16,-20 7 26 15,-6 10-19-15,-1 9 0 16,-1 10-11-16,4 6-4 16,12 0-4-16,5 0 0 15,13 0-4-15,4 0-2 16,0 5-7-16,7-1-20 15,16-4 7-15,8 0 13 16,6 0 7-16,8 0 6 0,-3-3-1 16,0 0 1-16,-4 3 0 15,-2 0 1 1,0 12-1-16,0 11 0 0,-3 8 1 16,-6 6 1-1,-11 2 3-15,-13 4-2 0,-3-7 2 16,0-1 1-16,-16-9-6 15,2-10 3-15,1-8-1 16,5-7 5-16,2-1 11 16,2 0 12-16,2-18-6 15,2-11-5-15,0-8-14 16,0-5 1-16,12-5 0 16,7 1-5-16,3 2-1 15,-3 10-17-15,0 11-30 16,-2 6-35-16,5 3-81 0,-16 14-57 15,3-1-232 1</inkml:trace>
  <inkml:trace contextRef="#ctx0" brushRef="#br0" timeOffset="213605.42">24056 9159 524 0,'0'0'216'16,"0"0"-96"-16,0 0 25 15,0 0-44-15,0 0-22 16,0 0-26-16,0 0-36 15,-5 48 2-15,1-8 14 16,-1 2 8-16,2 6-5 0,3 3-6 16,0-3-8-16,0-2-9 15,0-9-5-15,0-7-5 16,6-9-2-16,9-4-1 16,7-6 0-16,7-7 0 15,1-4-1-15,1 0-10 16,-6-11-43-16,-11-15-78 15,-14 11-148-15,0-2-349 16</inkml:trace>
  <inkml:trace contextRef="#ctx0" brushRef="#br0" timeOffset="213904.38">24051 9386 356 0,'0'0'457'15,"0"0"-431"-15,0 0 65 16,0 0-43-16,0 0-41 0,0 0-6 15,81-56-1 1,-50 45 2-16,2 1-2 0,1 1 1 16,-1 2 0-16,-3 4 0 15,-5 3 0-15,-5 0 3 16,-3 7 31-16,-6 15 15 16,-3 6 5-16,-4 7 9 15,-4 2-1-15,0-2-29 16,0-4-17-16,0-4-2 15,-4-6-13-15,-1-7-2 16,4-8 0-16,1-6-3 16,0 0-37-16,0-11-86 0,11-15-30 15,-6 9-113 1,-1-3-267-16</inkml:trace>
  <inkml:trace contextRef="#ctx0" brushRef="#br0" timeOffset="214019.02">24411 9171 602 0,'0'0'120'0,"0"0"-13"16,0 0-39-16,0 0-31 16,0 0-37-16,0 0-23 15,-11-63-154-15,11 63-233 16</inkml:trace>
  <inkml:trace contextRef="#ctx0" brushRef="#br0" timeOffset="214654.9">24540 9310 849 0,'0'0'65'0,"0"0"30"15,3 100 1-15,1-63-41 16,0-2 26-16,2-2-31 16,0-5-22-16,1-7-9 15,2-7-10-15,0-5-7 16,6-8 0-16,-3-1 2 15,3 0 1-15,-1-8 4 16,-4-12 2-16,-6-4-9 16,-4-3-2-16,0-1-13 15,-16 0-7-15,-9 1-8 16,-2 1 4-16,4 8 17 0,4 4 7 16,8 4 6-16,8 2 7 15,3-2 6-15,0-1-13 16,20-1-6-16,7-1 0 15,6 1 1-15,3 2-1 16,7 3 1-16,2 6 1 16,2 1 4-16,-2 0-1 15,-2 12 0-15,-9 9 5 16,-7 5 0-16,-10 5 3 16,-10 1-2-16,-7 1-7 15,0-1-1-15,-6-2-2 0,-9-7-1 16,-2-8-3-16,1-8-49 15,3-7 52 1,7 0 4-16,3-5-2 0,3-18-2 16,0-10-8-16,14-6-30 15,14-7 22-15,8 3 15 16,4 3 0-16,0 12 1 16,1 12 0-16,-4 6 1 15,-6 8 10-15,-8 2 19 16,-7 4 2-16,-10 19-10 15,-4 8-11-15,-2 6 7 16,0 3-3-16,-7 0-9 16,-3-5-5-16,-3-1-1 15,4-8-30-15,1-9-86 0,4-17-151 16,4 0-335-16</inkml:trace>
  <inkml:trace contextRef="#ctx0" brushRef="#br0" timeOffset="-213793.19">25649 9356 78 0,'0'0'526'15,"0"0"-483"-15,0 0 78 16,0 0-20-16,0 0-9 15,0 0-7-15,0 0-9 16,28-59 5-16,-28 59-8 16,0 0-13-16,-6 0-28 15,-10 13-28-15,1 13 3 16,-1 2-6-16,5 8-2 16,4 3-1-16,5-2 1 15,2 1 0-15,6-8 0 16,14-1-1-16,8-5 2 15,5-7 0-15,1-9 2 0,5-6-2 16,-2-2-1-16,-4-2-1 16,0-18 2-16,-5-4 1 15,-6-5 1-15,-3-5 0 16,-9-6 2-16,-4-5-1 16,-6-4 1-16,0-2 1 15,-12 4-3-15,-9 9 5 16,-9 13 0-16,-3 11-2 15,-1 11 5-15,-2 3-1 16,2 8-5-16,4 19-4 16,3 7-4-16,12 5 2 0,11 3-2 15,4-2 4 1,1-4-3-16,23-8 1 0,5-7-1 16,8-11-9-1,0-7-21-15,4-3-10 0,2-3 1 16,2-21-1-16,-2-7 0 15,1-6-13-15,-5-3-23 16,-9-3 1-16,-5-1 28 16,-9 6 45-16,-6 6 5 15,-6 12 7-15,-2 9 32 16,-2 9 43-16,0 2 19 0,-5 13-16 16,-11 19-58-1,1 14-17-15,2 10-3 0,-1 7 12 16,4 12 8-1,2 7 3-15,8 9 1 0,0 4-1 16,0 1 26 0,11-5-37-16,1-10-5 0,-3-12-10 15,-2-18-2-15,-4-15-1 16,-3-15-1-16,0-11-1 16,0-10-14-16,-7 0-59 15,-4-18-100-15,2-1-66 16,2-2-136-16</inkml:trace>
  <inkml:trace contextRef="#ctx0" brushRef="#br0" timeOffset="-213661.23">26016 9932 837 0,'0'0'142'0,"0"0"-31"15,12-80-14-15,18 56-44 16,10-3-26-16,12-2-5 16,13-3-20-16,7 2-1 15,6 0-1-15,0 0-69 16,-56 22-75-16,-6 1-228 15</inkml:trace>
  <inkml:trace contextRef="#ctx0" brushRef="#br0" timeOffset="-212387.25">26884 9610 664 0,'0'0'243'0,"0"0"-223"16,0 0 40-16,0 0 8 15,0 0 2-15,0 0 5 16,87-63-21-16,-68 28-24 15,2-9-13-15,-2-5-6 16,-6-6 2-16,-3-5-1 16,-4-6-5-16,-5-6-5 15,-1 0 0-15,0 7-1 16,0 15 21-16,-7 18-21 0,3 17 3 16,-2 8 12-1,-1 7 3-15,1 0-11 0,-2 17-8 16,-3 15-3-1,2 12 3-15,3 6 0 0,5 1 0 16,1 5 0-16,0-1 3 16,3 1-2-16,12-2 1 15,2-4-2-15,2-7-4 16,3-13 4-16,0-9 0 16,-1-10 0-16,5-8 1 15,2-3 1-15,2 0-1 16,1-20 4-16,2-5-3 15,-6-8-2-15,-4-6-1 16,-6-6-2-16,-5-5-4 16,-8-2 0-16,-4 4 5 0,0 6 1 15,0 9 1-15,0 12 0 16,-3 9 3-16,-3 7-1 16,-1 5 2-16,1 0-4 15,-3 12-4-15,-2 13-3 16,0 7 5-16,5 8 0 15,1 3 2-15,5 4 2 16,0 1 2-16,0-1-4 16,3-6 0-16,11-6 0 15,0-7-1-15,5-8 1 16,1-7 0-16,3-8 2 16,2-2-1-16,3-3 0 15,4 0 2-15,-1-14 0 16,2-9-3-16,-3-6-9 0,-5-5-12 15,-2-6-5 1,-9 4 14-16,-3 4 10 0,-5 11 2 16,-5 12 3-16,1 3 1 15,-2 6 9-15,0 0 17 16,0 3-5-16,0 15-24 16,-8 9-1-16,1 3 4 15,4 0-3-15,3 0-1 16,0-3 1-16,0-3-1 15,15-5 2-15,9-4-2 0,2-5 2 16,7-5 2 0,0-5-2-16,2 0-1 15,-3-10 2-15,-3-14-3 0,-7-4-6 16,-7-4-11-16,-6-5-5 16,-6 2 10-16,-3 5 4 15,0 9 8-15,-3 11 2 16,-10 9-1-16,-3 1 9 15,-1 7 0-15,0 18-2 16,2 5-8-16,6 1 0 16,6 0 2-16,3 0 4 15,0-4-1-15,2-5 1 16,16-2 0-16,7-4 0 16,11-8-3-16,10-2-2 15,5-6 1-15,3 0 0 16,-5-1-2-16,-12-16-54 0,-13-5-69 15,-18-5-104 1,-6 13-86-16,-16-1-387 0</inkml:trace>
  <inkml:trace contextRef="#ctx0" brushRef="#br0" timeOffset="-212182.33">26980 9179 40 0,'0'0'939'0,"0"0"-930"0,0 0 2 16,98-4-7-16,-35-5-3 16,7 1-1-16,-1-3-56 15,-46 6-167-15</inkml:trace>
  <inkml:trace contextRef="#ctx0" brushRef="#br0" timeOffset="-209010.65">28805 9186 60 0,'0'0'510'0,"0"0"-475"0,0 0 64 16,0 0-27-16,0 0-32 15,-19-80-5-15,19 67 1 16,0 2-9-16,0 1 4 16,10 1-10-16,0 1 11 15,2 2 1-15,1 3-7 16,2 3-6-16,0 0-11 16,3 2-4-16,-1 18-2 15,-1 5 0-15,-6 7 5 16,0 7-1-16,-3 0 9 15,-6 1-3-15,-1-2-6 16,0-3-7-16,0-5 5 16,-8-8-2-16,-2-7 0 0,3-6-2 15,-2-3-1-15,2-6 3 16,-2 0 7-16,1-3-6 16,0-16 2-16,1-3-5 15,4-6-1-15,3-4-2 16,0 1 2-16,0-4 3 15,2 1-2-15,9 5 2 16,2 1 1-16,4 5 5 16,3 6 1-16,2 2-1 15,2 5-3-15,1 6 1 16,-2 4 0-16,-1 0-5 16,-3 4-2-16,-3 16 0 15,-5 5 0-15,-5 5 2 16,-1 2 1-16,-5 2 4 0,0 1-4 15,0-4-3-15,0-4 6 16,-5-9-5-16,1-8-1 16,0-5 0-16,1-5 0 15,3 0 4-15,0 0 2 16,0-16-1-16,0-8-5 16,0-3-4-16,7-4 0 15,5-3 3-15,3-1 1 16,1 2 0-16,2 4 1 15,0 5-1-15,0 6 0 16,-3 5 0-16,0 8 1 0,-6 5 1 16,-2 0-2-1,-2 15 0-15,0 13-2 0,-2 4 2 16,0 5 1-16,-1-2 4 16,-2-2-5-16,0 0 0 15,3-6 0-15,3-3-24 16,7-7-38-16,2-5-20 15,8-4-39-15,5-6-11 16,-16-2-103-16,4 0-68 16</inkml:trace>
  <inkml:trace contextRef="#ctx0" brushRef="#br0" timeOffset="-207923.19">29637 9214 347 0,'0'0'243'16,"0"0"-132"-16,0 0 23 0,42-90-57 15,-42 73-19-15,0 4-8 16,-3 2-11-16,-11 3 9 16,4 2-19-16,-6 2 0 15,-1 2-11-15,-4 2 14 16,1 0-17-16,0 6-10 16,-4 13-2-16,2 4 0 15,-1 4-3-15,-1 6-1 16,4 2 1-16,0 0-1 15,8 5-3-15,8-4 4 16,4-2 0-16,0-3-1 16,7-10 0-16,11-5-4 0,3-7 4 15,1-7 0-15,4-2 0 16,-1 0-2-16,-1-11-5 16,-2-10 4-16,1-3-3 15,-3-4 1-15,-1-5 4 16,-2-1 1-16,-5-4 1 15,-3 1 1-15,-4 2 1 16,-2 8 3-16,-3 9-1 16,0 8 23-16,0 6 18 15,0 4 6-15,-8 0-4 0,-4 9-40 16,-1 14-2 0,0 3-5-16,4 2-2 15,4 1-1-15,3 1 3 16,2-2-2-16,0-1-1 15,7-1-7-15,13-5-33 0,3-4-17 16,4-5-21-16,7-5-23 16,5-5-12-16,0-2 3 15,1 0 3-15,-1-10-4 16,-2-8 21-16,-6-3 27 16,-4-4 66-16,-3-2 4 15,-3 0 13-15,-3-2 62 16,-6-1 15-16,-3 0 34 15,-8 0-26-15,-1 3 1 16,0 6-23-16,-4 6-7 16,-14 6-1-16,-5 5-9 15,-3 4-7-15,-6 0-26 0,-5 18-30 16,-1 11-1-16,3 6-1 16,5 0 2-16,12-1-1 15,9-3-2-15,6-4 2 16,3-8-1-16,9-3-4 15,18-9 4-15,6-6-20 16,3-1 1-16,2-1 3 16,1-18 5-16,-2-3-13 15,-7 0 11-15,-9 2 7 16,-8 5 8-16,-6 8 1 16,-7 6 2-16,0 1 7 15,0 4 49-15,-15 22-26 0,-5 10-19 16,-1 15-9-16,1 8 3 15,1 12 2-15,2 7 2 16,8 16 1-16,9 10-6 16,0 5 4-16,6-1 53 15,7-19-46-15,-7-18-9 16,-6-17-3-16,0-17-1 16,-3-16-1-16,-16-10 1 15,-5-8-1-15,-4-3 4 16,-2-6-7-16,-1-18 3 15,-2-11 0-15,3-10-2 16,6-12-2-16,4-10 0 0,13-8-1 16,7-8-1-16,0-1-5 15,13 7-5-15,16 8 0 16,7 13-13-16,7 7-11 16,5 4-1-16,4 7-57 15,0 5-87-15,-36 32-63 16,-1 1-217-16</inkml:trace>
  <inkml:trace contextRef="#ctx0" brushRef="#br0" timeOffset="-206677.92">30228 9210 379 0,'0'0'128'15,"0"0"-45"-15,0 0 40 16,0 0-31-16,0 0-36 16,0 0 0-16,-17-83-12 15,20 70-8-15,11 0 17 16,-1 1-17-16,5 3-4 16,-1 4-4-16,-1 3-8 15,0 2-10-15,-1 0-4 16,-3 12-2-16,-1 11-1 15,-3 7 8-15,-6 4 6 16,-2 1 5-16,0 1-2 16,-2-5-8-16,-9-3-11 0,0-9 4 15,4-4-4-15,1-7 2 16,5-6-2-16,1-2 0 16,-2 0 8-16,1-7 5 15,1-15-14-15,0-7 0 16,0-2 2-16,0-5-2 15,10-2 0-15,2-1-1 16,1 1 1-16,5 5 0 16,0 8-1-16,-5 8-1 15,1 7 2-15,-5 7 0 16,0 3 1-16,0 0 4 16,2 14-4-16,-1 14 6 15,-4 5 8-15,-2 2-1 0,-4 2-5 16,2-5-4-1,-2-1-2-15,4-5-2 0,-3-5 0 16,4-7-2-16,2-7-4 16,10-6-60-16,2-1-56 15,8 0 6-15,3-5-29 16,-3-5 5-16,-2 0-2 16,-7 2 104-16,-3 1 37 15,-6 0 4-15,-3-2 39 16,3-1 53-16,0 0-22 15,-2-1-21-15,2 0-18 16,0-2 3-16,-4-1-6 16,-4-3 3-16,-1 0-8 15,0 0-16-15,0 3-5 0,0 3 3 16,-6 4 11-16,-9 4 8 16,0 3 0-16,-3 0 8 15,0 2-25-15,2 16 6 16,4 4-14-16,3 4-2 15,6 1 12-15,2 0 1 16,1 2 2-16,0 1 2 16,11-4-1-16,6-3-3 15,4-6-9-15,3-6-2 16,0-2-1-16,4-8-2 16,0-1-5-16,-2 0-74 0,-2-14-46 15,-20 1-77 1,-2 0-278-16</inkml:trace>
  <inkml:trace contextRef="#ctx0" brushRef="#br0" timeOffset="-206377.86">30939 8959 703 0,'0'0'172'15,"0"0"-115"-15,0 0 52 16,0 0-54-16,0 0-32 0,0 0 1 15,2 14-2 1,-2 21 27-16,-10 7-13 0,2 4-10 16,-1 0-8-1,3 0-1-15,0-4 3 0,5-4-6 16,1-4-6 0,0-6 1-16,0-7-5 0,10-3-1 15,4-9-1-15,8-6-2 16,5-3 1-16,6 0-1 15,-1-18-30-15,-3-6-55 16,-11-5-64-16,-18 15-162 16</inkml:trace>
  <inkml:trace contextRef="#ctx0" brushRef="#br0" timeOffset="-206061.83">30896 9157 521 0,'0'0'277'15,"0"0"-258"1,0 0 69-16,0 0-74 0,0 0-13 16,0 0-1-16,91-46 0 15,-61 39-1-15,-2 2 1 16,-4 0-1-16,-2 3-2 16,-5 2 3-16,-2 0 0 15,-5 0 0-15,1 11-1 16,-1 10 1-16,-4 7 3 15,-1 3 33-15,-2 3 18 0,-2 2-7 16,1-1 2 0,-2-2-6-16,0 0-13 0,0-6-11 15,0-8-8 1,0-7-10-16,0-8 4 0,0-4-5 16,3-1-58-16,-2-12-98 15,1-6-141-15</inkml:trace>
  <inkml:trace contextRef="#ctx0" brushRef="#br0" timeOffset="-205930.89">31142 9024 126 0,'0'0'695'16,"0"0"-613"-16,0 0-68 0,0 0 7 16,0 0-21-1,0 0-118-15,-16-48-311 0</inkml:trace>
  <inkml:trace contextRef="#ctx0" brushRef="#br0" timeOffset="-205245.08">31380 9088 906 0,'0'0'29'16,"0"0"17"-16,0 0 39 15,91-5-35-15,-57 2-8 16,0 3-12-16,1 0-13 0,-7 0 7 16,-9 13-19-1,-7 8-5-15,-10 6 0 0,-2 3 0 16,-11 2 2 0,-17 3 4-16,-6-1 3 0,-4-3-7 15,1-4-1-15,6-10-2 16,8-6 2-16,8-6 1 15,11-4-1-15,4-1 2 16,0 0 0-16,3-11-3 16,13-6 3-16,7 0-3 15,1 2-1-15,2 4 1 16,1 6 0-16,-3 3 0 0,-1 2 4 16,0 0 5-1,0 20 4-15,-3 10 0 16,-1 9 18-16,-6 8 9 0,-10 2-26 15,-3 2 0-15,-3 0-5 16,-26-5-8-16,-9 2 6 16,-8-4-4-1,-11-5 0-15,-1-7-3 0,1-13 0 16,8-9-3-16,9-10-7 16,14 0 5-16,10-12 1 15,11-17-12-15,5-9-23 16,0-7-18-16,22-2-1 15,5 7 48-15,1 8 4 16,-2 11 4-16,1 12 1 16,-3 6 2-16,-2 3 11 0,-1 1 16 15,0 20 6 1,1 6 8-16,-2 6-6 0,1 0-2 16,-5 4-10-16,-2-3-13 15,-1-3-5-15,-1-4-4 16,-2-7-1-16,4-5 0 15,1-5-1-15,2-9-27 16,2-1-53-16,0 0-52 16,-13-10-87-16,0-2-195 15</inkml:trace>
  <inkml:trace contextRef="#ctx0" brushRef="#br0" timeOffset="-204662.63">32029 9327 322 0,'0'0'394'0,"10"-79"-332"15,-10 59 58-15,-1 5-36 16,-11 1-13-16,-6 4-32 16,-2 0 3-16,-1 3-2 15,-2 3-18-15,-1 4-16 16,3 0-5-16,-5 0-1 15,4 11-2-15,4 7 0 16,0 8 0-16,5 4 0 16,-1 2 2-16,8 3 2 15,5 1-1-15,1-4 1 0,0-7-2 16,11-5-1-16,5-4 1 16,0-8 0-16,2-4 1 15,3-4 4-15,-3 0-4 16,3-4 6-16,-1-17-4 15,-4-6 0-15,-3-7-3 16,-3-7-1-16,-5-3 1 16,-1-2 0-16,-1 2 1 15,-3 8-1-15,0 11 1 16,0 11 1-16,0 10-2 16,0 4 32-16,0 0 19 0,0 8-36 15,0 17-14-15,0 3 13 16,4 4 3-16,3 1-2 15,-1-2-3-15,1 1 2 16,-1-1-8-16,2-5 0 16,-1-4-3-16,-1-5-3 15,2-5 0-15,1-4 0 16,2-5-2-16,3-3-40 16,1 0-41-16,0-11-51 15,1-12-38-15,-14 10-68 16,-1-1-199-16</inkml:trace>
  <inkml:trace contextRef="#ctx0" brushRef="#br0" timeOffset="-204389.63">32217 8947 640 0,'0'0'121'0,"0"0"-3"15,0 0-5-15,0 0-63 16,0 0-22-16,0 0 26 15,0 92 11-15,-5-45-16 16,1 1 2-16,-1 0-20 16,-1-5 5-16,6-1-7 15,0-7-7-15,0-4-8 16,0-7-2-16,14-5-6 16,1-7-2-16,8-4-2 15,6-6-2-15,1-2 0 0,2 0-2 16,-5-19-34-16,-8 0-61 15,-9-5-73-15,-10 14-59 16,0-2-219-16</inkml:trace>
  <inkml:trace contextRef="#ctx0" brushRef="#br0" timeOffset="-204084.65">32158 9189 759 0,'0'0'72'16,"0"0"26"-16,0 0-12 15,0 0-44-15,0 0-24 16,0 0-16-16,91-38 0 16,-48 31-2-16,-1 0 0 0,-1 2 0 15,-4 1 0-15,-1 4 1 16,-9 0 0-16,-5 0 1 16,-9 0 10-16,-2 13 2 15,-7 7-3-15,-4 2 17 16,0 3 24-16,0 2-2 15,0 1-19-15,0-3-15 16,-7-4-9-16,-1-3-2 16,3-6-3-16,2-8-2 15,3-3 0-15,0-1-42 16,0 0-111-16,0-7-52 16,0-6-334-16</inkml:trace>
  <inkml:trace contextRef="#ctx0" brushRef="#br0" timeOffset="-203945.73">32522 9045 240 0,'0'0'678'0,"0"0"-609"15,0 0 28-15,0 0-74 16,0 0-23-16,0 0-49 16,10-38-110-16,-7 38-147 15</inkml:trace>
  <inkml:trace contextRef="#ctx0" brushRef="#br0" timeOffset="-203228.87">32670 9220 811 0,'0'0'72'0,"-18"72"54"15,14-41-10-15,2 6-47 16,2-1 1-16,0-3-23 15,0-5 21-15,11-10-46 16,5-11-17-16,-1-3-2 16,7-4 1-16,-2-1 0 15,-4-16-1-15,1-8-3 16,-13-3-13-16,-4-4-12 16,0-1-14-16,-22-1-1 0,-8 4 3 15,-1 7-4-15,2 4 19 16,11 6 22-16,8 6 7 15,7-2 13 1,3 4 2-16,0-2-4 0,10-2-12 16,11 3 1-16,5 0-2 15,3 3-1-15,1 2 2 16,0 1 0-16,-2 0 1 16,-5 5 0-16,-4 11-4 15,-4 3 7-15,-4 6-1 16,-4 0 6-16,-3 6 0 15,-4 0-2-15,0-1-10 16,0-7 2-16,0-6-5 0,-4-9 0 16,3-8-2-16,1 0-8 15,0 0-4-15,0-2 3 16,0-18 10-16,0-8-6 16,8-3-17-16,7-4 13 15,6 1 8-15,3 3 1 16,-3 10 1-16,-3 9-8 15,-7 12 4-15,-7 0 3 16,-2 6-2-16,-2 17 4 16,0 9 1-16,0 12 22 15,-5 7-7-15,-4 7-8 16,6-3-2-16,3-4 2 0,0-12-5 16,6-14-3-16,16-8 2 15,5-11-2-15,6-6 3 16,3 0 9-16,3-18 1 15,-3-5-6-15,-2-1-4 16,-3-1-3-16,-9 2-22 16,-8 3-71-16,-14 15-91 15,0 2-153-15</inkml:trace>
  <inkml:trace contextRef="#ctx0" brushRef="#br0" timeOffset="-200112.35">3191 11286 186 0,'0'0'490'15,"0"0"-412"-15,0 0 45 16,0 0-61-16,0 0 17 16,0 0 0-16,0 0-9 15,-63-28-12-15,42 28-19 16,-7 14-24-16,1 7-11 16,-1 5 0-16,3 9-1 0,3 3 1 15,8 3 0 1,6 1-1-16,5 0 1 0,3-2 6 15,0-2 1-15,14-3-1 16,8-3-3-16,8-6 0 16,4-6 0-16,-1-7-3 15,6-9-3-15,1-4 0 16,0 0 0-16,2-20-1 16,0-9-11-16,-3-4-24 15,-5-4-33-15,-3-1-20 16,-7 0-14-16,-9-2 3 15,-8 0 40-15,-7-3 36 16,0-2 19-16,0-2 4 0,-10 4 8 16,-2 1 27-16,0 10 27 15,3 8 2 1,3 9-10-16,2 6 18 0,2 6-14 16,1 3 12-16,1 0-17 15,-3 6-31 1,0 20-22-16,1 12 0 0,1 10 6 15,1 5 0-15,0 7-4 16,0 0 2-16,0-1-1 16,0-1-2-16,0-1 1 15,0-9-1-15,0-9 0 16,0-13 0-16,0-15-1 16,0-7-1-16,0-2 1 15,0-2 0-15,0-5 0 0,0-18 0 16,1-12-8-16,10-5 5 15,1-1-7 1,7 3 7-16,0 2 1 0,-2 8 0 16,4 7 2-16,-3 8 0 15,0 6-3-15,-3 7-2 16,-2 0 5-16,4 2-6 16,-3 17 1-16,0 8 5 15,-4 4 2-15,1 6 6 16,-2 0-5-16,-1-2-1 15,0-4-2-15,1-6 0 0,4-5 0 16,2-7-34 0,6-8-56-16,2-5-28 15,7 0-11-15,1-9 5 0,3-13 10 16,0-5-29-16,-4 2-23 16,-3-1 102-16,-3 0 64 15,-5 0 14-15,-5 1 59 16,-1 3 21-16,-7-3-6 15,-1 3 12-15,-5 0-15 16,0-3-4-16,0 5-5 16,-14 3-2-16,-2 6-9 15,-5 4-9-15,-2 6-24 16,1 1-19-16,-3 0 17 16,3 10-18-16,0 9-11 15,3 8 0-15,4 3-1 16,5 4-1-16,8 1-4 0,2 3 4 15,0-2-1-15,0-5 1 16,9-5 1-16,6-7-2 16,4-7-2-16,-2-6-1 15,4-4 1-15,-3-2-7 16,0-2-7-16,1-16-6 16,-1-8 13-16,-2 0-4 15,-4-4 6-15,-4-1 2 16,-4 3 5-16,-4 4 2 15,0 5 3-15,0 6 1 16,0 8 22-16,0 2 6 0,0 3 13 16,0 0 9-1,0 11-31-15,0 12-23 16,-4 7 8-16,4-1-8 0,0-1 0 16,0-3 0-16,7-7 0 15,5-6-2-15,0-5-1 16,3-7-6-16,-1 0-4 15,2-4-19-15,-4-14 14 16,6-4-5-16,-5-4-3 16,2-2 11-16,-6 0 9 15,3 1-1-15,-2 4 4 16,-1 6 3-16,-1 6 0 0,2 7 1 16,1 4-1-1,-1 0 6-15,3 8 0 0,-2 16 4 16,5 3 5-16,-5 7-5 15,-4 1-7-15,-2-4-3 16,-5-2 0-16,0-7 3 16,0-11-2-16,0-5 1 15,0-3-1-15,0-3 5 16,0 0-1-16,0-12 17 16,0-10-2-16,0-5-17 15,0-3-1-15,3-2 5 0,4 0 0 16,4-1-1-1,-1 2-6-15,8 4 2 0,3 4-5 16,10 2 2 0,5 5-50-16,-21 13-90 15,3 1-174-15</inkml:trace>
  <inkml:trace contextRef="#ctx0" brushRef="#br0" timeOffset="-199329.3">4699 11489 558 0,'0'0'105'0,"0"0"31"0,0 0-36 16,0 0-7-16,26-82-25 16,-26 65-22-16,-5 0-7 15,-10 5-6-15,-3 0 1 16,-1 7-11-16,-2 2-1 15,2 3-4-15,-1 0 6 16,1 14-16-16,0 11-3 16,2 8-5-16,2 5-2 15,6 0-1-15,6-1 2 16,3-2-1-16,0-4 0 0,0-7-3 16,14-7-3-16,2-4-9 15,2-9-3-15,0-3 3 16,1-1 0-16,1-4-10 15,2-14 7-15,-1-6 5 16,-3-5 13-16,3 0-1 16,-5-2 1-16,-4 4-2 15,-3 2 4-15,0 6 2 16,-8 8 1-16,-1 7 37 16,0 4 22-16,0 0 6 15,0 4-24-15,0 16-34 16,0 8 1-16,0 1-9 15,-1 3-1-15,1-3-1 16,0-5-1-16,6-5-1 16,12-5-3-16,4-7-5 0,2-7-20 15,3 0-31 1,1-1-33-16,2-19-47 0,-24 8-55 16,3-1-161-16</inkml:trace>
  <inkml:trace contextRef="#ctx0" brushRef="#br0" timeOffset="-199063.78">5054 11311 501 0,'0'0'173'15,"0"0"14"-15,0 0-35 0,0 0-45 16,0 0-3 0,0 0-64-16,0 0-33 15,-31 60 9-15,25-24-4 0,6 0 1 16,0-3 6-16,0-2 1 15,0-2 0-15,6-7-9 16,9-4-5-16,0-5-4 16,1-4-2-16,4-9-1 15,5 0-7-15,2-2-50 16,0-16-24-16,-2-2-25 16,-4-1-84-16,-16 11-111 15</inkml:trace>
  <inkml:trace contextRef="#ctx0" brushRef="#br0" timeOffset="-198816.36">5247 11197 458 0,'0'0'190'0,"0"0"-64"16,0 0 10-16,0 0-32 16,0 0-27-16,0 0-38 15,3-10-20-15,1 45 32 16,-1 5 24-16,0 1-33 15,2 0-13-15,-4 0-1 16,1-2-6-16,1-3-8 16,-2-6-4-16,1-4-7 15,1-5-3-15,0-7 0 16,1-4-2-16,-1-9-37 0,0-1-69 16,-3 0-78-1,0-9-173-15</inkml:trace>
  <inkml:trace contextRef="#ctx0" brushRef="#br0" timeOffset="-198213.89">5202 11443 769 0,'0'0'75'0,"0"0"-45"16,0 0-15-16,0 0-3 15,0 0 16-15,0 0-7 16,100-30-12-16,-57 14-5 15,2-1 1-15,7-5-1 16,-10 1 23-16,-8-1-24 16,-10 3-1-16,-12 3 4 0,-9 4-1 15,-3 3 1-15,0 3 8 16,-10 2 4 0,-4 4 10-16,-5 0 3 0,5 0-2 15,-2 13-22-15,1 8-3 16,2 6-1-16,2 4 4 15,5 1-7-15,6-2 4 16,0-2 2-16,0-5-2 16,6-4-4-16,12-3 0 15,3-5 0-15,6-4 0 16,0-7 4-16,-2 0 1 16,-4 0-1-16,4-15 0 15,-1-5 1-15,1-4-3 16,-2 1-2-16,-1 5 0 0,1 4 0 15,-7 6 0-15,-1 6 0 16,0 2-2-16,1 0 0 16,-5 4-2-16,2 13 4 15,-5 4 2-15,-5 1 1 16,-3-1 1-16,0-3 0 16,0-5-3-16,0-3 3 15,-3-5 2-15,-2-3-6 16,-1-2 13-16,6 0 6 15,0-3-4-15,0-16-14 16,0-4-1-16,0-7-32 16,12-1-12-16,9 0-47 15,2 3-68-15,-13 19-81 0,0 4-119 16</inkml:trace>
  <inkml:trace contextRef="#ctx0" brushRef="#br0" timeOffset="-198071.78">6075 11294 302 0,'0'0'213'0,"0"0"-71"16,18 89-8-16,-18-54-49 16,0-2-13-16,-2-4-37 15,-4-6 27-15,-1-6-53 16,4-8-4-16,3-9-5 16,0 0-52-16,0-6-207 15</inkml:trace>
  <inkml:trace contextRef="#ctx0" brushRef="#br0" timeOffset="-197943.6">6154 11130 910 0,'0'0'38'0,"0"0"-3"16,0 0-35-16,0 0-27 15,0 0-339-15</inkml:trace>
  <inkml:trace contextRef="#ctx0" brushRef="#br0" timeOffset="-197219.77">5975 11356 535 0,'0'0'33'0,"0"0"44"16,0 0-27-16,0 0 1 15,0 0 1-15,0 0 3 16,37-38 18-16,-37 38 13 0,0 0-6 16,0 0-9-16,-3 0-9 15,-12 6-19 1,2 9-28-16,-5 4-14 0,-3 2-1 15,5 1-3-15,-1-2 2 16,1-3-31-16,8-1-49 16,2-6-38-16,3-5-21 15,3-2-25-15,0-3-121 16</inkml:trace>
  <inkml:trace contextRef="#ctx0" brushRef="#br0" timeOffset="-196614.65">6303 11359 674 0,'0'0'122'0,"0"0"-51"15,0 0 25-15,0 0-10 16,0 0-10-16,0 0-15 16,9-4 0-16,-9 3-11 15,0-1-10-15,0 1-7 16,0-1-4-16,0-1-6 16,3 1-8-16,-3-3-4 0,3 0-4 15,0-4-3-15,2-1-3 16,2 0 2-16,0-2-3 15,4-1 0-15,2-4 1 16,-2-1 0-16,-1-4-1 16,-1 2 0-16,-5 0 1 15,-2 4-1-15,-2 6 1 16,0 5-1-16,0 3 0 16,-5 2-1-16,-5 0-16 15,0 0 3-15,-1 16 6 16,1 4 6-16,7 4 2 15,3 2-3-15,0 3 2 16,3 0 0-16,15-2 0 0,1 0 1 16,-1-2 1-16,3-4 0 15,-6-4 0-15,-5-4 2 16,-10-2-3-16,0-1 3 16,0-1-3-16,-4-3 0 15,-7-4 3-15,-2 0-2 16,-2-2-1-16,3 0-8 15,3 0-19-15,3-3-50 16,6-8-56-16,0-2-67 16,0 6-94-16,6-2-223 15</inkml:trace>
  <inkml:trace contextRef="#ctx0" brushRef="#br0" timeOffset="-196332.69">6554 11053 604 0,'0'0'165'0,"0"0"-53"15,0 0 10-15,0 0-60 16,0 0-24-16,0 0 18 16,0 0 13-16,15 106-25 15,-11-65-12-15,3 1-2 16,-2-1-4-16,-2-2 2 15,0-5-7-15,-3-4-4 0,3-6-10 16,-3-9-7 0,3-5 2-16,-1-5-4 0,-2-5-3 15,1 0-72-15,-1-7-103 16,0-6-43-16,0 1-249 16</inkml:trace>
  <inkml:trace contextRef="#ctx0" brushRef="#br0" timeOffset="-196064.59">6588 11296 625 0,'0'0'111'0,"0"0"-32"16,0 0-26-16,0 0-39 15,0 0 0-15,0 0 11 0,88-66 1 16,-55 62 7 0,1 3-3-16,5 1 14 15,-3 0 28-15,-3 0-56 0,-5 11-1 16,-6 6 17-16,-7 3-9 15,-6 1 14 1,-7 2 4-16,-2-1-9 0,0 0-11 16,-5-4-10-16,-8-5-4 15,2-5-7-15,4-4-14 16,-3-4-63-16,5 0-89 16,5-8-96-16,0-5-540 15</inkml:trace>
  <inkml:trace contextRef="#ctx0" brushRef="#br0" timeOffset="-195921.12">6858 11137 830 0,'0'0'114'15,"0"0"-18"-15,0 0-17 16,0 0-65-16,0 0-14 16,0 0-11-16,15-20-37 15,6 25-90-15,-14-1-124 16,1 0-370-16</inkml:trace>
  <inkml:trace contextRef="#ctx0" brushRef="#br0" timeOffset="-195647.28">7165 11137 525 0,'0'0'94'16,"0"0"41"-1,0 0-19-15,0 0-7 16,0 0 10-16,0 0-1 0,-7-15-23 15,-11 36-77-15,-3 9-10 16,3 2 0-16,6 2 0 16,3 2-2-16,6-4 6 15,3-2 4-15,0-6-7 16,11-3 0-16,13-6-6 16,7-4-1-16,11-5 1 15,7-6 0-15,8-7-3 16,-2-20-18-16,-6-8-98 15,-36 17-142-15,-7-2-311 0</inkml:trace>
  <inkml:trace contextRef="#ctx0" brushRef="#br0" timeOffset="-195430.21">7565 10972 754 0,'0'0'176'0,"0"0"-148"15,87-15 72-15,-52 40-14 16,4 10 1-16,0 9 4 15,-4 12-6-15,-4 10-25 16,-6 6-14-16,-13 4-19 16,-12-2-16-16,-7 0 1 15,-35-2-10-15,-18 0-2 16,-10-6-4-16,-9-11-16 16,7-12-13-16,1-12-26 15,51-31-105-15,6 0-186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2-07T15:53:51.60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841 1591 557 0,'0'0'171'15,"0"0"-79"-15,0 0 18 16,0 0-15-16,0 0-2 16,0 0-33-16,2-56 12 15,-2 55 10-15,0-1-33 16,0 2-11-16,0 0-17 0,0 0-3 15,0 0-10-15,0 0-5 16,0 3-3 0,0 18-7-16,0 17-12 0,-6 16 19 15,-5 14 6-15,2 2-6 16,-6 1 1-16,0-4 4 16,-4-9-5-16,3-10 0 15,-1-9 0-15,4-14 0 16,4-8 2-16,4-9-2 15,2-5 0-15,3-3 3 16,0 0 6-16,0 0-1 16,0 0-4-16,0 0 0 15,0 0-4-15,0-4 1 16,0-1 3-16,5-2-3 0,7-1-1 16,9 1-6-16,7 0 3 15,11 3-1-15,7 1 2 16,-1 0-2-16,1 0 3 15,-4 2-3-15,-6-2 0 16,-8 0-7-16,-4-1-14 16,-9-3 6-16,-8-2-1 15,-1-6 9-15,-6-5 11 16,0-5 2-16,-3-1 3 16,-7 2 2-16,-2 6-6 15,3 5 8-15,3 6 8 16,0 5-2-16,6 2 3 0,-3 0-3 15,3 0-15-15,0 7-7 16,0 22-15-16,0 12 9 16,0 14 13-16,0 1 6 15,9 1-3 1,-2-4-2-16,1-4 3 0,-2-7-2 16,0-5 4-16,1-8-6 15,-1-8 1-15,-1-5-1 16,-2-8-1-16,0-2-1 15,1-6-4-15,6 0-72 16,1-8-112-16,-8-8-120 16,3-3-314-16</inkml:trace>
  <inkml:trace contextRef="#ctx0" brushRef="#br0" timeOffset="299.35">1180 1672 791 0,'0'0'101'16,"0"0"-59"-16,37-72 69 16,-19 72-61-16,10 4-17 15,1 30-9-15,-1 18-2 16,2 19 9-16,-12 16-3 16,-5 12-4-16,-10 4 11 15,-3-1-9-15,-16-8 4 0,-17-9-7 16,-7-9-7-1,-5-12 2-15,-4-11-10 0,1-9 10 16,6-10-13-16,5-9-1 16,7-11 0-1,8-8-2-15,5-6-2 0,10 0-2 16,4-14-65-16,3-3-115 16,0-3-185-16</inkml:trace>
  <inkml:trace contextRef="#ctx0" brushRef="#br0" timeOffset="1578.27">2287 1637 656 0,'0'0'155'16,"0"0"-113"-16,0 0 73 15,0 0-51-15,0 0-32 16,0 0-5-16,0 0-4 16,6-6-11-16,-6 27-12 15,0 12 5-15,0 8 19 16,-3 6 11-16,-6 8-11 0,-2 6 1 16,1 0-4-16,-2-6-3 15,6-6-7 1,-2-8 0-16,0-8-1 0,3-9-2 15,1-6 0-15,-1-8-2 16,5-6-3-16,0-3-2 16,0-1 1-16,0 0 3 15,0 0 2-15,0-14 3 16,0-12 4-16,0-14-14 16,0-11-30-16,0-2 17 15,0-8 13-15,0-1 2 16,0 4 0-16,8 7-2 0,2 8 0 15,2 9 3 1,3 5 0-16,0 7 2 0,-5 7-5 16,-2 7 11-16,2 6-7 15,-4 2-4-15,3 0 0 16,4 4-3-16,1 17-3 16,7 11-2-16,-3 12 8 15,-2 10 4-15,1 5 11 16,-6 5-6-16,0-2-1 15,-5-3-3-15,3-7 4 16,-3-8-6-16,-2-6 5 16,1-9-5-16,-1-8-2 15,-2-6 1-15,1-10-2 0,0-2 0 16,-3-3-1-16,0 0 1 16,0 0-20-16,0-1-60 15,0-18-88-15,-6 4-28 16,-2 1-195-16</inkml:trace>
  <inkml:trace contextRef="#ctx0" brushRef="#br0" timeOffset="1738.09">2287 2054 571 0,'0'0'148'16,"0"0"-22"-16,0 0-5 16,0 0-28-16,0 0-34 0,0 0 1 15,-14-15-32-15,38 9-13 16,15-1 8-1,6-2-17-15,7-2-6 0,-30 7-40 16,-5-2-277 0</inkml:trace>
  <inkml:trace contextRef="#ctx0" brushRef="#br0" timeOffset="4693.1">3504 1637 135 0,'0'0'584'15,"0"0"-545"-15,0 0 81 16,0 0-25-16,0 0-44 16,-10-73 2-16,26 55-8 15,5-1-11-15,2 3-1 16,2 5 8-16,2 3-11 15,1 7-7-15,2 1-8 0,-5 6 1 16,2 19-4-16,-6 13-10 16,-5 12 5-16,-8 5-3 15,-8 6 3-15,0-1-7 16,-18 5 1-16,-16-3 4 16,-8-2 0-16,-3-8-5 15,-4-10 1-15,-2-8-2 16,5-10 1-16,1-8-3 15,5-11-12-15,4-5 6 16,8 0 8-16,4-14-1 0,7-10-3 16,4-2 5-1,7 0 3-15,3-1-3 16,3 4 1-16,0 1 6 16,3 2 5-16,16 4-4 15,1 6-1-15,7 5 2 0,1 5-3 16,8 0 3-16,2 11-3 15,3 13-4-15,-2 7 0 16,-2 3-1-16,-4 2 3 16,-6-2-1-16,-2-2-1 15,-4-4 0-15,-6-6-2 16,6-6 0-16,-2-8-50 16,2-8-53-16,1 0-113 15,-17-15-94-15</inkml:trace>
  <inkml:trace contextRef="#ctx0" brushRef="#br0" timeOffset="5160.12">3952 1652 923 0,'0'0'54'15,"0"0"37"-15,0 0 1 16,0 0-49-16,101-65 5 15,-75 68-25-15,-1 20 3 16,3 10-14-16,-2 7-5 16,-7 4-1-16,-10 8-5 0,-6 3 9 15,-3 3-10 1,-8-2 3-16,-18-5-2 0,-9-6-1 16,-5-8-12-1,1-12-23-15,2-8-10 0,3-12-9 16,4-5 25-16,6 0 14 15,6-19 15-15,6-4 6 16,5-2-2-16,7-2-2 16,0 0 7-16,1 2 3 15,17 1-4-15,3 6 3 16,6 2-4-16,0 6 5 16,1 7 6-16,3 3-1 15,-1 2 5-15,-3 19-6 16,1 8 1-16,-5 3-10 15,-1 3 0-15,-1 2 0 0,-4-2-7 16,0-4 4-16,-3-4-4 16,5-8-10-1,0-7-91-15,4-8-63 0,-16-4-126 16,1-3-432-16</inkml:trace>
  <inkml:trace contextRef="#ctx0" brushRef="#br0" timeOffset="5593.08">4580 1778 840 0,'0'0'142'0,"0"0"-58"16,0 0 46-16,0 0-58 16,0 0-34-16,0 0-38 15,0 0-3-15,-6 23 3 16,-9 17 4-16,7 6-3 15,5 1-1-15,2 1 0 16,1-3 0-16,0-3 0 16,1-8-3-16,10-6 0 15,7-11-49-15,-3-10-19 16,4-7 29-16,1 0 42 16,2-7 2-16,3-15 4 15,-4-3 0-15,-6-5 0 0,-4-2 6 16,-6-1 12-1,-5-3 20-15,0-1 16 0,0-1-3 16,-13 1-7-16,-5 6-19 16,-1 6 2-16,-2 6-14 15,3 7-8-15,0 4-11 16,0 6-5-16,3 2-3 16,0 0-8-16,2 12-6 15,2 14-50-15,8 3-60 16,3-15-97-16,0-4-181 15</inkml:trace>
  <inkml:trace contextRef="#ctx0" brushRef="#br0" timeOffset="6043.9">4956 1727 937 0,'0'0'156'0,"0"0"-119"16,0 0 102-16,0 0-70 15,0 0-25-15,0 0-9 16,3-31-15-16,-2 31-10 16,2 0-10-16,5 20-1 0,8 16-16 15,3 15 17 1,1 8 3-16,-4-1 0 0,-2 2-1 15,-5-10 2 1,4-4-4-16,-4-11 0 0,3-11 0 16,-6-10 0-16,0-7 3 15,-3-7-3-15,8 0 0 16,2-7 0-16,2-19 4 16,6-9 5-16,-4-9 2 15,-6-5-2-15,-2-3 8 16,-1-4-4-16,-4 0 3 15,-4 11-5-15,0 10-3 16,0 12 0-16,0 12-6 16,0 4-2-16,0 7-6 15,0 0-4-15,0 0-29 0,4 2-64 16,1 3-255-16,2 1-582 16</inkml:trace>
  <inkml:trace contextRef="#ctx0" brushRef="#br0" timeOffset="6675.86">6440 1669 875 0,'0'0'92'0,"0"0"34"15,0 0-12-15,0 0-18 16,0 0-19-16,0 0-19 16,0 0-30-16,0-45-20 15,0 54-8-15,0 21-8 0,3 14 5 16,5 10 3-16,2 5 8 15,-2-1-4 1,-1-2-2-16,-2-6 0 0,2-9 1 16,-6-7 0-16,1-12-3 15,-2-8 0-15,0-7-10 16,0-7-57-16,0-3-107 16,0-12-143-16</inkml:trace>
  <inkml:trace contextRef="#ctx0" brushRef="#br0" timeOffset="7007.69">6381 1652 706 0,'0'0'174'15,"0"0"-89"-15,-9-79 55 0,19 66-74 16,14 1-28-16,12 3 5 16,4 9 5-16,8 0-11 15,2 24-12-15,-2 19-7 16,3 10-9-16,-8 8-1 15,-7 2-3-15,-12-1 4 16,-16 1-9-16,-8-4 0 16,-11-4-1-16,-20-7 1 15,-11-9 13-15,-7-5-3 16,-1-7-9-16,1-10 14 16,3-7-9-16,9-9-2 15,7-1-3-15,12 0-1 16,6-11-4-16,12-9-22 0,0-4-29 15,19-1-54-15,19 1-46 16,11 0-27 0,-28 17-71-16,4 1-241 0</inkml:trace>
  <inkml:trace contextRef="#ctx0" brushRef="#br0" timeOffset="7358.36">7256 1745 801 0,'0'0'203'0,"0"0"-129"15,0 0 37 1,0 0-40-16,0 0-37 16,-102-26-16-16,69 52-14 0,4 8 2 15,7 7-1-15,4 3-5 16,7 2 1-16,8 0 0 15,3-6 3-15,3-4-1 16,19-6 0-16,7-10 2 16,6-3 0-16,5-5-4 15,2-7 6-15,5-2-5 16,3-3 6-16,-6 0-3 16,-6 0 20-16,-12 0-3 15,-10-7-21-15,-2-4 2 16,-2-3-3-16,3-3-69 0,-15 7-154 15,0 0-263-15</inkml:trace>
  <inkml:trace contextRef="#ctx0" brushRef="#br0" timeOffset="8191.78">8228 1899 785 0,'0'0'141'0,"0"0"-137"15,0 0 33-15,0 0 2 16,0 0 10-16,0 0-8 16,28 78-4-16,-12-70-14 0,-2-4 4 15,2-4-7-15,5 0 7 16,0 0 2 0,9-16 19-16,1-14-18 0,2-12 2 15,-2-5-16-15,-7-6-12 16,-7-4 2-1,-10 2-4-15,-7 3 1 0,0 12 3 16,0 14-5-16,-4 14 0 16,-1 8 5-16,2 4 2 15,3 0-8-15,0 0-4 16,0 25-10-16,2 11-4 16,17 11 18-16,6 3 0 15,7 3 0-15,2 2 4 16,3-1 0-16,-5-5-2 0,-12-7-1 15,-12-14 8 1,-8-7-7-16,0-6-2 0,-22-3 1 16,-10-4 0-16,-5-5 19 15,1-3-12-15,5 0-8 16,10-11-6-16,15-14-67 16,6 10-93-16,0-2-196 15</inkml:trace>
  <inkml:trace contextRef="#ctx0" brushRef="#br0" timeOffset="10257.93">8911 1426 549 0,'0'0'126'16,"0"0"-67"-16,0 0 72 15,0 0-42-15,0 0 5 16,0 0-12-16,0 0-21 15,0-43-2-15,0 43-17 16,0 0-16-16,0 0-25 16,0 21-1-16,6 14-10 15,0 13 10-15,0 10 13 16,-2 4-7-16,1 3-2 16,-2 0-1-16,-3-1 1 15,0-4-4-15,0-7 5 16,0-7-4-16,0-14-1 0,0-12 2 15,0-10-2-15,0-7 0 16,0-3 0 0,0 0 0-16,0 0 0 0,0-19-2 15,7-11-8-15,2-15 3 16,2-2-6-16,3 0 12 16,-3 3 1-16,3 9 1 15,-1 10 0-15,-3 5-1 16,-2 10-3-16,-1 4 1 15,-4 6 2-15,2 0-5 16,1 3-5-16,1 16-8 16,3 10 14-16,-2 5 1 0,0 5 3 15,-2 1 8 1,1-2-6-16,-1-4 0 0,0-7-2 16,1-6 0-16,2-8 0 15,2-6-1 1,-1-6 1-16,5-1-13 0,0-1 1 15,6-20-2-15,-3-8 8 16,4-5-8-16,-1-3-3 16,-7-2 9-16,0 3 8 15,-8 6 2-15,-3 7 0 16,-1 9 8-16,-2 6 16 16,0 5 16-16,0 2 1 15,0 1-5-15,0 0-20 0,0 0-18 16,0 15-12-16,-2 9 2 15,-1 7 10 1,3 4 1-16,0 1-1 0,0 0 0 16,9-2 0-16,6-5 1 15,0-7-1-15,3-7-3 16,-3-5 2-16,1-7-3 16,-4-3-2-16,3 0 1 15,-1-10-2-15,0-12 5 16,0-5 2-16,-5-6 3 15,0 0-3-15,-3-3 1 16,-3 2 1-16,0 6 0 16,0 4 4-16,-2 10-1 15,2 4 5-15,-1 6 10 0,-2 4-8 16,0 0-1-16,3 0-9 16,7 3-2-16,1 16-17 15,3 10 14-15,3 5 3 16,-2 2 5-16,-3 0-5 15,-3-7-1-15,3-3 1 16,-6-8 2-16,-2-7-2 16,-1-5 0-16,-1-6-1 15,-2 0-1-15,1 0 0 16,4-6 2-16,3-16-5 16,0-10 4-16,1-2 2 15,3 0-1-15,-2 2 0 16,1 9 0-16,1 6 1 0,-2 2 0 15,-2 7-1 1,-1 4 0-16,0 4-2 0,1 0 1 16,3 0-6-16,2 14-7 15,2 12 12-15,-2 4-2 16,-1 4 4-16,-4 2 2 16,-4-7 1-16,0-3-2 15,-2-8 2-15,-2-7 1 16,1-5-4-16,-1-3 0 15,2-3-3-15,-1 0 3 16,1 0 4-16,1-17 1 0,6-7-5 16,0-10 0-1,3-1-2-15,0-1-2 0,4 2 4 16,1 6 0-16,2 7 0 16,3 5-1-16,-2 6 0 15,-1 6-2-15,0 4 1 16,1 0-6-16,-1 16 3 15,-2 8 4-15,2 6 1 16,-5 3 2-16,-1 1 1 16,-7-1 5-16,-3-5-6 15,0-7 1-15,0-4 0 16,-1-8-3-16,-1-7 1 16,2-2-1-16,-2 0-4 15,4-1-7-15,4-17-63 0,3-8-52 16,3-6-17-16,-5-3-42 15,0-4-75 1,-4 1 72-16,-1-2 148 0,-2 0 40 16,-3-1 49-16,0 0-4 15,0 1 40-15,0 7 13 16,0 6-27-16,0 10 38 16,0 8-28-16,0 8 14 15,0 1 9-15,0 0-18 16,0 0-25-16,0 7-37 15,0 20-24-15,0 11 4 16,0 9 17-16,0-1 12 16,0-1-7-16,0-1-2 15,6-6-1-15,2-1-2 0,2-3-6 16,-1-7 2-16,3-5-7 16,1-5-6-16,1-6-4 15,2-2 4-15,1-6-4 16,-3-3 0-16,-2 0-4 15,0 0-39-15,-7-13-60 16,-5-9-63-16,0 10-96 16,0 1-455-16</inkml:trace>
  <inkml:trace contextRef="#ctx0" brushRef="#br0" timeOffset="10415.95">10191 1769 678 0,'0'0'155'0,"0"0"-65"16,0 0 64-16,0 0-50 15,0 0-42 1,0 0-28-16,0 0-7 0,17-32-18 16,23 21-7-16,11-1-2 15,10 0-5-15,12-1-8 16,-47 9-143-16,-4 2-217 16</inkml:trace>
  <inkml:trace contextRef="#ctx0" brushRef="#br0" timeOffset="12194.72">11531 1861 229 0,'0'0'530'0,"0"0"-450"15,0 0 32-15,0 0-26 16,0 0-30-16,-5-78-38 16,22 68-14-16,1 2 7 15,3 2 9-15,-1 5 3 16,-2 1-3-16,2 0-10 0,-1 20-4 16,-1 8 1-16,0 8 6 15,-8 7-13-15,-5 0 6 16,-4 0-3-16,-1-5 8 15,0-8-10-15,0-9 4 16,-4-7-5-16,-2-8-2 16,3-4 2-16,0-2-2 15,0 0 6-15,-4-11 5 16,2-14-9-16,1-8-7 16,2-4 4-16,2-5 3 0,0-3 13 15,6 3-2-15,10 4-3 16,1 8 4-1,2 10-4-15,0 6 1 0,0 4-3 16,-2 8-2-16,0 2-3 16,5 0-1-16,0 22-6 15,4 11 2-15,-5 9 4 16,-3 3 8-16,-9 1-2 16,-3-1-3-16,-5-10 0 15,-1-9-1-15,0-10-2 16,0-7-7-16,0-8 3 15,0-1 8-15,0 0-1 16,0-7 4-16,0-19-7 16,3-9-11-16,4-9-10 0,1-3 21 15,9-3 3 1,-1 4-3-16,5 9 0 0,-2 9-1 16,-1 12 1-16,0 6 3 15,-3 10-1 1,-3 0 3-16,3 5-3 0,0 21-2 15,1 11 4-15,-2 8-1 16,-3 9 8-16,-5-1-8 16,-3-2 1-16,-1-4-2 15,-2-9 1-15,3-9-3 16,3-8-2-16,7-9-42 16,5-6-71-16,12-6-59 15,-17 0-74-15,4-8-151 0</inkml:trace>
  <inkml:trace contextRef="#ctx0" brushRef="#br0" timeOffset="13640.16">12521 1964 526 0,'0'0'159'0,"0"0"-56"16,32-73 20-16,-32 53-50 16,0 3-12-16,0 3 16 15,0 4-13-15,-9 1-4 16,-2 4-16-16,-1 1-8 15,-2 2-25-15,-3 2-6 16,-4 0-2-16,-1 14-2 16,-2 12-1-16,4 6-8 15,1 3 5-15,6 4 3 16,1-1-1-16,9-3 1 0,3-5-1 16,0-5 1-16,3-7-6 15,12-4 4 1,0-7 0-16,4-5 2 0,-1-2-3 15,4 0-2-15,1-20-3 16,0-5 8-16,-3-11 1 16,-1-5 2-16,-5-4 1 15,-2 4 1-15,-6 6 2 16,-2 13 7-16,-2 9 14 16,-2 8 5-16,0 5 2 15,0 0-10-15,0 0-20 16,0 3-5-16,0 19-14 0,0 9 3 15,0 4 11 1,4-1 5-16,3-5-4 0,4-3 2 16,1-6-3-16,6-5-10 15,4-5-27-15,5-4-23 16,6-6-34-16,1 0 17 16,2-7-35-16,-5-12-32 15,-1-6 6-15,-5-5-29 16,-3-1-5-16,-5-3 103 15,-6 1 69-15,-2-1 61 16,-8 1 11-16,1 2 26 0,-2 6 33 16,0 5-17-1,0 6-31-15,0 7 13 0,0 4-6 16,0 2-9-16,-2 1-13 16,-5 0-31-1,-5 8-34-15,-3 14-1 0,2 10-2 16,2 6-5-16,2 4 2 15,6 2 3-15,3-3 1 16,0-5 0-16,0-5 0 16,0-5-2-16,12-6 2 15,2-8 1-15,2-6-2 16,2-5 2-16,9-1-2 16,6-4 4-16,4-17 0 15,1-9 9-15,0-5-8 0,-7-7-4 16,-6-5-1-16,-6-5-2 15,-11-1 2 1,-6-6-4-16,-2 4 4 0,0 5 3 16,-6 4-1-16,-7 10 2 15,0 8 16-15,0 5 21 16,1 6-21-16,6 6 2 16,-1 5-11-16,5 5-1 15,1 1-5-15,-1 0-4 16,2 0-1-16,0 0-7 15,0 25-11-15,-1 13-4 16,-1 14 22-16,2 5 7 0,0 4-7 16,0 0 3-1,0 0-1-15,2-5 3 16,-1-6-5-16,-1-10 0 0,0-11 0 16,0-8 0-16,0-12 1 15,2-5-1-15,-1-4 0 16,1 0-1-16,1 0-6 15,1-16-8-15,4-12 2 16,2-11 4-16,-1-5 5 16,3 2 2-16,5 5-5 15,-3 8 2-15,0 9 4 0,1 5-4 16,-6 8 4 0,-2 3 0-16,0 4-3 15,1 0-2-15,-2 14-7 0,5 15 4 16,-3 4 9-16,0 7 4 15,-2 2 5 1,-3-2-8-16,1-3 4 0,-2-9-5 16,5-4 1-16,-1-9-2 15,0-6 2-15,0-3-2 16,3-6-2-16,6 0-2 16,2-2-21-16,5-18 10 15,2-7-13-15,-1-5-56 16,-1-5 12-16,-2-1 22 15,-2 5 20-15,-6 5 23 16,-3 11 8-16,-3 9 3 0,-5 5 7 16,-1 3 44-1,0 0 7-15,0 2-7 0,0 16-54 16,0 5 11-16,0 6-11 16,0-1 10-16,0-1 0 15,0-1-7-15,0-5-1 16,6-2 0-16,1-4-2 15,0-8 3-15,3-6-6 16,1-1-26-16,1-4-98 16,-9-9-41-16,1-3-198 15</inkml:trace>
  <inkml:trace contextRef="#ctx0" brushRef="#br0" timeOffset="13765.85">13524 1652 779 0,'0'0'32'0,"0"0"-19"0,0 0-13 16,0 0-71-16,0 0-215 15,0 0-181-15</inkml:trace>
  <inkml:trace contextRef="#ctx0" brushRef="#br0" timeOffset="14406.35">13712 1996 542 0,'0'0'99'0,"0"0"-43"16,0 0 36-1,0 0-56-15,0 0 17 0,0 0 12 16,0 3-39-16,-1-24 0 16,-1-1-1-16,2-3 1 15,0 2 12-15,0 0-21 16,13 2 2-16,2 1-10 15,5 4 4-15,-2 4 0 16,4 2 1-16,2 3-3 16,1 6 0-16,-2 1 4 15,-2 0 13-15,-4 16-8 16,-3 12-2-16,-2 8-5 16,0 2-1-16,-3 0-2 15,-3-3-5-15,-2-5 1 0,0-7-6 16,-1-9 2-16,0-6-1 15,-1-6-1 1,-2-2 0-16,3 0-1 0,6 0 1 16,7-13 3-16,7-13 3 15,5-9 8 1,2-9-7-16,0-6-4 0,-3-7-2 16,-5 5 0-16,-5 8 0 15,-6 13 0-15,-8 16-1 16,-3 11 6-16,0 4 9 15,0 0 21-15,-17 4-36 16,-6 17 7-16,-4 10-19 16,2 10 12-16,3 2 0 15,6 3-3-15,8-3 0 0,8-3 1 16,0-3 0-16,22-3 1 16,14-7-1-1,15-9 2-15,5-9 8 0,5-9-4 16,2 0 5-16,-2-4-2 15,-10-12-2-15,-11-1-1 16,-13-2-2-16,-10 1 3 16,-8 1-5-16,-7-1-13 15,-2-1-96-15,0 15-132 16,-8 0-547-16</inkml:trace>
  <inkml:trace contextRef="#ctx0" brushRef="#br0" timeOffset="17396.29">15738 1291 831 0,'0'0'58'16,"0"0"32"-16,0 0 45 15,0 0-79-15,0 0-10 16,0 0 15-16,0 0-24 16,-9-48-15-16,9 48-13 15,0 11-9-15,0 19-15 16,0 13 15-16,0 15 1 16,0 13 2-16,0 4 7 15,0 2-9-15,1-5 6 16,-1-8-7-16,0-9 2 15,0-13 2-15,0-9-4 0,0-13 4 16,0-11-3-16,0-4-1 16,0-5 1-16,0 0 2 15,0 0 4-15,0-12 6 16,0-16 2-16,0-10 7 16,0-6-22-16,0-4 0 15,0 2 2-15,8 5-2 16,4 4 0-16,3 9-4 15,2 4 2-15,2 7 2 16,-2 6-1-16,0 7 0 16,-1 4-5-16,2 7 0 15,2 19-5-15,2 11 1 16,-2 5 10-16,-4 3 3 0,-3 1-1 16,-2-4-1-16,-4-3 0 15,-2-6 3-15,-2-5-4 16,1-8 0-16,4-7-5 15,5-7-40-15,5-3-45 16,11-3-40-16,3 0-31 16,8-4-5-16,-25-7-105 15,2 0-197-15</inkml:trace>
  <inkml:trace contextRef="#ctx0" brushRef="#br0" timeOffset="18070.91">16354 1753 292 0,'0'0'132'0,"0"0"2"16,52-87 4-16,-50 63-41 15,-2 2-9-15,0 2 6 16,0 3-19-16,-13 3 14 16,-2 4-27-16,-3 3-22 15,0 3 8-15,-2 4-18 16,-2 0-8-16,1 7-20 16,-4 17 1-16,-1 8-3 15,3 6-3-15,4 5 3 16,6-4-3-16,7 1 1 0,6-3 0 15,0-7-2 1,0-3 3-16,11-7 1 16,5-7 0-16,1-6 0 0,0-6 0 15,1-1-10-15,0 0 7 16,1-18 2 0,0-8 1-16,-2-6 5 0,-1-5 4 15,0-4-2-15,-7-2-5 16,-1 0 8-16,-3 5 4 15,-4 11 9-15,-1 13 2 16,0 10-4-16,0 4 6 16,0 0-6-16,0 0-17 15,0 6-4-15,0 19-14 16,0 9 7-16,0 4 7 16,0-3 1-16,7-5 1 15,5-5 0-15,2-6-4 0,-2-5 2 16,3-6-2-16,-1-6 2 15,2-2-2-15,2 0-1 16,6-20 1-16,3-7 1 16,-2-3-4-16,-4 2 4 15,-3 6-6-15,-6 7 7 16,-3 10-2-16,-5 5 2 16,1 0 0-16,1 0-8 15,4 18-7-15,2 6 15 16,-1 3 1-16,-4 1 1 15,-3 2 1-15,-4-3 1 16,0-1-4-16,0-3 8 0,-8-4-7 16,-6-7 0-16,1-5 15 15,1-7-16-15,0 0 0 16,1-10 0-16,4-16-43 16,5-11-138-16,2 18-87 15,0 3-380-15</inkml:trace>
  <inkml:trace contextRef="#ctx0" brushRef="#br0" timeOffset="19254.59">17770 1655 690 0,'0'0'197'0,"0"0"-184"16,6-102 122-16,-6 71-58 15,-10 3-5-15,-5 4-14 16,-2 9-11-16,1 5-17 16,-1 4 3-16,-2 6-24 15,-5 0-8-15,2 13-1 16,-5 16-3-16,5 10 3 16,6 4 0-16,6 2-1 15,9-1-2-15,1-3 0 16,0-4 3-16,3-6 0 0,11-4 0 15,3-7-2 1,2-7 1-16,-2-6 2 0,1-7-4 16,-1 0 5-16,2-4-2 15,1-18 0-15,-1-7 5 16,-2-3-2-16,-1-4 0 16,-6 0 0-16,-6 2 2 15,-1 3-1-15,-3 11 3 16,0 7 10-16,0 6 9 15,0 7-2-15,0 0 2 16,0 0-14-16,0 3-12 16,0 20-14-16,0 10 8 0,0 2 6 15,0-3 2-15,0-2 0 16,8-6-2 0,2-6 0-16,0-7-2 0,-2-6 2 15,2-4-1-15,-1-1-1 16,0 0 2-16,6-10 1 15,-1-13 7-15,2-6-5 16,-1-6 0-16,0-1 1 16,-5 1-2-16,-1 8 0 15,0 9 1-15,-6 7-2 16,0 8 0-16,-3 3 5 16,1 0-5-16,3 6-1 15,5 16-12-15,5 11 3 0,4 2 9 16,5-1 5-1,-3-2-5-15,0-8 1 0,-5-7 1 16,-6-7-2-16,-5-6 1 16,0-4 0-16,-4 0 0 15,3 0 2-15,2-7 1 16,3-17-2-16,4-14-1 16,2-7-1-16,0-9 0 15,1 2-3-15,-5 8-2 16,-1 15-3-16,-4 15 5 15,-3 11 3-15,-2 3-1 16,0 10-1-16,4 21-12 16,-1 13-8-16,1 6 22 15,4 0 9-15,1-5-7 0,7-7 0 16,5-6-2 0,2-6-3-16,2-9 3 0,2-6 4 15,-2-5-2-15,0-5-2 16,-1-1 5-16,3 0-5 15,3-15 0-15,3-8-60 16,-22 9-129-16,-1-1-216 16</inkml:trace>
  <inkml:trace contextRef="#ctx0" brushRef="#br0" timeOffset="20220.4">19396 1677 877 0,'0'0'22'0,"0"0"93"15,0 0-42-15,0-83-8 16,-4 63-20-16,-8 2 23 16,-2 6-20-16,-2 3 9 15,3 5-24-15,-5 4-20 16,0 0-13-16,-5 20-2 16,0 10-4-16,0 9 6 15,5 0-1-15,8-1 0 16,1-5 0-16,8-8-2 15,1-5 0-15,0-6-2 0,0-7-2 16,13-5-17-16,6-2 3 16,4 0 6-16,0-15 0 15,3-7 15-15,-5-5 0 16,0 0-6-16,-8 0 6 16,-1 6 8-16,-8 7 1 15,-2 8 17-15,-1 5 6 16,-1 1-4-16,0 0-7 15,0 11-21-15,0 17-4 16,0 9 1-16,3 4 3 0,8-1 0 16,5-5 2-1,5-3-4-15,-1-7 3 0,2-9-3 16,-1-5 0 0,-2-9 2-16,7-2 0 0,0 0 4 15,6-18 0-15,-1-13 1 16,-1-8 3-16,-2-6-7 15,-2-7 4-15,-7-6-1 16,-4-8 0-16,-8 1 0 16,-7 8 1-16,0 16 6 15,-4 16-5-15,-15 12 4 16,-1 9-3-16,1 3-7 16,1 1-13-16,4 0 12 15,7 11-3-15,7 9-7 16,0 6-12-16,1 1-5 0,22 6 2 15,2 2 14 1,7 5 12-16,2 1 2 0,-3-2-1 16,-4 1 0-16,-8-4-1 15,-4 0 2-15,-7-1-2 16,-7-4 7-16,-1-2-6 16,0-7 5-16,0-7-5 15,3-5-1-15,5-7-55 16,-2-3-212-16,6-3-254 15</inkml:trace>
  <inkml:trace contextRef="#ctx0" brushRef="#br0" timeOffset="21296">20125 1587 661 0,'0'0'140'15,"0"0"-107"-15,0 0 76 16,0 0-68-16,0 0-9 15,0 0-16-15,0 0 3 16,17-72 0-16,1 67 2 16,0 3 5-16,3 2-2 15,1 0-6-15,1 12 0 16,1 14-3-16,-4 9-4 16,-3 5 1-16,-4 2-4 0,-7 0 2 15,-6-3-6 1,0-5-2-16,0-3 2 0,-1-6-4 15,-12-7 2-15,0-8-2 16,4-5 0-16,-1-5 0 16,3 0-2-16,-2-13 2 15,1-10-2-15,1-6-12 16,4-8 6-16,3-1 8 16,0-2 23-16,0 4-16 15,7 2 8-15,7 6 3 16,3 2 2-16,3 5 3 15,-1 9-9-15,3 6-2 16,-2 6-1-16,4 0-11 16,-2 20-2-16,-1 10 1 15,-1 7 1-15,-7 3 2 0,-3 1-1 16,-5-3 7-16,-5-6-8 16,0-5 0-16,0-8-8 15,0-10-20-15,0-6 5 16,0-3 23-16,0 0 7 15,-3-7 3-15,1-15-10 16,2-11-24-16,0-4-4 16,0-2 28-16,2-1 0 15,12 8 2-15,-1 5 3 16,3 6-4-16,1 8 7 16,2 3 1-16,2 10 5 15,6 0 5-15,-2 16-4 16,-1 12 1-16,-4 9-9 0,-6 3 6 15,-5 5-6-15,-6-1 6 16,-3 0-8-16,0-4-2 16,0-8 1-16,0-6-4 15,-4-9-7-15,4-12-61 16,0-5-66-16,0 0-85 16,1-12-428-16</inkml:trace>
  <inkml:trace contextRef="#ctx0" brushRef="#br0" timeOffset="22354">21176 1762 58 0,'0'0'679'0,"0"0"-662"16,0 0 95-16,0 0-11 16,0 0-16-16,26-83-30 15,-26 63-13-15,0 2-10 16,-3-2 14-16,-11 5-1 15,-1 2-2-15,2 3-15 16,-3 4-13-16,0 5-2 16,-3 1-11-16,0 0-4 15,-2 17 0-15,-1 7-2 0,5 7 4 16,2 1-5-16,6 2 3 16,6 0 2-16,3-3 0 15,0 0-1-15,0-4-3 16,12-4 0-16,3-6 3 15,-3-9-4-15,0-4 3 16,0-4 0-16,1 0-4 16,7-17 3-16,-3-8 3 15,2-8 0-15,-5 0 2 16,-3-6-5-16,-5 2 2 16,-3 2 1-16,-3 9 4 0,0 9 3 15,0 11 7 1,0 5 12-16,0 1 13 0,0 0-26 15,0 11-13-15,0 14-18 16,0 8 15-16,0 4 3 16,1-2 2-16,8 0-2 15,0-4 2-15,0-6 0 16,4-3-2-16,-1-9-2 16,2-8 2-16,2-3-1 15,5-2-5-15,2-12-15 16,1-13-26-16,-1-9-19 15,-4-4-30-15,-6-8-3 0,-6-4 9 16,-4-6 32-16,-3-7 40 16,0 3 18-1,0 5 6-15,0 12 6 0,0 15 20 16,0 11 82-16,0 10-87 16,0 4 69-16,0 3-7 15,0 0-15-15,0 0-36 16,0 2-33-16,0 22-5 15,0 14-8-15,0 12 8 16,0 6 17-16,0 0-4 16,0-1 4-16,0-7-4 15,9-4-5-15,-2-6-5 16,1-8-1-16,0-8-2 16,2-5 0-16,-3-9 0 0,5-6-9 15,3-2-38 1,-1-10-54-16,-3-15-70 0,-11 6-96 15,0 4-382-15</inkml:trace>
  <inkml:trace contextRef="#ctx0" brushRef="#br0" timeOffset="23372.49">21391 1620 613 0,'0'0'187'16,"0"0"-118"-16,0 0 71 15,0 0-73-15,0 0-47 0,0 0-20 16,27-30 0-16,7 21 12 15,0-1-6 1,2 1-5-16,-4-1 1 0,-7 2-1 16,-7 2 0-1,-9 5-1-15,-6 1 1 0,-2 0-1 16,-1 11-3-16,0 15 3 16,0 11 0-16,0 5 32 15,0 0-15-15,0-4-2 16,0-5-5-16,5-3 1 15,2-7 3-15,2-5-14 16,3-5 4-16,0-6-3 16,4-6-1-16,3-1 1 15,1-7 5-15,4-17-6 16,-4-5-3-16,-1-6-9 16,-4-1-2-16,-3-5 7 15,-2 0 7-15,-7 6 1 16,-1 6 11-16,-2 10 15 15,0 10 12-15,0 4 21 0,0 5-8 16,0 0-15-16,0 12-37 16,0 11-17-16,0 8 17 15,0 1 1-15,4 1-1 16,10-2 2-16,1-7-2 16,2-5 1-16,-3-6-5 15,-1-6 8-15,-4-5-4 16,-3-2 0-16,6 0-5 0,-3-10 5 15,5-14-2 1,2-3 1-16,-1-4-8 16,3 1 4-16,-2 7-1 0,-1 4 2 15,3 8-1-15,-3 8 1 16,6 3-4 0,1 0 1-16,-1 20 3 0,0 4 0 15,-4 4 4-15,-4 0 0 16,-6-2 0-1,-5-1 0-15,-2-7 0 0,0-5 3 16,0-4-6-16,0-6 6 16,0-3-1-16,-3 0 18 15,-2 0 15-15,-1-20-13 16,3-10-22-16,3-5-2 16,0-5 2-16,2 1 0 0,14 2 0 15,5 7-17 1,4 9-10-16,1 12-9 0,1 6-13 15,4 3 9-15,5 0 12 16,1 4 18-16,-1 7-7 16,0 0 2-16,-5-1 6 15,-6-4 7-15,-5-4 1 16,-7-2 1-16,-5 0 5 16,-5 0 7-16,-2 0 13 15,-1 0 9-15,0 0 14 16,0-1-8-16,0-2-7 15,0 3-5-15,-12 0-8 0,-7 2-15 16,-7 16-1-16,-2 9-4 16,3 3-1-16,6-1-3 15,6-3 3-15,10-6-2 16,3-4-4-16,0-2 3 16,11-2 2-1,16-4-2-15,12-1 4 0,10-2 4 16,7-5-2-16,5 0 2 15,-3 0-8-15,-6-13-56 16,-39 3-128-16,-7 0-170 16</inkml:trace>
  <inkml:trace contextRef="#ctx0" brushRef="#br0" timeOffset="24360.34">23810 1634 923 0,'0'0'8'15,"0"0"46"-15,0 0 10 16,22-89-46-16,8 66-2 15,4 2-6-15,2 3 4 16,0 6 14-16,-3 10-10 16,-2 2-8-16,-1 5 7 15,-3 25-13-15,-5 11 8 16,-6 7-4-16,-4 5 2 16,-6-3-1-16,-6-5 4 15,0-7-13-15,0-11 1 16,-6-10-1-16,2-10 2 0,1-6 30 15,0-1-1 1,3 0 10-16,0 0 3 0,-5-22-4 16,1-11-6-16,-2-10-30 15,4-5-3-15,2-4-2 16,0-7 2-16,6 9 6 16,8 9-7-16,-2 13-17 15,-3 15-11-15,2 10-30 16,3 3-54-16,2 3-56 15,-1 21-33-15,-9-7-50 16,-1 2-161-16</inkml:trace>
  <inkml:trace contextRef="#ctx0" brushRef="#br0" timeOffset="24888.62">24311 1658 359 0,'0'0'113'0,"0"0"24"16,0 0-20-16,0 0-14 15,0 0-11-15,80-10-6 16,-62-12-40-16,-7-5-24 15,-4-5 4-15,-2 0-13 16,-5 4 8-16,0 4-1 16,0 11 0-16,-9 6 11 15,1 6-1-15,-2 1 16 16,-2 0-39-16,0 22-6 16,-6 14-2-16,4 10-1 0,4 5 2 15,4-2 2 1,6 1-2-16,0-8 0 0,3-4 0 15,13-7-2-15,4-10 0 16,2-5-2-16,-1-12 0 16,0-4 4-16,2 0 3 15,0-20 6-15,3-11 2 16,-5-5-2-16,1-7-8 16,-6 2 2-16,-2 3 0 15,-1 6-2-15,-5 11-1 16,-2 9 2-16,-3 7 5 15,0 5 4-15,0 0-1 16,7 0-10-16,7 18-9 16,8 5 9-16,5 0 11 15,-2 6-3-15,-3-4 2 0,-7-2 3 16,-7-2 2-16,-8-4 1 16,-3-2-16-16,0-2 0 15,-11 1 14-15,-8 0-1 16,-5-7-6-16,0-3-7 15,6-4-5-15,2-1-38 16,10-19-84-16,6-3-48 16,0 10-182-16,0-2-350 15</inkml:trace>
  <inkml:trace contextRef="#ctx0" brushRef="#br0" timeOffset="25069.54">24903 1571 395 0,'0'0'381'0,"0"0"-375"16,0 0 135-16,52 91-60 16,-41-60-13-16,-4 0-5 15,-1-4-25-15,-1-3-21 16,-4-6-8-16,1-3-4 16,-2-13-5-16,0-2-98 15,0-2-143-15,0-14-300 16</inkml:trace>
  <inkml:trace contextRef="#ctx0" brushRef="#br0" timeOffset="25219.61">24976 1414 824 0,'0'0'121'0,"0"0"-4"16,0 0-20-16,0 0-52 16,0 0-25-16,0 0-20 15,0 0-50-15,6-52-105 16,3 52-50-16,0 0-253 15</inkml:trace>
  <inkml:trace contextRef="#ctx0" brushRef="#br0" timeOffset="25802.63">24969 1806 291 0,'0'0'579'15,"0"0"-576"-15,0 0 84 16,0 0 18-16,0 0-56 16,0 0-44-16,35 24 37 15,-9-24 34-15,2-6-26 0,3-16-9 16,1-9-7-16,1-9-13 16,-4-8-6-16,-3-7-6 15,-10-3-4-15,-8 6 1 16,-8 8-3-1,0 18 1-15,0 14 3 0,0 8 1 16,0 4 4-16,0 0-8 16,0 0-4-16,0 19-12 15,1 13-10-15,16 15 21 16,5 6 1-16,4 1 2 16,5-1-1-16,1-5 2 15,-3-4-1-15,-4-10 0 0,-7-10 11 16,-10-9-7-16,-7-9-3 15,-1-2-3 1,0-1-2-16,-10 0 2 0,-14-3 4 16,-6 0-1-16,-1 0-3 15,4-16-53-15,10-8-86 16,16 12-117-16,1-1-452 16</inkml:trace>
  <inkml:trace contextRef="#ctx0" brushRef="#br0" timeOffset="26372.4">25677 1345 613 0,'0'0'193'0,"0"0"-133"15,0 0 98-15,0 0-54 16,0 0-9-16,0 0-10 15,0 0-28-15,6-54-22 16,-6 58-21-16,3 20-14 16,6 16-17-16,3 16 17 0,-1 7 23 15,-1 5-10 1,-1-4-4-16,-2-11 2 0,0-10-2 16,-3-11-7-16,2-8 2 15,0-7-4-15,-3-8 2 16,-2-5-2-16,1-4-10 15,-2 0-56-15,0-9-86 16,-2-3-85-16,-9-4-386 16</inkml:trace>
  <inkml:trace contextRef="#ctx0" brushRef="#br0" timeOffset="27318.85">25637 1624 782 0,'0'0'96'15,"0"0"18"-15,0 0 6 16,0 0-81-16,0 0-36 0,0 0 5 15,52-28-8-15,-1 21 3 16,6-2-2-16,5-1-1 16,8-5 0-16,4-2 3 15,-4 0-2-15,-15 0-1 16,-15 4 0-16,-20 3-3 16,-10 3-18-16,-10 2 21 15,0-1 1-15,0-1 27 16,-6 3-1-16,-7 3 25 15,-5 1-19-15,-2 0-16 16,-5 15 1-16,-2 16-18 16,2 6-4-16,2 3 4 0,4 3 0 15,4-7-1 1,8-3 1-16,5-6-2 16,2-7-2-16,0-7-1 0,13-1 4 15,1-8-3-15,4-4 3 16,0 0-3-16,4-1 4 15,3-18 3-15,-3-4-1 16,1-4-1-16,-5-6-1 16,-4 2 0-16,-3-1 1 15,-3 2 5-15,-3 10-6 16,-2 6 2-16,-3 7 1 16,0 7 21-16,0 0-4 15,0 0 1-15,3 3-21 0,3 15-10 16,5 9-1-1,3 7 11-15,1 0 5 0,-2-2-3 16,3 0-1-16,-2-9 1 16,1-6-2-16,-6-6 4 15,-3-5-6-15,-5-6 4 16,-1 0 0-16,0 0-1 16,2 0 8-16,1-18-9 15,3-12-3-15,4-11 2 16,2 1-8-16,3-3 9 15,2 6-2-15,3 9 2 16,1 5-3-16,-3 11 1 16,4 5 0-16,1 5 2 15,1 2 4-15,0 4 0 0,1 21-3 16,-6 6-1-16,-5 5-2 16,-7 3 0-1,-5-3 2-15,-2-2 6 0,0-7-6 16,0-6 0-16,-2-9 0 15,-2-6-4-15,2-5-2 16,2-1 6-16,0 0 10 16,-1-1-7-16,-1-21-1 15,2-9-2-15,0-9-36 16,0-2 16-16,12 1 18 0,5 7 1 16,-1 9-5-1,1 8 4-15,-5 9 0 0,-2 7 2 16,-1 1 0-16,1 4 11 15,1 18-9 1,-2 12 3-16,-2 5 0 0,-4 4 4 16,0-1-8-16,-3-4 7 15,0-7-7-15,2-9-1 16,3-5-37-16,4-8-81 16,5-6-37-16,-5-3-87 15,-2 0-201-15</inkml:trace>
  <inkml:trace contextRef="#ctx0" brushRef="#br0" timeOffset="27836.74">27110 1422 696 0,'0'0'138'0,"0"0"-9"15,0 0 41-15,0 0-76 16,0 0-16-16,0 0-78 15,0 0 7-15,-32 36-7 16,17 1 0-16,1 5 2 16,6 0-4-16,2 0 5 15,6-1-3-15,0-4 0 16,0-2-1-16,21-7 1 16,1-7 0-16,8-5 0 0,0-7 3 15,4-9 9 1,2 0-9-16,4-3-2 0,-1-17 8 15,-1-6 1-15,-1-5-10 16,-6-10 0-16,-4-1 0 16,-6-3-4-16,-11 3 4 15,-2 11 0-15,-8 12 3 16,0 11 5-16,-6 8 24 16,-18 0-1-16,-8 4-23 15,-4 20-8-15,0 7 0 16,7 6-4-16,11 0 2 15,5-4-3-15,11-4 0 16,2-4 5-16,0-6-2 16,18 0 2-16,9-6 0 0,7-3 8 15,7-2 3-15,3-5-5 16,3-3 5 0,-3 0-5-16,-3 0-6 0,-7-9 0 15,-7-3-42-15,-6-6-73 16,-21 10-130-16,0-2-299 15</inkml:trace>
  <inkml:trace contextRef="#ctx0" brushRef="#br0" timeOffset="28884.65">28278 1530 427 0,'0'0'462'16,"0"0"-385"-16,0 0 65 15,0 0-65-15,0 0-48 16,0 0-10-16,0 0-14 15,-36 37 1-15,22-8-6 16,7 2-1-16,7-2-2 16,0 1-2-16,0-2 5 15,10-4 2-15,6-6-2 16,3-2-2-16,3-7 2 0,-1-5 1 16,2-4 5-1,-1 0-5-15,2-4 21 0,-2-16-10 16,2-4-5-1,-6-8 2-15,-8-6 0 0,-7-2-2 16,-3-3 3-16,0 4 33 16,-10 4-5-16,-9 10-11 15,-2 11-6-15,-2 7-15 16,1 7-6-16,-3 0-5 16,4 7 5-16,4 12-2 15,8-1 1-15,9 1-2 16,0-4-27-16,6-2-15 15,17-5-11-15,8-4 3 16,5-4 20-16,4 0 5 16,0-15 17-16,3-10-5 0,-1-5 5 15,-3-4 5-15,-6-1-18 16,-5 1 10 0,-8 4 14-16,-10 8 9 0,-5 7 14 15,-5 10 17-15,0 5 29 16,0 0 14-16,0 0-35 15,-2 23-48-15,-5 16-14 16,-2 22 14-16,6 14 8 16,1 16 4-16,2 12 0 15,0 4 16-15,3 3-3 16,12-1 0-16,3-8-7 16,0-10-7-16,0-17-8 15,-6-20 7-15,-3-17-9 0,-6-18 1 16,-2-11-2-16,-1-6 0 15,0-2-4-15,0 0-6 16,-21-20-26-16,-8-13-51 16,-9-13-97-16,-1-7-49 15,-1 1 67-15,4 6 111 16,11 9 55-16,12 9 120 16,9 5 121-16,4-2-89 15,17-3-42-15,23-6-80 16,21-7-6-16,14 0-15 15,12 2-3-15,5 6-6 16,-3 9-6-16,-8 10-55 0,-61 14-152 16,-10 0-189-1</inkml:trace>
  <inkml:trace contextRef="#ctx0" brushRef="#br0" timeOffset="32843.8">30180 1306 613 0,'0'0'140'16,"0"0"-83"-16,0 0 79 0,0 0-54 15,0 0-5-15,0 0-16 16,0 0-9-16,0 0 0 16,2-26-22-16,-2 33-23 15,0 15-7-15,-2 15 0 16,-6 11 2-16,1 7 3 15,4 3 9-15,2-3-6 16,1-9 0-16,0-8-1 16,0-11-2-16,0-8-1 15,-2-8 3-15,2-4-1 16,0-3-1-16,0-4-2 0,0 0-1 16,0 0-1-1,0 0 2-15,0 0-3 0,0 0-56 16,0 0-75-16,0-5-83 15,0-1-221-15</inkml:trace>
  <inkml:trace contextRef="#ctx0" brushRef="#br0" timeOffset="33496.39">30440 1679 480 0,'0'0'208'16,"0"0"-146"-16,0 0 28 15,0 0-34-15,0 0-1 16,0 0-7-16,7 0-16 15,-4 0-13-15,2 3-12 16,2 1-4-16,2 2 4 16,4-1 10-16,-1 0 3 15,2-4-1-15,2-1-4 0,2 0-1 16,2-1 9 0,2-14 1-16,2-6-7 0,-2-6 3 15,-4-5 3 1,0-12-10-16,-5-5-5 0,-1-5 7 15,0-1 2 1,0 5 9-16,0 4 0 0,0 10-4 16,-3 10-8-16,1 10-7 15,-5 9 6-15,-2 6-7 16,-2-1-4-16,1 2-2 16,3 0-6-16,3 9-10 15,6 15-6-15,-2 13 7 16,0 7 15-16,-2 5 2 15,-2 3 5-15,5-4 0 16,4-2-5-16,2-9-1 16,3-7-1-16,6-9-1 0,5-8-1 15,9-7 2-15,10-6 0 16,6 0 9-16,-2 0-2 16,-9-11-2-16,-9-1 3 15,-14 2 0-15,-12 5-6 16,-4-1 2-16,-6 3-1 15,-2 0-3-15,0 0-17 16,0 0-86-16,0 3-82 16,-7 0-205-16</inkml:trace>
  <inkml:trace contextRef="#ctx0" brushRef="#br0" timeOffset="38486.53">2142 3863 536 0,'0'0'38'0,"0"0"65"15,0 0 22-15,0 0-48 0,0 0 17 16,0 0-30 0,0 0-16-16,0 0 15 15,24-75-21-15,-24 53-8 0,0-2 3 16,-9 2-10-16,-6-1-9 15,-6 1 8-15,-1 6-10 16,0 3-1-16,0 6-3 16,3 4-10-16,-3 3 9 15,2 0-11-15,-2 13 0 16,-3 11 0-16,1 10 2 16,6 7-2-16,0 8 0 15,6 3-5-15,9 1 5 16,3-6 0-16,0-3-2 15,0-6-4-15,20-8 4 16,-1-7-2-16,3-8 4 16,2-8 0-16,-6-6 0 15,7-1-4-15,-1-7 4 16,1-16 1-16,-2-9 0 0,4-6 5 16,-8-3-6-16,-1-2 1 15,-6-4 4-15,-6 5-3 16,-3 6 3-16,-3 12 19 15,0 12-2-15,0 7-7 16,0 5 8-16,0 0-11 16,0 0-12-16,0 23-2 15,0 13-12-15,0 8 14 16,0 3 3-16,0-3-3 16,0-7 0-16,15-8 0 0,0-8 0 15,1-7-4 1,2-8-1-16,-2-6 4 15,1 0-2-15,5-1 1 0,-1-21 2 16,-3-4-1-16,0-10 0 16,-6-3 1-16,-4-3 2 15,-3 0-1-15,-2 8 3 16,-1 8-1-16,-1 13 2 16,-1 7 0-16,0 6 4 15,2 0-1-15,-2 6-8 16,3 23-9-16,3 10-2 15,0 6 11-15,1-5 9 16,2-7-9-16,2-7-1 16,-2-9 0-16,-1-7 1 15,-3-5-2-15,1-3-2 0,0-2-2 16,6 0 4-16,1-14 2 16,5-13-2-16,-1-7 4 15,-1-7-3-15,-4-3 1 16,1 4 0-16,-4 4 2 15,-4 11-2-15,-2 13 1 16,-2 10-1-16,1 2 4 16,-2 4-4-16,3 23 0 15,0 8-17-15,1 6 17 16,2 4 9-16,0-6-9 16,5-2 5-16,2-7-5 0,2-9-3 15,9-6-8 1,1-9-38-16,8-6-41 0,3 0-61 15,1-6-26-15,-24-4-79 16,-2-1-147 0</inkml:trace>
  <inkml:trace contextRef="#ctx0" brushRef="#br0" timeOffset="38933.49">2906 3882 477 0,'0'0'166'16,"0"0"-14"-16,9-81-24 15,-24 67-18-15,1 6-18 16,-2 3-22-16,1 5-28 15,-3 0-23-15,3 23-17 16,-1 12-2-16,4 8 0 0,3 3-4 16,6-1 4-16,3-4 0 15,0-6-2-15,0-6 0 16,10-9-5-16,1-8-21 16,3-8-5-16,2-4 22 15,6 0 11-15,2-20 8 16,0-10-4-16,1-3 0 15,-4-5 2-15,-7-6 6 16,-4-5-2-16,-10-12-6 16,0-5 3-16,0 0 7 15,-15 7 21-15,3 16-1 16,2 16 23-16,2 15-1 16,4 6-13-16,-1 6-20 0,2 0-1 15,-1 7-22 1,-5 22-16-16,6 16 16 0,-3 11 0 15,3 4 1-15,3 1 1 16,0-6-1-16,0-5 0 16,12-5 0-16,18-3-1 15,10-4-5-15,8-7 3 16,10-12 1-16,2-15-53 16,-2-4-94-16,-40-7-153 15,-2-10-360-15</inkml:trace>
  <inkml:trace contextRef="#ctx0" brushRef="#br0" timeOffset="40196.73">3962 3981 776 0,'0'0'104'0,"0"0"-69"16,0 0 74-16,0 0-57 15,0 0-38-15,72-105 11 16,-60 56 9-16,-5-7-1 16,-4-3-5-16,-3-1-6 15,0-3 10-15,0 0-5 16,-7 4-1-16,-2 11-5 15,1 17 25-15,2 15-37 16,3 12 14-16,2 4-2 16,-1 0-8-16,-2 0-13 0,-2 19-5 15,0 17 5 1,0 14 0-16,6 6 1 0,0 4-1 16,0 6 0-16,6 0 0 15,13 0 1-15,1-5-1 16,7-9 0-16,-2-11 0 15,0-13 0-15,2-9 0 16,-3-12-2-16,0-7 2 16,3 0 0-16,1-14 3 15,-1-15 0-15,3-9 5 0,-5-9-4 16,-8-6-4 0,-6-6 3-16,-6-2-2 15,-5-1-1-15,0 4 3 0,0 9-2 16,-3 12 5-1,-6 12-5-15,5 12 6 0,1 7 10 16,1 5-7-16,1 1-5 16,-4 0-5-16,-4 23-9 15,-1 10 4-15,-1 15 5 16,5 4 0-16,5 5 0 16,1 4 1-16,0-5-1 15,16-1 0-15,5-10 0 16,3-6 0-16,-1-12 0 15,3-7-2-15,0-8 1 16,-1-10-2-16,5-2-5 0,-5 0-1 16,-1-15 8-16,-3-11-5 15,0-3-2-15,-3-8 5 16,-3-5 2-16,-5-5 0 16,-7 0 2-16,-3 5 0 15,0 13 1-15,0 11 0 16,0 9 3-16,0 8 3 15,0 1 0-15,0 0-8 16,-1 19 0-16,-5 15-8 16,1 9 8-16,5 3 1 15,0 1-1-15,0-5 1 16,0-8-1-16,14-7 0 16,2-9-1-16,2-6 1 15,1-4 0-15,4-8-1 0,2 0 1 16,2-5 1-16,0-16 1 15,3-7-2-15,0-6-2 16,-7-4-7-16,-5-3 4 16,-7 0 5-16,-10 6 0 15,-1 8 0-15,0 11 0 16,0 9 1-16,-7 7 3 16,-8 0 1-16,-2 24-3 15,-2 11 2-15,5 2-3 16,4 3-2-16,9-3 1 15,1-8 0-15,0-4 1 16,5-6-1-16,12-6-1 16,10-3 0-16,9-8 2 0,7-2-1 15,2 0 3-15,-5-9-3 16,-7-9-46 0,-12-2-87-16,-18-2-56 0,-3 12-130 15,-11 2-361-15</inkml:trace>
  <inkml:trace contextRef="#ctx0" brushRef="#br0" timeOffset="40390.97">4104 3650 931 0,'0'0'140'0,"0"0"-135"0,0 0-2 15,0 0 2-15,0 0 4 16,113-29 0-16,-35 9-9 16,7-4-45-16,-49 13-164 15,-1 1-392-15</inkml:trace>
  <inkml:trace contextRef="#ctx0" brushRef="#br0" timeOffset="41365">6440 3580 693 0,'0'0'54'15,"21"-80"43"-15,-21 37-23 16,0-5-7-16,-6-1-8 16,-12 2-11-16,-1 8-6 15,1 10 10-15,2 12 35 16,2 10-53-16,5 7 22 16,-4 0-39-16,1 11-11 15,-3 21-2-15,3 16-6 16,3 12 3-16,5 8-1 15,4 9 1-15,0 8 4 0,5 8 8 16,12 6 7-16,-1 3-1 16,-2-3 2-16,-5-9 3 15,-5-9-5-15,-4-13-3 16,0-11-3 0,0-16-5-16,-12-12-4 0,-1-10-2 15,-5-14 2-15,-3-5-3 16,-6-3-1-16,-1-27-17 15,-2-14-45-15,2-10-113 16,20 24-144-16,-1 2-303 16</inkml:trace>
  <inkml:trace contextRef="#ctx0" brushRef="#br0" timeOffset="42401.57">6057 3892 617 0,'0'0'163'0,"0"0"-100"0,0 0 34 16,0 0-62-16,0 0-10 15,109-55 5-15,-60 46-6 16,2-2-8-16,4-2-4 16,-1-5-7-16,-7 1 2 15,-5 1-4-15,-12 1 3 16,-8 5-1-16,-13 2 0 16,-6 2 7-16,-3 2 24 15,0-1 22-15,0 4 7 16,0-1-11-16,0 2-17 15,0 0-11-15,0 0-8 0,0 0-18 16,0 18 0 0,-4 8-5-16,-1 8 4 0,2 3 2 15,3-1 2-15,0-2-2 16,0-7-1-16,0-6 0 16,8-8-1-16,2-6 1 15,2-6-3-15,3-1-2 16,1 0 5-16,1-21 1 15,4-5-1-15,-6-6-10 16,-5-3-1-16,-1-3 5 16,-6-2-2-16,-1 4 8 15,-2 6 2-15,0 12-1 16,0 8 9-16,0 6 2 16,0 2 11-16,0 2 0 15,0 0-20-15,0 4-3 16,0 19-17-16,0 11 17 0,0 5 0 15,7 0 1-15,6-1-1 16,1-7-3-16,5-4 3 16,1-8 1-16,5-7 2 15,-4-5-5-15,1-7 2 16,-2 0 0-16,1-5 7 16,-2-17-4-16,-4-9-1 15,3-7 1-15,-8-6 0 16,-1-4-3-16,-4-4 0 15,-1-2 3-15,-4 2-3 16,0 6 2-16,0 8-2 0,0 15 2 16,0 12 1-1,0 6 11-15,0 5-3 0,0 0-3 16,-7 12-8-16,4 17-14 16,-3 12 12-16,1 8 1 15,5 4 2-15,0 3 1 16,0-2-1-16,0-2-1 15,14-7-1-15,1-9 1 16,1-11 0-16,2-10-3 16,3-7 2-16,-3-8-3 15,4 0 4-15,0-13 0 16,3-17 3-16,-2-7-3 16,0-6-1-16,-7-8 1 15,-4-3 2-15,-6-1-1 0,-6 3 0 16,0 6 1-16,-3 9 1 15,-6 12-1-15,-1 13 1 16,4 9 0-16,-3 3 1 16,-3 6-4-16,-2 20-8 15,-2 12 7-15,4 3 0 16,6 6 1-16,3 1 0 16,3 2 1-16,0-5-1 15,9-6 0-15,9-7 0 16,1-6-1-16,4-4 1 15,2-9 0-15,2-6 0 16,1-5 3-16,2-2-3 0,7-2-14 16,5-16-47-1,0-3-109-15,-29 10-63 0,-2-2-699 16</inkml:trace>
  <inkml:trace contextRef="#ctx0" brushRef="#br0" timeOffset="43480.48">8093 3983 652 0,'0'0'214'16,"0"0"-212"-16,0 0 81 16,0 0 10-16,0 0-28 15,0 0 6-15,85-46-8 16,-71 18-17-16,-2-9-5 15,1-8-19-15,-5-9-8 16,-4-7-5-16,-2-5 8 16,-2-5-4-16,0-1-1 15,0 3-6-15,0 13-2 16,-9 13-1-16,3 22 29 16,1 14-24-16,2 6 3 0,-1 1-6 15,1 0-5-15,0 11 0 16,-5 20-16-16,2 17 16 15,-2 12 11-15,8 6-11 16,0 3 2-16,0 4-1 16,7 1 2-16,8-5-1 15,4-6-2-15,-1-13 0 16,0-14 0-16,1-10 0 16,-5-13-3-16,2-10-2 15,2-3 2-15,1-3-5 16,5-21 1-16,-1-9 7 15,1-9-2-15,-4-6-1 16,-4-7 1-16,-5 1-4 0,-5 7 6 16,-3 15 2-16,-1 14 0 15,-2 10 1-15,0 6 3 16,0 2 6-16,0 0-12 16,0 17-1-16,0 11-9 15,-2 12 10-15,2-1 3 16,0 2-2-16,0-6 0 15,17-4-2-15,5-5-1 16,2-8-1-16,4-4 1 16,-1-7 2-16,0-7-2 15,-3 0 2-15,0-1 3 16,-3-16-3-16,-3-4 3 16,-5-6-3-16,1-5 4 0,-6-8 1 15,-6-2-2-15,-2-2-2 16,0 2 3-1,-7 6 3-15,-10 8 1 0,-4 8-1 16,-4 9 2-16,-2 6-5 16,-2 5-4-16,1 0-2 15,0 1 2-15,1 17 1 16,5 6-1-16,5 2-3 16,8 0-6-16,9 2-18 15,0-1-21-15,20-1-40 16,14-4-70-16,3-5-2 15,-17-15-86-15,-4-2-202 16</inkml:trace>
  <inkml:trace contextRef="#ctx0" brushRef="#br0" timeOffset="44447.02">8990 3690 483 0,'0'0'284'0,"0"0"-143"16,0 0-2-16,25-79-44 15,-25 64 4-15,-3 4-6 16,-10 4-32-16,1 3-23 16,-4 3-11-16,-2 1-24 15,-5 0-3-15,0 21 0 16,-3 7 2-16,5 7-2 16,2 6 0-16,7 2 0 0,3 0 0 15,8-2-3 1,1-9 2-16,0-6 1 0,7-6-2 15,6-10-1-15,1-5 3 16,7-5-2-16,-1 0 1 16,3-5-10-16,-2-18 2 15,1-7 6-15,-3-3 2 16,-5-6 2-16,0 1-2 16,-7 3 3-16,-4 7-2 15,-3 8 6-15,0 12-3 16,0 4 7-16,0 4 10 15,0 0-1-15,0 0-19 16,0 18-10-16,-6 7 3 0,0 5 7 16,6 2 0-16,0 1-2 15,0-3-11 1,22-4-28-16,11-6-22 0,12-7 14 16,4-10-3-16,6-3-169 15,2 0 62-15,-5-19-54 16,-10-2-21-16,-5-4 157 15,-8-4 77-15,-9-5 27 16,-3-1 105-16,-2 1-28 16,-8-1 16-16,-4 6-29 15,-3 3-7-15,0 6 15 16,-7 8 8-16,-9 5-18 16,-1 7-25-16,-5 0-18 15,1 0-25-15,-2 21-15 0,-2 8 5 16,4 7-11-1,-1 3 0-15,8 5-2 0,4-1 1 16,8-1 1-16,2-7-1 16,0-7-2-16,2-9 3 15,11-7-1-15,5-6 2 16,2-6 1-16,2 0 4 16,3-7 0-16,-1-19 4 15,0-9 6-15,-1-7 3 16,-1-11-9-16,-4-6-9 15,1-4 7-15,-4-8-6 16,-6-1-2-16,-6 3 2 16,-3 13 6-16,0 16-4 0,0 20 3 15,0 14 19-15,0 6-1 16,-9 0-18-16,-7 22-7 16,-1 16-2-16,-4 10-1 15,7 9 4-15,8 1-1 16,4 2 2-16,2-2-1 15,0-6 0-15,5-4 0 16,9-6 0-16,3-11-1 16,8-2-3-16,5-7 3 15,9-9 2-15,7-6-2 0,2-7-2 16,1-4 0 0,3-19-19-16,-5-5-42 15,-34 11-117-15,-7 0-184 0</inkml:trace>
  <inkml:trace contextRef="#ctx0" brushRef="#br0" timeOffset="47179.08">10834 3491 440 0,'0'0'274'16,"0"0"-143"-16,0 0-6 15,0 0-2-15,0 0-43 16,0 0-6-16,0 0-9 16,-12-61-21-16,5 61-26 15,-5 3-18-15,-6 17 6 16,-2 8-6-16,-2 7 0 16,7 6-1-16,6 6 0 0,5 4 1 15,4 4 0-15,0 1 0 16,0-5 0-16,16-9 0 15,4-8-1-15,0-11-3 16,4-9-2-16,-1-10 2 16,4-4-2-16,1 0-2 15,2-20 1-15,-2-7 7 16,-4-7 2-16,-3-5-2 16,-3-6 0-16,-6-4-2 15,-4 2 2-15,-3 8 4 16,-5 7 2-16,0 15 2 0,0 9 16 15,0 5 5 1,0 3 10-16,0 0-16 16,0 0-23-16,0 11-3 0,0 13-2 15,0 6 5 1,0 2 1-16,0 2 0 0,9-1-1 16,3-1 0-16,3-5 1 15,-3-4-1-15,6-6 0 16,-2-8-1-16,-1-3-3 15,4-6 4-15,-1 0-1 16,3-6-1-16,-1-16 0 16,1-8 0-16,-4-5 1 15,-2-2-3-15,-3-1 3 16,-3 6 1-16,-4 5 0 16,-2 11 3-16,-3 6 0 15,0 9 4-15,0 1 5 16,0 0-5-16,0 0-6 0,0 13-1 15,0 10-16-15,0 6 16 16,0 3 2-16,0 1-2 16,0-2 0-16,10 0 0 15,2-4 2-15,3-6-2 16,1-7 0-16,-2-6-4 16,5-5 4-16,-2-3 0 15,1 0 4-15,1-10 1 16,-3-11-2-16,1-8-3 15,-5-5-2-15,-3-1 2 16,-5-2-1-16,-4 3 1 16,0 3 5-16,-7 7-3 0,-11 7-2 15,1 8-1-15,2 5-4 16,2 4 0-16,7 0-10 16,3 0 5-16,3 0 7 15,0 9-7-15,0-1-7 16,14 2 2-16,5-1-3 15,6 1 10-15,2 1-2 16,1 3 5-16,-5 3-5 16,1 2 10-16,-5 7 1 15,-7 2-1-15,0 2 2 16,-5 1-2-16,-2-3 0 16,1 0 2-16,-2-5 0 0,1-6-2 15,2-4 0 1,2-6 0-16,0-7-3 0,6 0 3 15,0 0-23-15,4-13-6 16,-2-11-26-16,1-7 11 16,-2-3-4-16,-4-7 9 15,-4-2 17-15,-5-2 21 16,-3 2 1-16,0 7 6 16,0 8 19-16,0 10 11 15,0 7-2-15,0 7-6 16,0 2 2-16,0 2 2 15,0 0-22-15,0 0-10 0,0 0-14 16,0 7-4 0,1 10 13-16,11 4 5 15,0 5 1-15,4 5 1 0,-1 2 2 16,-2 6 1-16,1-1 5 16,-5 0-3-16,1-3 13 15,-2-7-9-15,-1-4-2 16,-2-5-4-16,-2-9-3 15,0-3 1-15,6-6-3 16,0-1-1-16,8 0-6 16,5-7-44-16,1-8-53 0,4 0-30 15,0 1-3 1,-2 0 67-16,1 0 70 16,-2-3 8-16,-5-3 0 0,5 0 8 15,-8-5 48-15,4 0-28 16,-4-4 22-1,-3 0-15-15,-2 1 0 0,-6-1-12 16,-4 5-7-16,-1 3-8 16,0 6 2-16,-3 6 1 15,-6 5 35-15,-2 4-30 16,1 0-13-16,0 0-11 16,-5 14 0-16,6 7-1 15,1 6 0-15,4 3 0 16,2-1 1-16,2-1 0 15,0 2 0-15,0 1-2 0,20-3 2 16,13-2 0 0,4-8 4-16,-3-12 10 15,-3-6-9-15,-2 0-3 0,-5-17-2 16,-2-10 0-16,-3-7-6 16,-2-1 5-16,-1-1 2 15,-4 6 0-15,0 9 4 16,-4 6-2-16,-4 8 6 15,-1 6 3-15,-1 1 0 16,1 0-6-16,3 10-6 16,2 13-8-16,0 7 8 15,0 4 6-15,-2 3 1 16,2-2-6-16,-2-5-1 0,-1-7 1 16,-4-10-1-16,1-6 0 15,-2-5 1 1,1-2 1-16,1 0 0 0,4-7 5 15,6-18 3-15,1-12-2 16,5-8-7-16,4-2-2 16,-1 6-4-16,2 5-1 15,-3 11 1-15,-6 11 3 16,1 7 1-16,-6 7 0 16,-2 0 0-16,1 2 1 15,2 13 8-15,-1 8 0 16,-1 5 0-16,-1 4 2 15,0 5-5-15,-2 0 1 0,1-2 4 16,-1-2-6 0,-2-11-1-16,1-6-3 0,2-7 1 15,1-7-2-15,2-2-6 16,5 0-25-16,2-22-4 16,2-9-18-16,0-11-33 15,1-1 3-15,-5-5 12 16,4 0 1-16,-9 4 14 15,-2 5 26-15,-1 9 27 16,-5 13 4-16,-1 7 35 16,0 9 48-16,0 1 16 15,0 0-11-15,0 0-20 16,0 14-48-16,0 8-11 16,0 8-5-16,0 1 25 15,-1 3 0-15,-2 0-3 0,3-2 7 16,0-1-5-1,0-1-8-15,0 1-10 0,3-4 0 16,9-4-8-16,4-8-1 16,1-7-1-16,4-8-1 15,0 0-29-15,0-4-38 16,-4-18-66-16,-15 8-125 16,-2-1-43-16</inkml:trace>
  <inkml:trace contextRef="#ctx0" brushRef="#br0" timeOffset="47313.2">12996 3626 860 0,'0'0'94'16,"0"0"29"-16,0 0 8 0,0 0-85 15,0 0-19-15,0 0-7 16,0 0-19-16,91-44-1 16,-36 33-22-16,-30 6-150 15,1-1-142-15</inkml:trace>
  <inkml:trace contextRef="#ctx0" brushRef="#br0" timeOffset="48961.79">14243 3923 714 0,'0'0'76'0,"0"0"-15"16,0 0 64-16,0 0-31 15,0 0-5-15,0 0-16 16,64-33-16-16,-56 10-14 15,-2-6-16-15,1-8-9 16,-1-9-5-16,1-7-9 16,-2-4-2-16,-2-4 0 15,0 0 1-15,-1 1-3 16,-2 7 3-16,0 15 0 16,0 14 26-16,0 14-20 0,0 10 11 15,0 0-1-15,0 0-13 16,0 0-6-16,-2 0 0 15,-4 19-14-15,4 15 8 16,1 15 6-16,-1 7 7 16,2 5-6-16,0 4-1 15,0-2 4-15,16-2-2 16,7-10-1-16,-2-10 0 16,0-14-1-16,0-10 0 15,0-10-1-15,0-7-2 16,6 0 1-16,-2-6 2 15,2-18-2-15,-6-10-2 0,-6-5-2 16,-6-6-2 0,-9-2-2-16,0 8 9 15,0 8 1-15,-8 11 0 0,1 8 3 16,-1 8-1-16,5 1 6 16,3 2-2-16,0 1-6 15,0 0-6-15,0 7-2 16,0 10 4-16,0 3 4 15,9 0 1-15,8-2-1 16,4 0 0-16,2-1 0 16,6-4 1-16,0-5-2 15,3-2 2-15,-2-6-2 16,-4 0 2-16,-6-4 3 0,-2-13-4 16,-8-5 1-1,-4 0 0-15,-6-2-1 16,0-1 0-16,0 2-2 0,-9 3 2 15,-7 8 0-15,4 3-1 16,1 6 0-16,3 3-5 16,0 0 3-16,-2 0-15 15,1 15 17-15,-3 10-1 16,3 7 2-16,6 8-5 16,3 3 5-16,0 1 0 15,0 0 0-15,6-6-1 16,8-4 0-16,5-7-4 15,1-4 5-15,3-10-2 16,1-4 1-16,0-8-2 16,-1-1-1-16,3-3-12 15,-5-17-14-15,4-7 9 0,-3-6-20 16,-6-5-3-16,-5-2 1 16,-5 3 17-16,-4 5 26 15,-2 14 2-15,0 8 7 16,0 7 36-16,0 3 38 15,0 0-24-15,0 4-59 16,0 16-3-16,-2 9 3 16,1 1 8-16,1 4-5 15,0-4-1-15,0-2 0 16,0-4 0-16,0-7-2 16,6-4 0-16,5-7-4 0,5-6-32 15,-1 0-77-15,0-13-29 16,-12-1-80-16,-2-2-195 15</inkml:trace>
  <inkml:trace contextRef="#ctx0" brushRef="#br0" timeOffset="49912">15081 3584 494 0,'0'0'186'0,"0"0"-128"16,0 0-19-16,0 0-39 15,0 0-17-15,0 0-61 16,42-27-28-16,-22 51-46 15,-2 6 69-15,-1 4 66 0,-3 2 17 16,-1 1 49 0,-5-2 63-16,-1-1 33 0,0-5-47 15,-3-6-9-15,-3-9 4 16,-1-5-50-16,0-6-24 16,0-3-8-16,0 0 5 15,0 0 7-15,0-12 42 16,0-11-29-16,3-6-36 15,2-3 0-15,2-2 11 16,1 6-5-16,3 3 0 16,0 9-5-16,1 5 5 15,4 6 3-15,0 5 0 16,3 0-6-16,1 0 2 16,-6 18 29-16,-1 6-33 0,-2 6 6 15,-2 4-1-15,1 1-5 16,-4 1-1-16,0-6-3 15,2-5-42-15,3-7-38 16,5-6-9-16,1-8-19 16,5-4-55-16,1 0 24 15,6-6 88-15,3-12 33 16,3-5 21-16,5-3 106 16,-1-7-99-16,-2-4 54 15,-6-5-19-15,-5 1 19 16,-11 6 23-16,-7 5 22 15,-6 11 10-15,-2 7 12 0,0 5 0 16,-19 7-54-16,-8 0-53 16,-6 5-19-16,-4 18 5 15,-1 7-4-15,8 2-3 16,5 2 0-16,9-3-1 16,7-4-4-16,6-5 5 15,3-3-5-15,0-8 3 16,21-5-4-16,4-6 1 15,5 0-1-15,3-3 0 16,-6-11 5-16,-5 1 2 16,-7 3-1-16,-8 7 0 15,-5 2 0-15,-2 1 3 16,0 5-3-16,0 23-6 16,0 12 1-16,0 18 5 0,-3 17 9 15,3 17-4-15,0 9-1 16,4 3 6-16,12-8 40 15,-6-7-47-15,-9-14 9 16,-1-14-3-16,0-16-3 16,-4-17 2-16,-10-10 0 15,-1-11-4-15,-2-7 5 16,-6 0 3-16,-1-7-5 16,-1-18 3-16,1-9-7 15,5-9-3-15,1-12 1 16,5-12-2-16,6-2 1 15,7-1-1-15,0 2-5 16,5 4-7-16,17 7-2 0,10 3 5 16,8 6-33-16,9 4-10 15,6 3-85-15,-33 35-120 16,-2 1-216-16</inkml:trace>
  <inkml:trace contextRef="#ctx0" brushRef="#br0" timeOffset="50794.14">16784 3489 633 0,'0'0'93'0,"0"0"-4"16,0 0 47-16,0 0-58 15,0 0 2-15,0 0-48 16,0 0-21-16,27-58 4 16,-8 50 14-16,8 2 15 0,0 3-2 15,0 3-6 1,0 0-15-16,-2 5-8 0,-4 15-6 15,-3 8-6-15,-8 5-1 16,-4 7 3-16,-6 4 1 16,-2 4-1-16,-26 1 1 15,-9 1 2-15,-6-5-1 16,-2-8 5-16,2-11-10 16,8-9-16-16,7-11-21 15,6-6 20-15,5 0-8 0,4-14 10 16,5-13 10-1,5-4-24-15,3-6 10 0,0 2 19 16,14 2 3-16,2 10 16 16,3 6-6-16,0 6 4 15,1 5 6-15,0 6-1 16,1 0-5-16,0 7-2 16,2 17-1-16,-1 7-1 15,-2 7-4-15,1 3 5 16,-4-2-9-16,-1-2 0 15,-3-9 1-15,2-6-6 16,-1-8 0-16,2-7-14 16,2-7-33-16,4 0-22 15,5-9-33-15,3-15-49 16,-2-9-96-16,-19 15-138 16,-3-3 8-16</inkml:trace>
  <inkml:trace contextRef="#ctx0" brushRef="#br0" timeOffset="51143.52">17256 3585 374 0,'0'0'202'15,"0"0"12"-15,0 0-69 16,0 0 1-16,0 0-46 16,0 0-14-16,10-60-64 15,-25 80-21-15,0 10-1 16,0 7 4-16,8 4-4 16,4 0 0-16,3-1 2 15,0-5-2-15,6-7-3 16,10-4 0-16,-1-8-2 15,4-8-11-15,-1-7-10 0,2-1 14 16,-1-1 12 0,-3-16 16-16,2-5-4 0,-7-5 8 15,-2-6 7-15,-6-3 5 16,-3-3 13-16,0 4 1 16,0 3-16-16,-11 6-14 15,-2 7 3-15,-5 7-18 16,3 7-1-16,-3 3-5 15,-4 2-4-15,-2 2-9 16,0 19-19-16,3 1-72 16,9 2-45-16,12-15-117 15,0-3-427-15</inkml:trace>
  <inkml:trace contextRef="#ctx0" brushRef="#br0" timeOffset="51860.73">17772 3523 632 0,'0'0'394'15,"0"0"-371"-15,0 0 111 16,0 0-54-16,0 0-26 15,0 0-28-15,6 36-25 16,-6 0 6-16,0 7 20 16,-5 1-16-16,-4 5 6 15,-1-1-2-15,-1-4 0 16,1-10-5-16,4-9-3 0,-1-11-6 16,3-7 0-16,4-4 1 15,0-3 3 1,0 0-5-16,0-16 7 0,0-17-4 15,0-13-2-15,0-6-2 16,7-6 2-16,4 0-2 16,1 3 2-16,4 4 0 15,0 9-1-15,-2 8 0 16,0 12 2-16,-2 6 0 16,-3 10-1-16,-3 3-1 15,1 3 6-15,5 0-6 16,0 13-7-16,4 16 7 15,-2 4 5-15,-2 8 4 16,3 3-3-16,-3 0 0 0,1 4 3 16,-2-3 4-1,-4-1-9-15,2-6 0 0,-3-8-1 16,-2-8 2-16,-1-8-5 16,0-6-1-16,-3-3 0 15,0-5-1-15,0 0-24 16,0 0-28-16,-16-10-66 15,3-2-168-15,2 0-507 16</inkml:trace>
  <inkml:trace contextRef="#ctx0" brushRef="#br0" timeOffset="52012.49">17767 3708 489 0,'0'0'532'15,"0"0"-469"-15,0 0 29 0,0 0-31 16,0 0-59-16,0 0 29 15,116-46-18-15,-77 36-8 16,-3 1-5-16,2 2-61 16,-28 6-158-16,-1 0-177 15</inkml:trace>
  <inkml:trace contextRef="#ctx0" brushRef="#br0" timeOffset="54837.37">18415 3684 627 0,'0'0'203'15,"0"0"-190"-15,0 0 14 16,0 0-21-16,0 0-6 16,0 0-4-16,0 0 2 15,-7 26 4-15,7-22-2 16,0-1 0-16,0 0 1 15,0-3-1-15,5 0 10 0,4 0 0 16,-1 0 8-16,-1-5 6 16,-3-6 4-1,-2-1-10-15,-2 1-3 0,0 0 13 16,0 3-2-16,-5 2 9 16,-5 3-21-16,0 3-14 15,2 0-15-15,2 0-41 16,6 4-104-16,0 2-187 15</inkml:trace>
  <inkml:trace contextRef="#ctx0" brushRef="#br0" timeOffset="77220.66">19935 3399 800 0,'0'0'30'16,"0"0"58"-16,0 0 27 15,0 0-25-15,0-74-12 16,0 74-8-16,0 0 2 15,0 0-34-15,0 0-22 16,0 3-16-16,0 24-5 16,0 14-2-16,-3 16 7 15,-6 9 5-15,-3 9-5 0,-6 4 3 16,-3 1 7 0,0-8-7-16,-3-10-3 0,-1-12 1 15,1-14-1-15,3-9 0 16,3-10-5-16,6-7-3 15,1-9 8-15,3-1-9 16,2-4 7-16,1-17-7 16,1-6-16-16,4 0 25 15,0 2 0-15,0 1 6 16,0 9 1-16,3 5 6 16,3 4-2-16,3 6-6 15,5 0-4-15,5 0-1 16,6 10-8-16,7 10 7 15,2 2 1-15,-1-2 5 0,0-2-5 16,-2-4 3-16,-1-2-4 16,-2-6 4-16,-4-4-3 15,0-2 6-15,-5 0-6 16,1-4 4-16,0-16 7 16,0-10-4-16,-2-9 7 15,-6-12-8-15,-3-12 4 16,-7-11-7-16,-2-3 1 15,0-2-3-15,-17 7 4 16,-9 5-5-16,-5 10 0 16,-3 10-7-16,-5 10 5 15,-1 10-1-15,1 12-2 16,0 6 0-16,5 9 5 16,-1 0-24-16,2 10 24 0,1 14 5 15,2 8-4 1,6 4-2-16,3 8 2 0,11-2-4 15,5-1 2-15,5-4 1 16,0-6-1-16,14-4-7 16,11-3 7-16,8-3 1 15,4-7 6-15,6-4 3 16,1-6 0-16,-1-1-5 16,0-3-4-16,-5 0 0 15,-4 0-1-15,-4-1-108 0,-26-9-143 16,-4 1-436-1</inkml:trace>
  <inkml:trace contextRef="#ctx0" brushRef="#br0" timeOffset="78002.37">20459 3920 642 0,'0'0'117'0,"0"0"-98"15,0 0 50-15,0 0-48 16,0 0 5-16,0 0 42 15,37 8-5-15,-22-16-11 16,-2-6-15-16,2-3 2 16,-4-2-7-16,-1-3-13 15,-6-5 1-15,-4-4-4 0,0-6-11 16,0 1-1-16,-14-1 1 16,0 7-1-16,1 12 2 15,2 8-3 1,2 4 3-16,2 6 11 0,-5 0-12 15,1 2 1-15,1 19-6 16,3 10-1-16,4 7 1 16,3 4 0-16,0 4 7 15,0 0-3-15,16-1 5 16,1-2 2-16,3-4 2 16,4-5 3-16,-1-5-3 15,0-6-4-15,0-6-5 0,-1-7-4 16,1-7-3-1,0-3 0-15,4-1-35 16,-3-23-60-16,-3-9-43 0,-17 15-70 16,-2-2-162-16</inkml:trace>
  <inkml:trace contextRef="#ctx0" brushRef="#br0" timeOffset="78288.94">20799 3536 639 0,'0'0'111'0,"3"-73"32"15,-3 63-4-15,0 6-54 16,0 4 1-16,0 0-9 16,0 0-37-16,0 4-23 15,0 18-17-15,0 10 0 16,0 13 16-16,0 5-3 0,0 8-3 16,5 4 0-16,0-3 4 15,3-5 7-15,-1-6 1 16,2-7-10-16,0-10-11 15,-2-7 9-15,0-7-10 16,-3-6 0-16,2-2-1 16,-3-7-1-16,0-2-18 15,0 0-52-15,-3-12-41 16,0-13-51-16,0 9-131 16</inkml:trace>
  <inkml:trace contextRef="#ctx0" brushRef="#br0" timeOffset="78969.09">20791 3813 286 0,'0'0'556'0,"0"0"-511"16,0 0 58-16,0 0-57 15,0 0-35-15,0 0-9 16,48-15 15-16,-15 13 0 16,4-6-11-16,2 0 6 15,4-6-6-15,-4-4-2 16,-3-2 1-16,-8-1 0 15,-9 1-2-15,-7 0 3 16,-4-1 6-16,-8 1 4 16,0-1-2-16,0 1 3 15,-8 3-2-15,-5 5 11 16,-2 5 18-16,3 5-20 0,-1 2-12 16,-1 0 5-16,1 2-11 15,-1 17-2-15,1 9-4 16,6 7-2-16,4 7-2 15,3 2 1-15,0-1 3 16,4-2 2-16,14-5-2 16,3-10-1-16,-3-4 0 15,3-8 1-15,-3-7 0 16,1-6-2-16,3-1 1 16,1-4 1-16,2-17 0 15,0-9-12-15,1-2 3 16,-2-2 0-16,-5 3 7 0,-1 6 2 15,-6 6 1-15,-3 8 2 16,-5 6 0-16,1 5 4 16,2 6-7-16,2 23 0 15,3 10 0-15,-3 5 8 16,-3-2-6-16,-3-4 6 16,-3-8-8-16,0-10 1 15,0-8-1-15,0-5-1 16,0-4 1-16,0-3 1 15,0 0 13-15,0 0-11 16,0-19 54-16,0-10-45 16,0-9-3-16,0-9-5 0,3-4 3 15,9 1 8 1,-1 3-15-16,0 12 0 16,0 8-1-16,-1 9-4 15,2 5-28-15,0 4-62 0,4 5-70 16,-11 4-118-16,4 0-513 15</inkml:trace>
  <inkml:trace contextRef="#ctx0" brushRef="#br0" timeOffset="80268.39">21648 3790 507 0,'0'0'85'15,"0"0"-30"-15,0 0 49 16,10-76-31-16,-4 57 24 16,1 4-10-16,1-1-13 15,1 2-16-15,3 3 0 16,1 1-5-16,3 3-20 0,3 4-18 15,0 3-3-15,-1 0-4 16,3 0-8 0,0 12-2-16,-5 9 2 0,2 7 0 15,-4 3 1 1,-6 4 0-16,-2-2 2 0,-6-2-3 16,0-7 1-16,0-5-2 15,-1-6-5-15,-5-6 6 16,3-4-22-16,-1-3 11 15,-3 0 11-15,-2-4-3 16,-1-16-7-16,4-5-1 0,3-8 6 16,3-5 5-1,0-4 5-15,0 1 6 16,0 6-2-16,12 8 6 0,1 7-5 16,1 6 2-16,2 4 3 15,-2 3-4-15,4 6-3 16,-1 1-8-16,0 0-2 15,2 16-4-15,-2 13 5 16,-4 6 2-16,-4 8-1 16,-3 5 0-16,-3-4 1 15,-1-4 1-15,-2-11 1 16,0-9-3-16,0-6-7 16,0-8-12-16,1-3 15 15,-1-3-1-15,3 0 3 16,4-6-1-16,-1-18-9 15,5-11 6-15,2-7 6 0,-1-7-1 16,3 0-14-16,-1 6 9 16,-2 10-5-16,-1 10 11 15,-3 11 2-15,-2 6 3 16,-4 4 9-16,-1 2 1 16,4 0-6-16,0 4-9 15,3 17 0-15,2 11 0 16,0 8 8-16,-2 3-3 15,0 4 5-15,-1-2-6 16,-1-5-2-16,3-7 1 16,-2-7-2-16,0-6-1 15,0-8 0-15,3-5-3 16,-2-5-10-16,4-2-63 16,3 0-4-16,-2-17-20 0,3-5-33 15,-3-6-3-15,-2-4-37 16,-2-3 41-16,-3-3 64 15,-1 1 68-15,-2 7 31 16,-2 6 50-16,3 8 24 16,-2 3 15-16,-2 6-31 15,0 3 9-15,0 1-27 16,0 3-2-16,0 0-24 16,3 0-14-16,0 20-31 15,2 7 6-15,1 6 19 16,-2 2-8-16,1-1-9 0,-1-5-3 15,-3-4-3-15,4-7-2 16,-2-7-2 0,0-6-69-16,0-5-97 0,-3 0-56 15,0-12-238-15</inkml:trace>
  <inkml:trace contextRef="#ctx0" brushRef="#br0" timeOffset="80404.88">22452 3489 732 0,'0'0'22'16,"0"0"-22"-16,0 0-4 0,0 0-162 15,0 0-10-15,0 0 90 16</inkml:trace>
  <inkml:trace contextRef="#ctx0" brushRef="#br0" timeOffset="81001.34">22618 3728 331 0,'0'0'160'15,"16"72"-74"-15,-16-59 22 16,0-8 23-16,0-2-83 16,0-1 12-16,0-2 3 15,0 0 0-15,0-9 6 16,0-12-19-16,0-9-49 16,0-3 12-16,0-3-8 15,0 1-1-15,7 5 6 16,2 3-8-16,3 7 9 15,-3 5 1-15,3 5-5 16,-2 5 4-16,1 2-5 0,1 3-2 16,1 0-3-16,-1 7-1 15,5 14 1-15,-4 6 6 16,2 5 0-16,-1 5 6 16,0 0-3-16,-2-2-2 15,3-4-7-15,-1-6 5 16,-1-6-6-16,-3-8-2 15,1-5 1-15,4-6 1 16,-2 0-10-16,5-9 10 16,-1-15 7-16,0-4-7 0,-1-9 0 15,0-5-5 1,-3-5-16-16,-1-2 10 16,-4 4 5-16,-8 8 6 0,0 13 0 15,0 10 0 1,-9 10 0-16,-9 4 33 0,-1 0-14 15,-4 11-17-15,1 16-2 16,2 5-6-16,7 5 4 16,5 3-2-16,8-2-1 15,0 1 3-15,6 1 2 16,20-5 0-16,9-3 3 16,7-8 16-16,10-8 12 15,0-8-14-15,0-8-4 16,-8 0-8-16,-10 0-1 15,-5-13-4-15,-7-5-19 16,-2-3-45-16,-6-3-63 0,-14 13-169 16,0-2-441-16</inkml:trace>
  <inkml:trace contextRef="#ctx0" brushRef="#br0" timeOffset="82317.12">24136 3956 711 0,'0'0'171'0,"0"0"-111"16,0 0 53-16,0 0-69 16,0 0-28-16,0 0 25 15,36-89-11-15,-28 53-10 16,-1-11-3-16,2-7 1 15,-3-6-4-15,-2-1 12 16,1 7-13-16,-4 4 13 16,-1 13-7-16,0 12 0 15,0 11 6-15,0 6 1 0,0 8-3 16,0 0-11-16,0 0-12 16,0 0-5-16,-1 20-13 15,-7 14 14-15,2 11 4 16,3 8 1-16,3 6-1 15,0 1-1-15,0 1 1 16,6-4-1-16,8-11 1 16,4-7 0-16,-3-13-3 15,2-9 3-15,2-7-2 16,0-6 0-16,2-4 2 16,-2 0 4-16,4-20 2 15,0-7-6-15,-2-13 3 16,-4-9-8-16,-7-11 2 15,-1-5 3-15,-8 2 3 16,-1 6-2-16,0 16 1 16,0 16-1-16,0 12 2 0,0 9 10 15,-3 3 7-15,3 1-12 16,-1 0-8-16,-8 0-12 16,2 18-2-16,1 14 7 15,-3 13 7-15,3 11 0 16,6 1 0-16,0 4 0 15,0-4-1-15,13-11 0 16,1-8 1-16,2-11 0 16,1-8-2-16,3-4-2 15,1-11 2-15,0-4-12 16,3 0 6-16,1-11-7 0,2-15-12 16,-2-4 1-16,-2-12 0 15,-5-1 8-15,-6-3 9 16,-5 6 9-16,-5 10 9 15,-2 9-3-15,0 12 19 16,0 5 19-16,0 4-4 16,0 0-38-16,0 13-2 15,-9 15-9-15,1 8 9 16,5-3 0-16,3 0-5 16,0-2 5-16,0-6-1 15,6-5-1-15,11-6 0 16,1-4 1-16,7-7 1 15,3-3 0-15,4 0-1 0,5-16-12 16,3-9-5-16,-3-9-8 16,-2-4-1-1,-10-7 16-15,-10 2-9 0,-9 8 20 16,-6 11 4-16,0 13 7 16,0 5 42-16,0 6 4 15,-1 0-48-15,-10 6-9 16,-1 18-5-16,-1 5 4 15,5 3-1-15,7-3-1 16,1-4 3-16,0-3-1 16,1-5 1-16,13-5-5 15,7-3 5-15,10-6 0 0,5-3-5 16,2 0-51-16,-2-7-1 16,-16-13-115-16,-20 8-196 15</inkml:trace>
  <inkml:trace contextRef="#ctx0" brushRef="#br0" timeOffset="82523.27">24186 3632 1015 0,'0'0'70'15,"0"0"-70"-15,0 0 0 16,99-17 11-16,-27 0-11 16,4 3-4-16,-46 8-88 15,-6 2-145-15</inkml:trace>
  <inkml:trace contextRef="#ctx0" brushRef="#br0" timeOffset="86315.77">26480 3776 379 0,'0'0'219'0,"0"0"-164"15,0 0 70-15,0 0-51 0,0 0 0 16,45-84 12-16,-42 59-16 16,-3-3-10-16,0-2-15 15,0 1-14-15,-12 1 24 16,-4-1-26-16,-1 6 1 15,-2 7-10-15,1 3-9 16,0 8-6-16,-3 3-2 16,0 2 0-16,-4 0-4 15,-4 13 1-15,3 10-2 16,0 7-1-16,5 7 1 16,3 4 0-16,6 4 2 15,8 0-4-15,4 0 4 16,0-2-3-16,7-6 3 15,11-10-2-15,2-5-1 0,-1-9 3 16,1-8 2-16,2-3 0 16,2-2 2-16,2-6 3 15,-1-20 6-15,0-7-2 16,-3-10-3-16,-4-7 0 16,-3-6-2-16,-6-3 0 15,-4-3 0-15,-5 1 2 16,0 4-6-16,0 6 10 15,0 11-4-15,-3 16-3 16,-2 12 4-16,2 9 2 16,0 3-3-16,2 0-7 15,-1 0-1-15,-1 4-9 0,-3 24-5 16,-1 12 6 0,-1 10 8-16,4 4 1 0,4 1 2 15,0-1-3-15,0-3 1 16,12-9-2-16,4-5 1 15,1-11-2-15,0-6 0 16,3-6-1-16,-1-8-5 16,2-6-3-16,1 0-11 15,-2-17 1-15,-2-11-11 16,-6-5-16-16,-4-1 15 16,-5 8 9-16,-3 8 24 15,0 9 7-15,0 8 37 16,0 1 21-16,0 0-36 0,0 11-29 15,0 14-25-15,0 6 25 16,0 0 0 0,0-1 4-16,0-3-4 0,5-6 0 15,6-7 0 1,5-7-8-16,0-7-54 0,4 0-105 16,-14-11-78-16,-2-8-312 15</inkml:trace>
  <inkml:trace contextRef="#ctx0" brushRef="#br0" timeOffset="86443.93">26767 3424 900 0,'0'0'102'0,"0"0"-42"0,0 0 2 16,0 0-55-16,0 0-7 16,0 0-45-16,0 0-157 15,-11-25-199-15</inkml:trace>
  <inkml:trace contextRef="#ctx0" brushRef="#br0" timeOffset="87097.54">27154 3441 498 0,'0'0'174'15,"3"-83"-59"-15,-3 49 12 16,0 4-37-16,0 7-8 16,0 10-2-16,0 7-13 15,0 6 31-15,0 0-33 16,-3 0-27-16,-7 13-38 16,0 20-6-16,-3 16 3 15,0 13 3-15,6 7 6 16,4 10-4-16,3 9 9 15,0 4 3-15,1 2 0 0,11-4 4 16,0-9 0-16,-1-6-5 16,-2-12 2-16,-1-11-6 15,-5-11 0 1,-1-13-8-16,-2-8 2 0,0-8-1 16,0-4-2-16,-6-8 0 15,-21 0-19-15,-7-16-35 16,-6-23-76-16,21 13-252 15,2-2-135-15</inkml:trace>
  <inkml:trace contextRef="#ctx0" brushRef="#br0" timeOffset="87498.7">26864 3946 691 0,'0'0'191'16,"0"0"-129"-16,0 0 20 0,44-79-60 16,0 65-9-16,9 0 5 15,5-5-18-15,5-3 4 16,0-6-4-16,1-5 0 15,0-7-1-15,-6-4-10 16,-10-4-16-16,-11-4 20 16,-14-2-41-16,-13-1-26 15,-9 2 74-15,-1 9 2 16,0 9 6-16,-1 9 33 16,-9 9 16-16,2 7 13 15,2 5 6-15,3 2-11 16,2 3-10-16,-4 0-12 0,-4 11-43 15,-3 23-3 1,-1 15 3-16,1 11 7 0,6 6 10 16,4 9 5-16,2 5 12 15,0 5 6-15,2-2-19 16,6-4 2-16,-1-7-12 16,-3-11-2-16,-2-10-8 15,-1-13 3-15,-1-15-7 16,0-7 3-16,0-10-3 15,0-6-30-15,0-3-73 16,-4-16-82-16,-3-1-233 16</inkml:trace>
  <inkml:trace contextRef="#ctx0" brushRef="#br0" timeOffset="88757.96">27380 3880 832 0,'0'0'41'0,"0"0"29"16,0 0-36-16,0 0-21 15,114-55-3-15,-73 44-1 16,5-2-2-16,3-4-3 16,3-4 0-16,1-3 3 15,-10-4 18-15,-9-3-21 16,-10 0-4-16,-12-2 1 16,-9 4 0-16,-3 5-1 15,0 1 6-15,-12 8 6 0,-1 3 26 16,-4 4-6-16,4 1 2 15,1 2-11-15,0 4 6 16,0 1 9-16,2 0-32 16,-4 1-6-16,-1 18-1 15,3 8-2-15,2 4 1 16,3 8 2-16,5 2 4 16,2 0 1-16,0 3 1 15,3-8 2-15,15-3-6 16,0-6-1-16,4-13 0 15,0-3 1-15,4-8-1 16,1-3 9-16,-3 0-2 0,4-9-4 16,-4-10-1-1,-2-11-2-15,-2-8 0 0,-2-7 4 16,-3-7-4 0,-2-3-1-16,-4 4 4 0,0 6-2 15,-2 8 0-15,-2 13 0 16,-4 7 7-1,1 10 19-15,-2 4 11 0,0 3-12 16,0 0-18-16,0 0-9 16,0 14-9-16,0 13 0 15,0 7 9-15,0 3 0 16,1 1 1-16,8 0 0 16,6 0-1-16,3-3 1 15,6-5-1-15,4-5-1 16,1-8-4-16,2-6 9 15,0-5-4-15,2-6 5 0,0 0-5 16,0-17-1-16,-3-12-1 16,-5-8 1-16,-3-5-13 15,-7-1 8-15,-6 1-4 16,-6 5 6-16,-3 9 4 16,0 7 8-16,0 8-6 15,-6 6 9-15,0 5 5 16,0 2-14-16,-3 0-2 15,-4 8-9-15,-2 14 1 16,-1 8 8-16,7 3-5 16,4 2 0-16,3 3 5 15,2 0 0-15,0-1-2 16,8-3-3-16,7-8 5 0,0-7 3 16,-3-8 1-16,1-5-1 15,-1-6-3-15,4 0-1 16,3-19-8-16,3-16 9 15,3-10 9-15,2-4-8 16,1 0 0-16,-5 7 2 16,-1 8-1-16,-3 9 0 15,-5 7 0-15,-1 6 4 16,-4 5 4-16,-1 5-3 16,0 2-7-16,6 0-3 15,3 11-6-15,2 12 2 0,2 9 7 16,-6 5 2-1,-2 2-1-15,-4-1 0 0,-1-4 3 16,-2-7-2 0,-3-10-2-16,1-7 3 0,-4-6-3 15,0-3 1-15,1-1 5 16,1 0 5-16,1-28-7 16,6-13-2-16,6-11 5 15,4-3-7-15,5 2-2 16,0 6-3-16,-3 10-1 15,-3 14 3-15,-6 11 3 16,-5 9 0-16,-5 3 0 16,-1 0 0-16,2 14-4 0,3 12-8 15,2 10 12-15,-2 5 2 16,-1 0 1-16,1 0 1 16,-1-2 0-16,3-5-4 15,2-6-1-15,-1-8-1 16,4-7-22-16,7-9-28 15,5-4-52-15,8-6-30 16,1-21-8-16,-22 10-108 16,1-1-190-16</inkml:trace>
  <inkml:trace contextRef="#ctx0" brushRef="#br0" timeOffset="89231.44">29315 3395 593 0,'0'0'175'16,"0"0"-23"-16,0 0 39 0,0 0-59 15,0 0-26 1,0 0-99-16,0 0-1 0,-51 35-6 16,31 3 5-16,3 3-5 15,5 2 0-15,3-1 0 16,6-1 0-16,3-3-6 16,0-6 6-16,5-2 5 15,9-9-3-15,4-4 0 16,6-10 3-16,6-7 1 15,6 0 9-15,10-11 9 16,-1-19-10-16,2-9-9 16,-5-8-5-16,-13-1-1 0,-6 2-4 15,-11 6 5 1,-8 10 0-16,-4 9 2 16,0 10-1-16,0 7 9 15,-14 4 9-15,-5 0-17 0,-6 10-2 16,-3 14 0-16,1 8-2 15,8 4-1-15,7 1 2 16,7 0-3-16,5-3 2 16,0-5 1-16,20-3 1 15,5-5 3-15,7-7 3 16,1-7-3-16,2-5 5 16,1-2-1-16,3 0-2 15,-5-7-5-15,2-11-13 0,-2-8-25 16,-2-1-108-1,-25 13-137-15,2 1-435 0</inkml:trace>
  <inkml:trace contextRef="#ctx0" brushRef="#br0" timeOffset="89701.65">30528 3503 670 0,'0'0'386'0,"0"0"-371"15,0 0 64-15,0 0-20 0,0 0-41 16,0 0 10-16,22 96 42 16,-16-54-20-16,-3-2-16 15,-3-1-15-15,0-4-17 16,0-9 3-16,0-3-2 16,0-9-3-16,-1-8-4 15,-5-6-78-15,3 0-130 16,-2-16-151-16</inkml:trace>
  <inkml:trace contextRef="#ctx0" brushRef="#br0" timeOffset="90182.92">30541 3402 869 0,'0'0'123'16,"0"0"-63"-16,0 0-18 15,0 0-42-15,0 0-8 16,0 0 7-16,102 59-1 15,-76-21 2-15,-3 2 2 16,-1-1 3-16,-4 1-2 16,-6-6 0-16,-2-11-3 15,-10-7 0-15,0-9-1 16,0-4-3-16,0-3 4 16,0 0 16-16,0-17-5 15,0-11-11-15,0-4 0 16,0-4 0-16,0 0 5 15,11-1 6-15,3 4 0 0,0 5-6 16,3 8-1 0,1 7 8-16,-5 8 4 0,2 5 4 15,-1 0 12-15,2 20-8 16,-1 12-4-16,0 13 7 16,-8 10-7-16,-4 6-12 15,-3 2 8-15,0-2-7 16,0-10-7-16,2-9 3 15,5-13-5-15,8-9 0 16,4-10 1-16,12-10-1 0,14 0 0 16,14-13 10-1,8-17 7-15,-3-4-6 16,-7 2-11-16,-14-1-25 0,-15 5-51 16,-28 20-88-16,0 2-166 15</inkml:trace>
  <inkml:trace contextRef="#ctx0" brushRef="#br0" timeOffset="94213.12">2538 5613 452 0,'0'0'222'15,"0"0"-89"-15,0 0 25 16,0 0-44-16,0 0-15 16,0 0 6-16,0 0-27 15,-8-41-41-15,8 41-16 16,0 5-19-16,0 21-2 15,0 17-8-15,0 9 8 0,3 7 8 16,9 3-1-16,-5 0 2 16,1-1-7-16,-2-3 5 15,-3-6-7-15,-3-12 2 16,0-10-2-16,0-11 1 16,0-11-1-16,0-8-52 15,-15 0-115-15,4-13-84 16,-2-6-603-16</inkml:trace>
  <inkml:trace contextRef="#ctx0" brushRef="#br0" timeOffset="95029.1">2263 5856 758 0,'0'0'76'0,"0"0"-46"16,0 0 21-16,0 0-48 15,0 0 15-15,110-33-3 16,-56 26 0-16,1-4 2 15,-1-2-4-15,1-5 1 16,-4 0-4-16,-8-5-6 16,-5 0 7-16,-13 1-4 15,-4 0 8-15,-14-3 6 16,-5 3 9-16,-2-2 8 16,0 1 13-16,-5 6 10 15,-4 4 15-15,6 6-29 16,-4 3-6-16,7 4-13 15,-3 0-9-15,3 0-19 0,0 13-4 16,0 18-16-16,0 15 20 16,0 10 3-16,0 2 0 15,0 1-1-15,3-1-1 16,4-6 1-16,1-7 0 16,-4-8-2-16,1-10 0 15,-1-15 0-15,-1-6 0 16,3-6-1-16,0 0-7 15,6-18-6-15,6-11 4 16,-3-10 4-16,4 1 4 0,-4 1-9 16,-3 6 11-16,-3 11 0 15,-3 7 0 1,3 9 3-16,-8 4-3 0,4 0-2 16,-1 9-6-16,2 15-10 15,5 11 16 1,2 5 2-16,-1 2 8 0,3-3-4 15,0-6-3-15,7-5 0 16,-1-11-1-16,3-9 0 16,3-8 0-16,1 0 0 15,5-7 1-15,3-20-1 16,-2-5 6-16,-1-5-6 16,-12-1-12-16,-2 0-14 0,-11 1 19 15,-8 4 7 1,0 4 0-16,0 11 5 15,-12 11-4-15,-9 7 17 0,-4 3-18 16,-2 22 3-16,3 9-4 16,3 7 2-16,9 2 1 15,8 1-1-15,4-2 0 16,0-7-1-16,16-6 5 16,15-9 6-16,7-6-4 15,8-7 16-15,5-7-4 16,8 0-4-16,4 0-2 15,3-9-6-15,-10-4-3 0,-8-4-1 16,-14-2-3 0,-7 0-1-16,-3-1-32 0,-9 0-92 15,-15 13-133 1,0-2-415-16</inkml:trace>
  <inkml:trace contextRef="#ctx0" brushRef="#br0" timeOffset="95670.28">4544 5723 916 0,'0'0'146'16,"0"0"-73"-16,0 0 8 15,0 0-50-15,0 0-21 0,21 86 49 16,-16-39-17-16,-4 2-9 15,2 0-8-15,-2-3-9 16,1-10-9-16,-2-9-7 16,1-11 2-16,1-10-1 15,2-6-1-15,4-6-41 16,-7-11-140-16,2-6-175 16</inkml:trace>
  <inkml:trace contextRef="#ctx0" brushRef="#br0" timeOffset="96112.51">4570 5595 455 0,'0'0'419'0,"0"0"-333"0,0 0 28 15,0 0-64-15,0 0-50 16,0 0-25-16,23-16-48 16,7 46 51-16,3 12-13 15,0 9-1-15,-3 1 3 16,-5 0-11-16,-6-6-19 15,-5-7 63-15,-8-8 6 16,-3-10 5-16,-3-10 10 16,0-6 7-16,0-5-10 15,0 0 13-15,0-9 21 16,0-12-6-16,0-8-34 16,0-3-8-16,0-1 15 15,4-3 10-15,5 3 11 0,5 0-3 16,2 7-2-16,8 7-10 15,-3 6 14-15,7 9-3 16,-1 4 0-16,1 0-6 16,1 17-2-16,-4 10-5 15,-4 8 4-15,-3 4-16 16,-9 4-1-16,-6 2-5 16,-3 0-4-16,0-1-1 15,-9-6 3-15,-2-7 3 16,3-13-6-16,6-8-51 15,2-10-49-15,0 0-87 16,0-8-141-16</inkml:trace>
  <inkml:trace contextRef="#ctx0" brushRef="#br0" timeOffset="97284.65">4887 5808 666 0,'0'0'143'0,"0"0"-119"16,0 0 62-16,0 0-49 16,0 0 15-16,0 0 5 15,0 0-11-15,8-14-23 16,-8 14-6-16,0 0-7 16,0 2-1-16,0 13-6 15,0 3 16-15,-3 5-3 16,-2 2-1-16,2 3 1 15,-1 3-10-15,1-3-5 16,0-1 2-16,3-5-1 16,0-7-2-16,0-4-2 0,0-5-14 15,0-5-104 1,0-1-93-16,0 0-150 0</inkml:trace>
  <inkml:trace contextRef="#ctx0" brushRef="#br0" timeOffset="98694.68">4759 5706 414 0,'0'0'83'16,"0"0"51"-16,0 0-46 16,0 0 1-16,0 0-17 15,0 0-16-15,0 0-23 16,-3-11-19-16,3 18-12 16,3 8 15-16,4 5 8 15,2 4 4-15,-3 1-6 16,-1 7-3-16,-1 2-8 15,-1 1 1-15,0 2 0 16,0-1-3-16,-1-5-2 0,-2-5 3 16,0-8 0-1,0-7-5-15,0-5-5 16,0-3 3-16,0-3-1 0,0 0 1 16,0 0 4-16,0-6 4 15,0-14 7-15,0-3 0 16,0-9-19-16,0 0 0 15,0-2 0-15,0 0 1 16,7 2 0-16,6 4 2 16,1 2-3-16,4 5-2 15,0 3 0-15,3 2 2 16,-3 5-3-16,-2 4 2 16,-1 2 1-16,-2 5 2 0,-1 0-1 15,0 7 0-15,2 15-1 16,-4 6 2-1,0 6 1-15,-5 4 5 0,-2 1-1 16,-3 5-3 0,0-2 0-16,0-5 0 0,0-4-2 15,0-10-1-15,0-4-1 16,3-8-5-16,5-5-63 16,5-6-44-16,-7 0-96 15,1-8-181-15</inkml:trace>
  <inkml:trace contextRef="#ctx0" brushRef="#br0" timeOffset="100177.71">5396 5902 388 0,'0'0'240'16,"0"0"-178"-16,0 0 86 15,0 0-79-15,0 0-15 16,0 0-5-16,21-83 4 16,-21 69-13-16,-9-2-7 15,-6 2-7-15,3 0-5 16,-3 3 6-16,3 4-1 16,-1 4-6-16,-1 3-9 0,1 0-9 15,-5 7-2 1,3 12 0-16,0 6-1 0,-1 3-1 15,5 6 2-15,5 3 0 16,3 0 1-16,3-3-1 16,0 1-3-16,2-9 2 15,13-3-3-15,1-8 1 16,2-6 3-16,0-9-2 16,3 0 2-16,0-4 0 15,6-20 12-15,-2-10-3 16,3-7 5-16,-2-3-3 15,-3-3-6-15,-3 0-1 16,-5-4-1-16,-5-3 0 16,-5-3 5-16,-5 0 6 0,0 5 4 15,-2 8-3 1,-10 13 3-16,2 13-5 0,1 10 4 16,6 7-2-16,0 1-11 15,-3 0-4-15,-2 17-3 16,-5 13-1-16,-2 10 3 15,5 9 2-15,4 4 0 16,3 2-1-16,3 2 0 16,0 1 0-16,4-5 0 15,14 0 0-15,0-6 0 16,3-8-3-16,3-11 3 16,-3-12 0-16,1-9 0 15,2-7-2-15,0 0 2 0,1-8-2 16,-2-16 2-16,-1-5 0 15,-4-7-3-15,-5-2 1 16,-5-2-1-16,-2 0 3 16,-6-4 1-16,4 3 1 15,-4 6-1-15,0 8 3 16,0 11-3-16,0 10 6 16,0 4 7-16,0 2-2 15,0 0-8-15,0 11-4 16,0 16-14-16,0 9 14 15,0 3 3-15,0 5-2 16,0-1-1-16,12 1 0 16,2-5 0-16,5-3 1 0,2-8-2 15,-3-8 2-15,4-9-1 16,-1-7 0 0,0-4-4-16,3 0 1 15,0-21 3-15,-2-7-1 0,-1-8-2 16,-2-1 2-16,-5-4-8 15,-2-2-2-15,-8 0-4 16,-2 3 12-16,-2 8 1 16,0 7 4-16,0 10 1 15,0 8 1-15,0 6 14 16,0 1-4-16,0 0-7 16,0 7-7-16,0 14-6 15,0 7 6-15,0 4 3 16,0 2 2-16,1-1-4 0,4-1-1 15,-1-3 3-15,5-1-2 16,0-6-1-16,3-4 0 16,7-6-3-16,5-9-58 15,6-3-84-15,0-2-47 16,1-15-24-16,-23 6-142 16,-1-1-123-16</inkml:trace>
  <inkml:trace contextRef="#ctx0" brushRef="#br0" timeOffset="101176.18">6309 5737 380 0,'0'0'88'0,"0"0"102"16,0 0-34-16,12-74-39 15,-12 70 22 1,0 2-44-16,0 2-19 0,0 0-15 16,0 0-43-16,-9 11-17 15,-2 13 3-15,-3 6-4 16,3 5 2-16,1 2 0 15,4 0 0-15,4-1 5 16,2 2-1-16,0-1-6 16,0-5 5-16,12-5-5 15,3-6 2-15,1-7-2 16,1-5 1-16,2-5-2 0,1-4 1 16,4 0 0-1,-2-13 6-15,3-6 4 0,2-5-10 16,-1-5 5-16,-1 0-7 15,-3-4 4 1,-8 1 0-16,-2 1-2 0,-9 0 2 16,-3 4 1-16,0 5 2 15,0 5-1-15,-5 7 10 16,-8 5 4-16,2 5-2 16,-1 0-6-16,-4 0-10 15,1 15 1-15,-1 7-5 16,-2 8 4-16,9 1 0 15,1 3 1-15,7-1 0 16,1 2 0-16,0-5-1 0,3 0 0 16,12-7 0-1,10-6 0-15,2-3-2 0,9-6 0 16,13-8-5-16,3 0-55 16,11-4 24-16,-1-20-140 15,-2-4 5-15,-6-5-29 16,-11 1-20-16,-13 2 74 15,-12 2 148-15,-9 4 6 16,-9 1 107-16,0 2 18 16,-2 3 9-16,-11 1-28 15,-1 3-29-15,-3 4 2 16,-4 4-22-16,3 6-12 16,-6 0-32-16,3 10-8 15,-3 15-5-15,3 7-5 0,2 6-1 16,4 2-1-1,10 2 1-15,2-3 0 0,3-6-1 16,0-7 1-16,5-9 2 16,10-7-1-16,6-4 1 15,4-6 5-15,8 0 7 16,4-14 2-16,2-19 27 16,-1-7-13-16,-6-7-24 15,-1-7-2-15,-8-5-3 16,-5-10 2-16,-9-7-3 15,-9-3 0-15,0 8 0 16,0 16-1-16,-9 20 2 16,-4 19 8-16,-4 15 22 0,-2 1 4 15,-4 19-26 1,-2 18-5-16,1 11-4 0,8 10 1 16,5 5 0-16,7 5 2 15,4-1 0-15,0-2 4 16,4-2 2-16,15-8 6 15,3-6-3-15,-2-9-7 16,3-13-3-16,-4-9-2 16,7-8-1-16,6-6-2 15,8-4-8-15,4 0-17 16,-1-10-85-16,-28-4-147 16,-9 0-188-16</inkml:trace>
  <inkml:trace contextRef="#ctx0" brushRef="#br0" timeOffset="104231.06">8599 5742 598 0,'0'0'213'0,"0"0"-212"16,0 0 44-16,0 0 17 16,0 0-15-16,0 0 6 15,0 0-1-15,90 21-8 16,-74-27 1-16,-1-8-7 15,0-4-2-15,-5-5 3 16,-2-1-20-16,-5 0-12 16,-3-1-2-16,0-1 2 0,-8 2-4 15,-11 3 4 1,-1 4-2-16,-2 7 0 0,0 7 7 16,4 3-7-16,-3 0-4 15,0 9-1-15,0 15 1 16,0 7-1-16,5 6 0 15,4 5 1-15,6 2-1 16,6 0 1-16,0-2 5 16,6-2-1-16,15-4 6 15,4-6-2-15,3-5 8 16,4-7-7-16,-1-7 8 16,6-5-14-16,-1-6-2 15,2 0 0-15,1-10-2 0,-4-11-1 16,-4-5-81-16,-6-3-69 15,-24 15-95 1,-1 1-136-16</inkml:trace>
  <inkml:trace contextRef="#ctx0" brushRef="#br0" timeOffset="104841.81">8957 5677 627 0,'0'0'146'0,"0"0"-57"15,0 0 38-15,0 0-59 16,0 0-13-16,0 0-9 15,57-41-18-15,-42 54 1 16,0 9-5-16,-3 5-12 16,-3 4 3-16,-5 0-1 15,-1 0-7-15,-3-6-4 0,0-3 0 16,0-7-3 0,0-5 3-16,-3-6 0 0,0-4-3 15,0 0 4-15,0-1 0 16,0-16-1-16,2-7-1 15,1-5-2-15,0 0 1 16,0-1 0-16,0 5 4 16,7 2 6-16,6 5 5 0,1 4 1 15,2 4-3 1,2 6-2-16,0 4-3 0,3 0-2 16,-1 7-2-1,-1 16-5-15,-1 4 0 16,-2 3 0-16,-7 0 2 0,-4-4-1 15,-5-3 2-15,0-4-3 16,0-8 0-16,0-3-2 16,-3-5-8-16,0-3 5 15,1 0 5-15,-1-1 0 16,2-20-1-16,1-8-20 16,0-4 10-16,1-7 8 15,17 2 1-15,2 3 1 16,2 8 0-16,2 8 1 15,-3 10-2-15,-2 4 2 16,2 5 0-16,-5 0 4 0,2 21-1 16,-1 11-3-16,-4 7 2 15,-2 3 1-15,-4 1 4 16,-1-2-6-16,0-5-1 16,0-6-6-16,3-7-68 15,7-11-57-15,2-7-52 16,-9-5-49-16,0-2-204 15</inkml:trace>
  <inkml:trace contextRef="#ctx0" brushRef="#br0" timeOffset="105147.32">9849 5432 728 0,'0'0'139'16,"0"0"1"-16,0 0-4 0,0 0-20 15,0 0-52 1,0 0-60-16,0 0 5 0,-34 89 5 16,22-26 1-16,3 4 7 15,9 11 14-15,0 8 0 16,0 11-11-16,19 2-6 16,0-1 20-16,-3-7-26 15,-7-13-3-15,-5-12-1 16,-4-13-5-16,0-13-3 15,-3-13 1-15,-9-9-2 16,-4-11-2-16,-2-7-13 0,-4-7-30 16,-2-23-65-1,13 5-160-15,4-2-210 16</inkml:trace>
  <inkml:trace contextRef="#ctx0" brushRef="#br0" timeOffset="105295.65">9615 6043 896 0,'0'0'111'15,"0"0"-21"-15,0 0 2 16,60-84-30-16,-13 68-20 16,10 1-8-16,3-1-25 15,4 1-9-15,-3 0-7 16,-7 0-127-16,-41 11-150 16,-8 0-214-16</inkml:trace>
  <inkml:trace contextRef="#ctx0" brushRef="#br0" timeOffset="108642.47">10585 5698 572 0,'0'0'62'0,"0"0"17"16,0 0 49-1,0 0-56-15,0 0-6 0,0 0 6 16,89-61-8-16,-77 40-17 16,-1 0-2-16,-1 0-4 15,-5-2 2-15,-5 2-15 16,0 2 0-16,-5 4-12 16,-11 7-1-16,-2 4-4 15,-3 4-11-15,2 0-5 16,2 11 3-16,4 10-2 15,8 5 4-15,5 4-6 16,0 2 2-16,15 4 4 16,11-2 0-16,4-1 0 0,-2-1 0 15,-1-7 4-15,-8-7-3 16,-7-4 2 0,-7-6-2-16,-5-1-1 0,0 0 3 15,-17-2 9-15,-13 1 8 16,-7-4-9-16,-3-2-9 15,1 0-2-15,3-5 0 16,8-13-46-16,5-5-64 16,8-5-64-16,15 13-122 15,0-2-384-15</inkml:trace>
  <inkml:trace contextRef="#ctx0" brushRef="#br0" timeOffset="108853.34">10376 5267 676 0,'0'0'107'0,"0"0"30"15,0 0-1-15,0 0-54 16,0 0-21-16,0 0-23 16,-21 0-33-16,14 26-1 15,1 8-4-15,3-1 3 0,3 2-3 16,0-5-27-1,0-6-133-15,6-21-109 0</inkml:trace>
  <inkml:trace contextRef="#ctx0" brushRef="#br0" timeOffset="111057.29">11958 5567 578 0,'0'0'205'0,"0"0"-155"15,0 0 77-15,0 0-25 0,0 0-25 16,-14-75 0 0,12 75 9-16,2 0-19 0,-3 0-24 15,2 0-27 1,-5 18-16-16,3 13-2 15,0 12 2-15,2 6 5 0,1 0-4 16,0-1 1-16,0-6 0 16,13-8-1-16,2-5-1 15,3-11 0-15,0-5 0 16,0-9-4-16,0-4 4 16,3 0-9-16,1-17-2 15,2-11-4-15,-5-8-5 16,-3-3-14-16,-3-5 2 15,-6-2 16-15,-3 3 14 16,-4 8 2-16,0 10 7 0,0 10 14 16,0 8 20-1,0 7 5-15,0 0-13 16,0 0-32-16,0 19-1 0,0 9-3 16,0 9 3-16,0 1 2 15,0 0 0-15,9-3-2 16,12-5 3-16,3-5-3 15,5-6 0-15,2-8-1 16,0-7 1-16,2-4 1 16,0 0 0-16,4-20-2 15,-7-7-1-15,-6-5-14 16,-5-6-7-16,-13-4-10 16,-6-1 12-16,0 4 20 15,-7 8 1-15,-11 8 4 0,4 12 18 16,-2 8 0-1,1 3-8-15,4 0-14 0,1 4 0 16,3 12-2-16,5 2-1 16,2 1 0-16,0-1 0 15,6-1 3-15,13-5-2 16,4-2 2-16,4-4-1 16,10-6 2-16,-3 0-1 15,4 0 10-15,-2-20-4 16,-4-4-2-16,-2-8-4 15,-6-6-1-15,-2-6-5 0,-8-7 3 16,-10-5 0 0,-4-3 5-16,0 3-2 15,-3 11 5-15,-10 13-3 0,-3 12 12 16,0 10-4-16,5 8 7 16,0 2-7-16,1 0-7 15,-2 12-2-15,1 19-2 16,-2 13-1-16,4 9 1 15,3 12 1-15,1 6 2 16,4 4 1-16,1 1 2 16,0-1-2-16,0-8 1 15,0-7-2-15,1-14 2 16,4-15-4-16,1-11-1 16,-1-12-1-16,-2-5 2 0,0-3-6 15,4 0 3 1,3-19-8-16,4-11 11 0,5-7-2 15,-1-5-1-15,-1-2-7 16,0 4 4-16,-2 3 2 16,2 10 1-16,-4 9 3 15,0 8 1-15,-2 7-1 16,-2 3-2-16,1 1 1 16,1 23-6-16,-1 9 4 15,4 5 3-15,-4 1 7 16,1 1-5-16,2-5 0 15,-1-4-2-15,1-7 0 16,1-6-1-16,1-6 2 0,1-7-2 16,5-5-1-16,3 0-11 15,0-3-11 1,6-16-4-16,-5-4 0 0,-1-7 1 16,-3-3 9-16,-6-7 9 15,-2 1 4-15,-7-2 5 16,-6 5 6-16,0 10 0 15,0 7 22-15,-13 9-1 16,1 6 0-16,-6 4-14 16,4 0-12-16,-5 12-2 15,2 13-9-15,3 4 6 16,5 8 5-16,4 1-1 0,5-2 0 16,0-5-1-1,0-3 1-15,9-6-1 0,12 3 2 16,6-4-2-16,3-6 2 15,1-7 2-15,-7-8 5 16,-3 0-3-16,-3-16-3 16,-2-10 10-16,2-3-6 15,-3-8-1-15,0-3-3 16,0-5 0-16,1-1-2 16,-1 3 4-16,3 8-2 15,0 11 2-15,-3 8 10 16,-3 8-6-16,-2 7 3 0,1 1-2 15,2 8-9 1,2 20-5-16,3 8 5 16,-3 3 3-16,-5 4 2 0,1-1-1 15,-4-5-4 1,2-8 1-16,-1-9 0 0,-3-10 2 16,-2-6-3-16,-1-4 0 15,-1 0 1-15,4-3 2 16,3-18-2-16,3-11 4 15,3-10-4-15,0-2-1 16,0-6-3-16,0 5-2 16,-1 5 5-16,-4 14 0 15,-3 13-1-15,-4 12 3 0,-1 1-5 16,-1 16 2-16,0 18-14 16,2 7 15-1,3 3 1-15,1-3 0 0,6-6-1 16,5-4 0-16,4-8 1 15,6-8-1 1,4-5 3-16,2-7 4 0,0-3 1 16,1 0-2-16,-3-2-2 15,-5-11-3-15,-3-3-1 16,-2 1-11-16,-4-3-41 16,-17 11-115-16,0 0-152 15</inkml:trace>
  <inkml:trace contextRef="#ctx0" brushRef="#br0" timeOffset="115641.06">15034 5752 617 0,'0'0'149'0,"0"0"-146"16,0 0 80-16,0 0-36 15,0 0 38-15,0 0 4 16,0 0-33-16,97-67-14 16,-76 29-3-16,-2-6-9 15,-5-4-2-15,-5-5 2 16,-4-3 1-16,-5-3-10 16,0 3 8-16,0 2-13 15,-10 12-1-15,1 12-9 16,1 15-2-16,1 8-1 15,4 7 4-15,0 0-2 0,-3 2-5 16,-3 24-4 0,-4 12 4-16,4 16-1 0,3 8 2 15,4 5-2-15,2 3 2 16,0-4-1-16,12-4 1 16,9-8-1-16,3-12 0 15,0-9 0-15,3-14 0 16,0-8 0-16,-2-9 0 15,2-2-3-15,0-2 3 16,1-21 1-16,-4-13 11 16,1-8-8-16,-4-5 1 15,-7-9-4-15,-3-4 2 16,-6-4-2-16,-5 0 0 16,0 8 5-16,0 14-4 0,0 15 1 15,-2 17 9-15,-2 11 0 16,-2 1-2-1,0 0-9-15,-1 23-1 0,-4 17-6 16,1 12 5-16,4 8 1 16,6 5 0-16,0-2 0 15,0-3-1-15,16-4 2 16,4-9-1-16,4-8 2 16,5-10-2-16,3-8 0 15,2-11 0-15,2-4-1 16,-2-6-4-16,2 0 5 0,-5-16-4 15,-1-9 1 1,-9-7 3-16,0-5-5 0,-7-5-2 16,-9-2 0-1,-2 3 5-15,-3 4 2 0,0 12 2 16,0 11 2-16,0 10-3 16,-3 4 0-16,-6 1-1 15,-1 21 0-15,-1 12-5 16,1 6 4-16,7 2 2 15,3 1-1-15,0-5 0 16,3-7 0-16,15-6 0 16,3-8-2-16,3-6 0 15,7-6 1-15,6-5 1 16,4 0-1-16,3-16 0 16,4-11-7-16,-6-7-16 0,-6-4-14 15,-11-2-5 1,-7-2 6-16,-11 5 37 0,-7 7 4 15,0 10 8-15,0 10 15 16,-12 10 15-16,-5 0-20 16,-4 17-15-16,3 11-4 15,1 3-3-15,8 3 1 16,8-3 0-16,1-3 6 16,0-4-7-16,18-4 0 15,3-7 0-15,7-6 0 16,2-4 1-16,3-3 3 15,0 0-8-15,-5-6-3 0,-6-7-62 16,-11-2-53-16,-11-4-56 16,0 11-138-1,-9 0-288-15</inkml:trace>
  <inkml:trace contextRef="#ctx0" brushRef="#br0" timeOffset="115912.97">15064 5521 517 0,'0'0'420'0,"0"0"-376"15,0 0 55-15,0 0-10 16,0 0-55-16,0 0-22 15,0 0 14-15,53 0-2 16,5-11-16-16,11-3-4 16,12-1-4-16,10-2-7 15,12-1-96-15,-64 11-131 16,-2-1-180-16</inkml:trace>
  <inkml:trace contextRef="#ctx0" brushRef="#br0" timeOffset="117043.71">17072 5496 549 0,'0'0'104'0,"0"0"-12"0,0 0-14 16,-23-76-2-16,23 59 1 15,0 3 0-15,0 1-25 16,2 3-5-16,10 2-11 15,6 3-2-15,1 4-10 16,5 1-1-16,1 0-12 16,2 7-8-16,0 14-1 15,-4 8-2-15,-4 3 5 16,-7 5-4-16,-3-2 6 16,-8-4 0-16,-1-3-10 15,0-7 8-15,0-8-9 0,-1-8 4 16,-6-2 0-16,4-3-5 15,-1 0 5-15,-2-4 8 16,2-15-8-16,1-5-11 16,3-6 9-16,0-3 0 15,0 0 4-15,9-3 3 16,9 5 4-16,1 5 1 16,2 6 2-16,1 7-1 15,0 9 0-15,-2 4-1 16,2 0-9-16,-3 24-1 0,-2 10-1 15,-6 6 1 1,-5 5 3-16,-2-2-3 0,-4-2 5 16,0-7-5-16,0-7 0 15,0-12-30-15,0-8-3 16,0-5 18-16,-1-2 5 16,1 0 8-16,0-14-3 15,0-11-15-15,0-7-20 16,0-5 18-16,6-2 9 15,7 1 13-15,3 1 0 16,3 9 5-16,0 7-1 16,-2 11-1-16,-3 7 9 15,-2 3 7-15,1 7 10 16,-2 21-15-16,-2 12 5 16,1 5 11-16,-4 6-16 0,0-3-7 15,1-3 0 1,0-5-3-16,2-10-3 15,0-6-1-15,1-9 1 0,2-8-1 16,2-6 0-16,5-1-1 16,5-4-13-16,8-19-32 15,4-7-35-15,0-3-62 16,-24 16-128-16,0 0-486 16</inkml:trace>
  <inkml:trace contextRef="#ctx0" brushRef="#br0" timeOffset="117821.78">18191 5599 752 0,'0'0'139'15,"0"0"-117"-15,0 0 67 16,10-79-42-16,-10 54-8 16,0-1-11-16,0-2 12 15,-16 1 1-15,-2 2-11 16,-6 4 1-16,-3 8 17 0,-4 7-8 15,0 6-12 1,-1 0-21-16,4 10-3 0,3 17-4 16,2 8 1-16,5 5-2 15,8 3-2 1,5 3 3-16,5-4 0 0,0-3 0 16,0-4-2-16,3-9 2 15,12-5 0-15,3-7-1 16,-1-6-6-16,2-8-7 15,2 0 2-15,1-5 5 16,1-18 7-16,2-5 10 16,0-5-10-16,-4-6 5 15,0 0-1-15,-5 1-2 16,-5 6-2-16,-5 9 2 16,-1 10 4-16,-5 9 18 0,0 4 9 15,0 0 5-15,0 4-30 16,0 18-8-1,0 7 0-15,0 5 5 0,0-2-5 16,0-1-1-16,1-2 1 16,12-7 0-16,5-4 0 15,5-4-11-15,5-7-24 16,5-5-36-16,4-2-71 16,3 0-34-16,-28-11-76 15,0-2-186-15</inkml:trace>
  <inkml:trace contextRef="#ctx0" brushRef="#br0" timeOffset="118091.14">18593 5387 541 0,'0'0'134'15,"0"0"44"-15,0 0-44 16,0 0-8-16,0 0-26 16,0 0-27-16,-29-51-30 15,9 71-29-15,4 7-11 16,0 7-5-16,5 4 2 15,5 3 0-15,0 1 0 16,6-1 2-16,0-4 3 16,0-2-1-16,17-5-2 15,1-6 1-15,2-6-3 16,4-6-3-16,3-8 3 0,3-4-12 16,4 0-41-1,1-6-19-15,-3-14-41 0,-2-5-71 16,-24 11-89-16,-3 0-331 15</inkml:trace>
  <inkml:trace contextRef="#ctx0" brushRef="#br0" timeOffset="118854.86">18831 5213 515 0,'0'0'95'0,"6"-81"0"16,-6 65 14-16,0 5-30 15,0 2 19-15,0 4-3 0,0 2-17 16,0 2-2-16,0-1-13 16,0 2-8-1,-3 0-15-15,-3 0-24 0,-2 10-16 16,-1 17 3-16,-1 10-3 16,3 11 6-16,2 8-3 15,5 8-1-15,0 2 6 16,0-1-3-16,0-2 0 15,0-3-3-15,0-10 3 16,0-7-4-16,0-10 0 16,0-13 0-16,0-7-1 15,0-8 0-15,0-5 0 16,0 0 0-16,0 0-2 16,2-20-3-16,4-10-6 0,4-6 9 15,-1-10-9-15,3 0 5 16,1-3-4-16,-1 5-3 15,3 5 6-15,-1 11 6 16,0 8 1-16,-3 11 0 16,-2 4 1-16,-1 5-1 15,-1 0 0-15,2 16-6 16,-2 11 4-16,1 8 2 16,-3 5 14-16,-1 0-6 15,-3 0-4-15,1-7-2 16,1-1-2-16,1-8 0 15,2-7 0-15,3-6 0 16,3-6 0-16,2-3-9 16,5-2-24-16,3 0-27 0,3-17-5 15,-2-5-10 1,-2-8 12-16,-2-3 14 0,-5-2-19 16,-4-3 20-16,-3 6-2 15,-1 3 50-15,-4 11 0 16,-2 9 34-16,0 5 43 15,0 4 3-15,0 0 9 16,0 10-31-16,0 11-53 16,-2 8 20-16,1-1 3 15,1 0-10-15,0 2 5 16,0-6-13-16,7-3-4 0,7-6 4 16,1-6-1-1,4-6-9-15,1-3-43 0,0 0-68 16,-3-19 37-16,-14 5-156 15,-3 0-273 1</inkml:trace>
  <inkml:trace contextRef="#ctx0" brushRef="#br0" timeOffset="119537.8">19231 5299 593 0,'0'0'33'15,"0"0"-30"-15,0 0-3 16,0 0-41-16,0 0-120 15,0 0 41-15,58 49 33 0,-33-17-22 16,4 4 109-16,-3-1 66 16,-3-1 83-16,-7-2 7 15,-4-7 7-15,-8-3-60 16,-4-8-54-16,0-7 14 16,0-6-47-16,0-1-4 15,0 0 10-15,0-5 36 16,0-12-26-16,0-7-11 15,0-2-11-15,0-2 11 16,0 1-9-16,7 3 8 16,2 5-6-16,2 2-2 15,3 3 6-15,4 5 10 16,0 3-1-16,3 5-5 16,-3 1 9-16,1 1 5 15,-1 19 3-15,-6 7-24 0,-2 5 3 16,-1 5-4-1,-1-2 5-15,-1-1-13 16,2-5-3-16,1-4-2 0,1-8 1 16,4-4-2-16,-2-6 0 15,5-7 0-15,2 0-1 16,3-10 3-16,3-15-5 16,5-4 0-16,-1-6-13 15,0-5 3-15,-4-5-1 16,-6-3 1-16,-8 3-10 15,-9 10 18-15,-3 11 5 0,0 13 0 16,-16 11 2-16,-7 0 10 16,-2 11-10-1,-1 17 10-15,4 6-10 0,9 1-1 16,4 2-1-16,7-3 6 16,2-3-1-16,0-5 6 15,14-4 0-15,5-7-1 16,11-1 3-16,12-2-2 15,4-6 2-15,6-3-1 16,0-3 10-16,-2 0-22 16,-4-12-5-16,-4-6-54 15,-2-4-72-15,-33 11-90 16,1-1-422-16</inkml:trace>
  <inkml:trace contextRef="#ctx0" brushRef="#br0" timeOffset="120080.01">20920 5395 906 0,'0'0'91'15,"0"0"23"1,0 0-30-16,0 0-46 0,0 0-4 15,17 76 33-15,-11-43-33 16,1 0-5-16,-6 0-14 16,1-7-5-16,-2-2-7 15,0-8-1-15,0-8 0 16,0-3-2-16,0-5-1 16,0 0-51-16,0-13-49 15,0-17-57-15,0 12-190 16,0-2-206-16</inkml:trace>
  <inkml:trace contextRef="#ctx0" brushRef="#br0" timeOffset="120519.61">20918 5321 533 0,'0'0'147'16,"-24"-76"71"-16,21 67-175 15,3 5 45-15,0 3-53 16,0 1-35-16,0 0-14 16,0 3-67-16,14 12-55 15,4 5 88-15,2 2-55 16,3 1 34-16,2-1 5 15,-1-2 39-15,0-4 25 16,0-3 6-16,-4-5 47 16,-3-4 23-16,-2-4 2 15,-2 0 13-15,0 0-11 16,0 0 3-16,-4-11-16 16,0-5-7-16,-2 1-18 15,-4-1-14-15,-3 6 1 0,0 4 18 16,0 3 17-1,-8 3-7-15,-8 0-29 0,1 18-28 16,2 7 3-16,8 7-6 16,5 2 3-16,0 2 0 15,23-2-1-15,1-2-2 16,4-3 3-16,-6-5 3 16,-1-5 2-16,-9-3 6 15,-6-4-1-15,-6-2 1 16,0-2 5-16,-1-1-16 0,-19-3 6 15,-2-3-6 1,-2-1-13-16,0 0-55 16,3-4-107-16,13-3-65 0,3-2-109 15</inkml:trace>
  <inkml:trace contextRef="#ctx0" brushRef="#br0" timeOffset="121637.18">22309 5263 397 0,'0'0'394'0,"0"0"-358"16,0 0 72-16,0 0-61 16,0 0-38-16,0 0 6 15,89-29 17-15,-57 44 1 16,-3 15-1-16,-2 9-7 16,-8 9 3-16,-6 3-8 0,-9 1-13 15,-4-1-2-15,0-7 1 16,-14-9-5-16,-5-11-1 15,1-8 1-15,3-11 9 16,3-5-7-16,5 0 9 16,-2-5 2-16,3-17 34 15,1-9-25-15,5-5-4 16,0-8 2-16,0-6 3 16,8-2-8-16,13 0-9 15,2 1 2-15,3 9-9 16,1 10-2-16,-5 12 0 0,-2 11-8 15,-5 9-47-15,-1 0-59 16,-2 22-29 0,-12-6-61-16,0 0-183 0</inkml:trace>
  <inkml:trace contextRef="#ctx0" brushRef="#br0" timeOffset="122572.53">22741 5317 758 0,'0'0'106'16,"0"0"7"-16,0 0 20 16,0 0-70-16,0 0-1 0,0 0-27 15,6 24-26-15,-15 11 1 16,5 5-2-1,2 0-6-15,2 3 2 0,0-5 2 16,5-1-3-16,13-8-2 16,0-5 4-16,1-7-5 15,-1-8-1-15,-2-5 1 16,-1-4 0-16,-1 0 2 16,2-14 0-16,1-12 5 15,-1-6-4-15,-3-6-3 16,-1-3-3-16,-6-3-6 0,-4 0 9 15,-2 6 1 1,0 7 2-16,0 13 3 16,0 11 6-16,0 6 14 0,0 1 8 15,0 0-23-15,-2 19-11 16,-1 11-11-16,3 7 8 16,0 2 5-16,0 1-2 15,0-4 0-15,8-3 0 16,4-6 0-16,1-9 0 15,-4-7 0-15,-3-5-6 16,-3-5-6-16,0-1-6 16,3 0 0-16,-2-13-2 15,5-10 7-15,-3-9 13 16,3-2-19-16,2 0-10 16,-2 1-15-16,0 7 44 0,2 7 4 15,-1 8-4-15,0 3 3 16,5 7 6-1,1 1 7-15,5 0 7 0,3 6-7 16,-2 13 3-16,-1 6-2 16,0 5-8-16,-6 0-1 15,-3-1-7-15,-9 0 2 16,-3-4-2-16,0-6 5 16,0-7-4-16,0-5-2 15,0-4 1-15,0-3-1 16,0 0 2-16,-5-3 2 0,4-15-4 15,1-7-19-15,0-8 6 16,0-2 0 0,1-3 11-16,12-1 1 0,3 5 1 15,0 5 0-15,5 11-2 16,0 6 2-16,-3 11 3 16,3 1 6-16,4 0 2 15,5 20-2-15,0 5 9 16,-2 4 12-16,-8 3-30 15,-6-1 11-15,-6-1-11 16,-7-2 6-16,-1-6-4 16,0-3 1-16,0-8-3 15,0-5-11-15,0-3-38 16,0-3-31-16,0 0-23 16,0-6 4-16,0-11-46 15,0 9-149-15,0-1-109 0</inkml:trace>
  <inkml:trace contextRef="#ctx0" brushRef="#br0" timeOffset="123069.92">23651 5372 747 0,'0'0'117'16,"0"0"-26"-16,0 0-18 15,0 0-40-15,0 0 10 0,0 0-2 16,90 7-12 0,-68 13 5-16,-2 2 6 15,-6 3-27-15,-6 1-7 0,-7-2-3 16,-1-4-3-16,0-5 6 16,0-5-2-1,-3-4-4-15,-1-6-5 0,-2 0 5 16,0 0 7-16,3-9 3 15,0-12-10-15,2-4-4 16,1-8 3-16,0-1-1 16,0-4 0-16,9 0 0 15,4 5-1-15,-1 6 3 16,3 7 2-16,-2 10 8 16,4 5-1-16,-2 5 3 15,4 0 14-15,3 10-15 0,1 16-3 16,-1 5 17-16,0 6 3 15,-6 1-20 1,-3-3-7-16,-6-1 1 0,-4-6 1 16,0-7-3-16,-3-4 0 15,2-8-4-15,-2-5-8 16,1-3-55-16,2-1-17 16,0 0-36-16,6-17-2 15,-6 5-143-15,0-2-226 0</inkml:trace>
  <inkml:trace contextRef="#ctx0" brushRef="#br0" timeOffset="123302">24138 5277 628 0,'0'0'56'16,"0"0"51"-16,0 0-52 16,0 0 32-16,0 0 43 15,35 78-33-15,-30-41-29 16,0 0-9-16,1-1-8 15,-2-3-12-15,0-7-16 16,-2-5-19-16,-1-8-1 16,-1-6-2-16,0-5-1 15,0-2-25-15,0 0-57 16,0-13-34-16,0 0-84 0,0-3-219 16</inkml:trace>
  <inkml:trace contextRef="#ctx0" brushRef="#br0" timeOffset="124220.05">24211 5214 510 0,'0'0'79'0,"0"0"-79"16,0 0-7-16,0 0 7 15,0 0 16-15,50 100 32 16,-40-68 1-16,-4-2 1 15,-2 0 4-15,5-7 31 0,-5-3-10 16,-1-7-30-16,0-7-4 16,-3-5-23-1,0-1-10-15,2 0-2 0,-1 0 26 16,1-13 29-16,4-8-1 16,1-7-45-16,1-4-13 15,2-2 6-15,5 2-8 16,2 4 9-16,3 8 0 15,-3 9-4-15,-4 7 1 16,-1 4 0-16,-2 0-5 16,-1 18-1-16,-1 9-3 15,-3 6 3-15,-2 1 3 0,1 1-3 16,5-1-8 0,3-5-32-16,7-3-18 15,1-9 58-15,2-7-66 0,3-8-9 16,1-2 14-16,-1 0 11 15,2-12 50-15,0-9 7 16,3-5-6-16,1-5 21 16,2-5 7-16,-3-7-5 15,0 0-4-15,-5 1 9 16,-6 8 5-16,-10 8 23 16,-7 9 19-16,-2 8 14 15,-11 8-6-15,-17 1-48 0,-8 5-36 16,0 18 0-1,3 4 4-15,5 1-1 16,10-1-3-16,8-3 0 0,7-5-2 16,3-6-3-16,0-3-7 15,4-6-12 1,13-2 4-16,5-1 10 0,2-1 10 16,1 0 8-16,-2 3-6 15,-1 3-1-15,-1 7 4 16,-3 5-4-16,3 17-1 15,-1 18 13-15,0 17-9 16,-1 15 33-16,-8 6-2 0,-8 10-22 16,-3 0-4-1,0 2-4-15,-8-7-2 16,-7-13 0-16,-2-16 0 16,1-19 0-16,0-17-1 0,-3-14 16 15,-1-13-12-15,-5-4-1 16,-5-7 3-16,-4-27-1 15,-2-14-2-15,0-16-4 16,2-13 4-16,10-14-2 16,9-6-1-16,11 1 0 15,4 11-2-15,9 18-3 16,18 14 2-16,5 11 0 16,6 7-7-16,6 7-18 15,3 5-21-15,3 6-48 16,-33 17-151-16,-7 0-239 0</inkml:trace>
  <inkml:trace contextRef="#ctx0" brushRef="#br0" timeOffset="125305.07">26165 5434 663 0,'0'0'160'16,"0"0"-104"-16,0 0 47 15,0 0-46-15,44-82-13 16,-44 65 11-16,0-1-19 15,-5 1-9-15,-11 4-4 16,-4 2-11-16,-2 5 2 16,-3 6 7-16,-4 0-12 15,-2 0-5-15,0 17 2 16,1 9-5-16,3 4 2 0,6 7-2 16,2 1 5-1,6 2-4-15,6-3-1 0,6-5 0 16,1-4-1-16,0-6-4 15,7-8 4-15,7-6-2 16,-1-5 0-16,5-3 2 16,3 0 2-16,0-7 1 15,3-13 6-15,-1-5-7 16,3-4 6-16,-7-3 0 16,2-2-4-16,-8-1 0 15,-7 2 13-15,-3 11 11 16,-3 7 8-16,0 10-9 15,0 5 4-15,0 0-12 16,0 0-15-16,-1 8-4 0,-5 17-3 16,-1 7 3-16,4 2 1 15,3 0 2-15,0-2-3 16,1-5 1-16,15-3-1 16,1-7-1-16,1-4 1 15,1-8 0-15,1-5 0 16,2 0 0-16,3-7-1 15,0-18 2-15,1-9-2 16,1-7-5-16,-5-4-2 16,-1 1 4-16,-9 7 4 0,-4 12 0 15,-4 14 4 1,-1 8-2-16,-3 3 3 16,4 0 1-16,5 12-6 0,9 12-11 15,5 6 11-15,4 1 14 16,-2 2-3-16,-4-2-3 15,-12-2-8-15,-5-1 2 16,-4-2-2-16,-1-5-2 16,-22-7 1-16,-1-4 1 15,-1-9 0-15,4-1-2 16,6 0-28-16,8-19-39 16,7-6-106-16,0 7-160 15</inkml:trace>
  <inkml:trace contextRef="#ctx0" brushRef="#br0" timeOffset="126040.63">27447 5406 842 0,'0'0'34'16,"0"0"38"-16,6-75 20 15,-6 48-39-15,0 3-8 16,0 3 11-16,-2 5-3 16,-10 7 17-16,-1 3-18 15,-8 6-28-15,-4 0-11 16,-7 8-11-16,-4 19-2 15,4 10 0-15,2 5-4 16,9 5 4-16,9-4 2 16,7-1-2-16,5-7 0 0,0-7-3 15,6-7 0-15,13-5 1 16,1-8-9 0,4-5-17-16,1-3 10 0,0 0 16 15,0-18-1-15,0-7 1 16,-1-6-7-16,-2-2 9 15,-4-4 1-15,-3 2 0 0,-7 1 7 16,-2 11-1 0,-5 10 17-16,-1 9 10 15,0 4 4-15,0 0-2 16,0 7-34-16,0 16-2 16,-4 8 0-16,2 1 6 0,2-1-6 15,0-3 0-15,12-8 0 16,9-4 0-16,6-5 0 15,6-5-3-15,3-5 3 16,2-1 3-16,2 0-3 16,-7-11-2-16,-1-9-32 15,-3-3-43-15,-3-6-93 16,-23 13-137-16,-2 1-490 16</inkml:trace>
  <inkml:trace contextRef="#ctx0" brushRef="#br0" timeOffset="127021.8">28736 5331 762 0,'0'0'130'16,"0"0"-72"-16,0 0 37 0,0 0-28 15,57-92-6 1,-53 70-2-16,-2-1 2 0,-2-1-12 16,0 4-11-1,-8 4-12-15,-10 3-14 0,0 6 0 16,-7 5-3 0,-2 2-9-16,-4 2 0 0,-4 22 0 15,4 8 4-15,3 6-4 16,7 2-5-16,9-5 5 15,9-4-1-15,3-7 2 16,0-6-3-16,9-5-6 16,13-6-11-16,6-7-8 15,4 0 14-15,1-6-7 0,-2-14 5 16,-1-6 2 0,-6-2-1-16,-8-1 3 0,-5 7 11 15,-6 5 4 1,-5 10 7-16,0 6 6 0,0 1 26 15,0 7-15-15,0 23-28 16,0 19-11-16,0 15 11 16,-1 11 3-16,1 7 7 15,0 4 9-15,0 4 1 16,0 9-2-16,6 6-3 16,2-1-6-16,-4-4 11 15,-4-12 6-15,0-16-21 16,-14-17 0-16,-9-15-1 15,-3-18 3-15,0-14-2 16,-6-8-1-16,1-8 6 0,-3-29-7 16,-1-14-3-16,5-14 0 15,7-12-7-15,6-14 7 16,8-3-5-16,9 2 0 16,0 10 1-16,9 15 3 15,14 10 0-15,8 12-2 16,6 10-4-16,3 5 5 15,7 7-3-15,2 5-10 16,1 3 0-16,3 5-50 16,-1 3-21-16,0 1-62 15,-40 6-87-15,0 0-263 16</inkml:trace>
  <inkml:trace contextRef="#ctx0" brushRef="#br0" timeOffset="128433.88">29107 5429 508 0,'0'0'207'0,"0"0"-143"15,0 0 39-15,0 0-62 16,0 0 4-16,0 0-9 15,0 0-4-15,56-42-15 16,-52 27-2-16,-4-2 1 16,0 0 1-16,0 0-2 15,0 0 7-15,-9 2 9 16,-4 2-7-16,1 4-11 16,-3 3-3-16,1 6 10 15,-1 0-16-15,1 0 12 16,0 5-15-16,-1 12-1 15,6 7 0-15,2 3 0 16,5 4 7-16,2 0-1 0,0 1-3 16,5-4 5-1,10 0-1-15,6-9-5 0,-1-4 1 16,0-5 1-16,1-7-4 16,-3-3 2-16,4 0-1 15,2-7 2-15,1-14 6 16,0-6 5-16,-2-3-11 15,-2-3 4-15,-3-4-6 16,-5 2 6-16,-1 3-3 16,-5 9 10-16,-4 8 7 15,-1 10-2-15,-2 5 9 0,0 0-6 16,0 0-22 0,0 3-3-16,0 19-8 0,0 8 11 15,0 5 2 1,0 1-2-16,0-4 0 0,-3-4 1 15,3-6 0-15,0-10-1 16,0-5 0-16,0-4 0 16,0-3 1-16,0 0 3 15,0-1-4-15,6-18-7 16,8-8-2-16,6-8 4 16,4-4 4-16,-3-5-5 15,2 2-3-15,-4 6 6 16,-6 12 1-16,-1 12 4 15,-7 8-1-15,-2 4-1 0,0 0 0 16,0 11-12 0,1 15-15-16,2 7 27 0,3 4 5 15,0-1-3 1,2 0-2-16,2-3 0 0,-1-3 4 16,3-6-2-16,-2-5-2 15,2-6-1-15,0-6 1 16,1-4 3-16,4-3-3 15,2 0-2-15,2-11 2 16,-1-10 0-16,-1-6-17 16,-1-3 6-16,-2-3-14 0,-1-6 7 15,-3-1-3 1,-6-1-3-16,-6 1 12 0,-3 8 12 16,0 8 4-1,0 8-1-15,0 6 17 0,-5 5 9 16,1 2-13-16,1 3 7 15,-1 0-21-15,2 0-2 16,-4 0-2-16,-1 0-6 16,-4 15 6-16,-2 6 2 15,4 4 4-15,-3 3 2 16,4 3 2-16,2 3 3 16,3-2-4-16,2 1 4 15,1-2-9-15,0-2 2 16,0-2-4-16,6-4-1 15,9-3 1-15,0-5-1 0,4-5 0 16,4-3-2-16,5-6 3 16,3-1-26-16,1 0-18 15,-2-8-69 1,-4-9-8-16,-3-3-84 0,-7-4-129 16,-3 1-85-16</inkml:trace>
  <inkml:trace contextRef="#ctx0" brushRef="#br0" timeOffset="128751.18">30032 5372 129 0,'0'0'185'0,"0"0"49"15,0 0-37-15,0 0-89 16,17-78-6-16,-5 68-29 16,7 2-17-16,4 2-14 15,5 5-4-15,5 1-6 16,-2 0 17-16,-1 12-21 16,-3 13-10-16,-6 3 2 0,-11 3-10 15,-7 1 3-15,-3-2-4 16,0-3-4-16,-9-7 7 15,-3-8-8-15,0-6-1 16,3-5-2-16,2-1 11 16,-1 0 14-16,3-12 3 15,0-13-13-15,5-6-9 16,0-5-5-16,0-7 0 16,12 0-2-16,6 3-5 15,3 6-8-15,2 12-10 16,-1 6-11-16,0 9-40 0,0 6-47 15,-4 1-72 1,-11 0-99-16,-4 2-242 0</inkml:trace>
  <inkml:trace contextRef="#ctx0" brushRef="#br0" timeOffset="129253.35">30556 5253 387 0,'0'0'201'15,"0"0"-40"-15,0 0-26 16,0 0-28-16,0 0-28 15,0 0-24-15,57-52-4 16,-54 34-10-16,-3 1-5 16,0 5-12-16,0 4-4 15,0 5 4-15,-5 3 12 16,-11 0-27-16,-4 5-6 16,-3 17-5-16,-3 8 2 0,4 2-5 15,7 6 4-15,4-2 1 16,4-4 0-16,4-2 0 15,3-6 0-15,0-6 0 16,0-5-1-16,10-7-2 16,2-3 4-16,2-3-2 15,4 0 2-15,1-5 9 16,2-16-6-16,4-6 3 16,1-6-7-16,-4-4-9 15,-4-2 0-15,-3 4 5 16,-2 8 4-16,-4 12 4 15,-4 6 4-15,-2 9 3 16,-3 0 20-16,0 0-9 0,0 1-22 16,0 18 0-1,0 8 0-15,6 3 10 0,0 2-6 16,5-2 0-16,3-5 1 16,1-3-5-16,6-3-1 15,-2-5-1-15,2-7-3 16,-1-4-31-16,-4-3-36 15,-1 0-38-15,1-11-1 16,-4-11-23-16,-10 8-85 16,-1-2-115-16</inkml:trace>
  <inkml:trace contextRef="#ctx0" brushRef="#br0" timeOffset="129551.17">31003 4964 589 0,'0'0'226'0,"0"0"-106"16,0 0 3-16,0 0-71 16,0 0-28-16,0 0 14 15,0 76 31-15,-7-35-23 16,3 6 5-16,-1-1-11 16,2 1-5-16,3-2-6 15,0-5-10-15,0-7 2 16,0-6-11-16,0-8-2 15,11-4-8-15,5-6-2 0,5-5-2 16,2-4 2 0,5 0-6-16,0 0-17 0,-1-13-24 15,-6-5-56-15,-11-2-24 16,-10 8-78-16,0 0-155 16</inkml:trace>
  <inkml:trace contextRef="#ctx0" brushRef="#br0" timeOffset="130223.2">31019 5210 605 0,'0'0'175'0,"0"0"-83"16,0 0 36-16,0 0-45 15,0 0-32-15,0 0-24 0,4-32-25 16,23 24 10-16,4-1-10 16,2 1-2-1,2 1 1-15,-4 2 0 0,3 0 2 16,-5 1-3-16,-4 1 1 15,-3 3 4-15,-8 0 9 16,-6 0-3-16,-6 5-6 16,-2 14-1-16,0 9 18 15,0 6 16-15,0 1-8 16,-5 1-17-16,2-4-6 16,1-4 5-16,2 1-7 15,0-5 5-15,5-6 11 16,7-3-3-16,2-6 1 15,-1-6-15-15,-1-3-3 16,1 0 2-16,0-8 1 0,-6-10 3 16,-1-7 3-16,-6-5-10 15,0-4-14-15,-4-2 5 16,-11 2-17-16,-3 4 3 16,4 8 16-16,5 5 7 15,4 7 3-15,5 1-2 16,0 1-1-16,0 1 0 15,8 1-14-15,9 1 8 16,5 1 6-16,8 2-1 16,6 2 1-16,6 0 3 15,2 4 2-15,1 17 2 16,-2 8-6-16,-5 3 1 0,-9 3 8 16,-8 2 3-16,-10-3-12 15,-7-3-1 1,-4-3-2-16,0-5 2 0,-12-8 0 15,-7-5-7-15,0-7-9 16,4-3 16-16,1 0 1 16,5-16 5-16,8-9 2 15,1-10-7-15,7-7 5 16,23-10 5-16,10-1-2 16,8-1 1-16,4 9-10 15,0 11 0-15,-7 13-1 16,-10 13-26-16,-10 8-97 15,-25 0-61-15,0 5-250 16</inkml:trace>
  <inkml:trace contextRef="#ctx0" brushRef="#br0" timeOffset="135752.37">2660 7827 510 0,'0'0'166'0,"0"0"-114"0,0 0 69 16,0 0-32-16,0 0-15 15,0 0-11-15,0 0-17 16,34-79-5-16,-34 58-10 15,-7-2-7-15,-10 0 7 16,-1 0 5-16,-2 0-10 16,-2 8-2-16,2 5-5 15,-1 7-6-15,0 3-7 16,-3 0-6-16,0 14-3 16,-1 13-2-16,4 7 4 15,0 6 1-15,5 6-1 16,7 2 0-16,4-3-1 15,5-3 0-15,0-5 1 0,0-5-2 16,9-8 1-16,9-7-1 16,3-5-5-1,0-9-9-15,4-3 1 0,2 0 1 16,-2-20 13-16,-1-7-1 16,2-7 1-16,-7-4 2 15,0-3-10-15,-5-1 10 16,-8-1 0-16,-3 5 6 15,-3 6 3-15,0 11 17 16,0 11 4-16,0 7 11 16,0 3-8-16,0 0-9 15,0 3-24-15,-3 18-2 16,0 7 1-16,1 5-3 0,2-1 4 16,0-4 0-1,8-2 0-15,8-8-1 0,-2-5-1 16,-1-6-2-16,2-5 1 15,1-2 0-15,-2 0-5 16,5-2-8-16,-4-15 13 16,3-8 3-16,-6-7 2 15,3-1 0-15,-8-3 3 16,1 2-2-16,-5 6-3 16,4 9 0-16,-4 9 5 15,-3 8 4-15,0 2 6 16,0 0-6-16,0 17-9 0,3 11-17 15,5 12 17 1,-1-2 6-16,2 0-3 16,-3-4-3-16,3-9 0 0,0-7-1 15,-3-6 1-15,0-8 0 16,-3-3-8-16,1-1-4 16,2 0-7-16,2-11 3 15,5-11 16-15,-1-8 4 16,3-3-4-16,-3-1-4 15,-1-2 2-15,-1 3 2 16,-3 8 0-16,-4 10 2 16,-1 8 2-16,-2 7 1 0,1 0 9 15,1 7-14 1,8 17-3-16,1 8-1 16,2 5 4-16,2 2 3 0,7-3-1 15,1-5-1-15,5-6-2 16,5-8-27-16,0-7-35 15,8-10-51-15,-2 0-20 16,3-4-35-16,-29-9-75 16,-2 0-199-16</inkml:trace>
  <inkml:trace contextRef="#ctx0" brushRef="#br0" timeOffset="136248.9">3510 7664 201 0,'0'0'470'0,"0"0"-328"15,0 0 6-15,0 0-27 16,0 0-33-16,0 0-38 0,-86-62-26 16,62 87-2-16,1 9-21 15,1 7-1-15,10 2-1 16,5 2 1-16,7-2 0 16,0-6-3-16,3-7 1 15,16-7 1-15,3-7 1 16,2-9-6-16,0-7 2 15,3 0 4-15,0 0 7 16,1-19-3-16,2-6 1 16,-3-7 1-16,-2-8 3 15,-5-5-1-15,-4-6 1 16,-7-8-2-16,-3-9-1 0,-4-6 5 16,-2 1 4-16,0 6 12 15,0 14-20 1,-5 19 13-16,-1 17 6 0,0 13 3 15,-4 4-1-15,-2 10-16 16,-2 23-11-16,-2 13 3 16,5 11-4-16,5 3 0 15,5 5 2-15,1-1-1 16,0-6 3-16,0-8-2 16,7-6 3-16,8-6-5 15,9-7 0-15,9-8-1 0,6-9-1 16,13-11-3-1,5-3-13-15,8-3-35 16,4-18-68-16,-44 5-147 16,-1 1-425-16</inkml:trace>
  <inkml:trace contextRef="#ctx0" brushRef="#br0" timeOffset="137231.64">4938 7715 625 0,'0'0'92'0,"0"0"40"0,0 0-29 15,6-74-30-15,-6 55-4 16,-3 1-7 0,-9 0-24-16,3 2-8 0,-4 4 14 15,2 3-10-15,-1 5 9 16,2 4-9-16,-2 0-17 16,-4 1-16-16,-3 20 4 15,-1 11-8-15,-1 5 3 16,9 5-1-16,3 1 1 15,4-2 0-15,5-3 0 16,0-4-4-16,2-7 3 16,11-6 0-16,2-6 1 15,3-5-8-15,0-5 1 16,0-5-11-16,4 0 7 16,-1-6 11-16,2-15-1 0,-1-6 2 15,-1-4 2-15,-6-3-1 16,-5-1-2-16,-2-1 5 15,-5 0-1-15,-3 4 2 16,0 7 5-16,0 9 12 16,0 9 1-16,0 7-2 15,0 0-1-15,0 9-19 16,-8 21-2-16,2 11 0 16,2 5 1-16,4 1 0 15,0-5 0-15,0-6 0 0,13-8 0 16,4-8-2-1,2-9 1-15,0-5-6 16,1-6 4-16,1 0-12 0,1-10 7 16,-1-16-4-16,3-7 3 15,-2-9-8-15,-1-2-14 16,-3-5 4-16,1 7 5 16,-5 10 21-16,-8 12 3 15,1 11 3-15,-4 9 11 16,2 0 8-16,2 16-25 15,4 11 3-15,2 5 1 16,-4 3 20-16,0 2-10 16,-3 0-8-16,-3 3 1 0,-2-2 0 15,1-3-1 1,-2-2 15-16,0-11-10 16,-12-7-7-16,-3-6-1 0,-1-9-3 15,2 0-2-15,2-12-16 16,5-14-31-16,7-10-67 15,0 16-98-15,0 0-275 16</inkml:trace>
  <inkml:trace contextRef="#ctx0" brushRef="#br0" timeOffset="137947.91">6470 7757 711 0,'0'0'99'16,"0"0"-4"-16,15-74 4 0,-15 46-25 15,0-2 3-15,0-2-17 16,-7 4 6-16,-8 2-8 15,-3 9-16-15,-2 8-14 16,-5 7-2-16,0 2-20 16,-4 10-5-16,1 19 2 15,1 10-3-15,2 6 0 16,8 6-1-16,5-2 0 16,5 0 1-16,7-3-1 15,0-10 1-15,0-5-3 0,18-10 3 16,0-8-16-1,9-7-17-15,-2-6 1 0,5 0-1 16,0-13 10-16,-2-11 4 16,-3-5 9-16,-1-5 0 15,-3-2-15-15,-3 0 15 16,-4 0 10-16,-6 7 5 16,-5 6 0-16,-3 11 27 15,0 9 23-15,0 3 15 16,0 0-19-16,-4 21-45 15,-8 8 0-15,3 7 3 16,4-1-9-16,5-3 3 16,0-3 0-16,2-8-2 15,13-4 0-15,6-6-1 16,10-7-1-16,13-4 1 0,14 0-7 16,9-19 0-16,6-9-91 15,-48 10-179 1,-1 1-618-16</inkml:trace>
  <inkml:trace contextRef="#ctx0" brushRef="#br0" timeOffset="138917.54">7656 7638 628 0,'0'0'52'0,"0"0"55"0,-21-73-3 16,21 53-38-16,0 2 12 15,9 1-19-15,12-2-4 16,6 4-15-16,1 2 6 15,-1 3-7-15,3 7-6 16,-3 3-4-16,-2 7-20 16,-1 22-7-16,-3 9 2 15,-4 8-3-15,-3 4 6 16,-6-1-4-16,-8-1-2 16,0-5 5-16,0-10-4 15,-3-7-2-15,-6-9-13 16,2-10-3-16,-1-4 1 15,5-3 6-15,0 0 1 16,0-10-1-16,1-13-19 0,2-5 12 16,0-3 0-16,0-5 16 15,5 0 3-15,9-2 2 16,3 4 7-16,0 3 9 16,8 5-5-16,-1 6 5 15,4 7-1-15,-2 6-4 16,-5 7-7-16,1 0 7 15,-4 5-16-15,-2 17-1 16,-4 11-1-16,-4 5 4 16,-4 2-2-16,-4-3 3 0,0-4 3 15,0-6-6 1,0-7 0-16,0-10-23 16,0-6-5-16,0-4 13 0,0 0 15 15,0-1 7 1,0-18-7-16,0-6 0 0,5-6-16 15,8-6 16-15,-1-4 0 16,10-1 1-16,-5-1-1 16,7 7 2-16,-2 8-2 15,-1 8-2-15,0 11 2 16,-5 9 9-16,-2 0 3 16,-1 13-5-16,-4 17-1 15,-3 5-3-15,-1 7 5 16,-4 1 2-16,1-2-3 15,1-6-6-15,4-6-1 0,2-7-3 16,3-10-26-16,9-6-46 16,2-6-32-16,6 0-25 15,2-11-2-15,0-9-78 16,1-4-105-16,-1-4-12 16</inkml:trace>
  <inkml:trace contextRef="#ctx0" brushRef="#br0" timeOffset="139247.73">8662 7579 290 0,'0'0'173'16,"0"0"-129"-16,0 0 119 15,36-78-53-15,-36 76 33 16,0 2-10-16,-2 0-26 16,-11 12-46-16,-8 15-52 15,3 7-9-15,2 2 0 16,5 2 0-16,6-2 0 0,5-3 0 16,0-6-1-16,0-4 0 15,5-7 1-15,10-8-6 16,3-7-6-16,0-1 4 15,7 0 8-15,-1-9 10 16,0-10-7-16,-6-3 1 16,0-4-2-16,-3-2 20 15,-5 1 2-15,-10-1 7 16,0 0 21-16,-5 0-9 16,-20 2-19-16,-5 8-8 15,-1 7-11-15,3 9-5 16,4 2-5-16,6 0 5 0,3 10-1 15,9 8-27-15,6 1-48 16,0-14-98 0,0-2-143-16</inkml:trace>
  <inkml:trace contextRef="#ctx0" brushRef="#br0" timeOffset="139849.35">9206 7212 792 0,'0'0'87'0,"0"0"39"16,0 0-27-16,0 0-19 16,0 0-7-16,0 0-28 15,2 17-26-15,-2 22 7 16,-2 8 7-16,-4 5-8 15,2 6-6-15,-2 4-2 16,3 0-5-16,2-4 5 16,-1-6 0-16,2-5-5 15,0-11-9-15,0-7-2 0,0-10 0 16,0-6 0 0,0-7-1-16,3-5-9 0,2-1-37 15,-1 0-30-15,-3-14-37 16,-1-7-42-16,0 7-99 15,0 0-235-15</inkml:trace>
  <inkml:trace contextRef="#ctx0" brushRef="#br0" timeOffset="140601.38">9001 7532 664 0,'0'0'138'16,"0"0"-30"-16,0 0-12 0,0 0-47 15,0 0-31 1,0 0-8-16,0 0 8 0,80-41-12 16,-44 31 7-16,4 2 1 15,0-1 1-15,1 2-4 16,-1 2 3-16,-7 2 5 16,-6 3-11-16,-8 0-1 15,-5 0 9-15,-4 0-5 16,-6 8 2-16,-1 14-6 15,0 6 12-15,-3 5 6 16,0 4 2-16,0 3-18 16,0-2-5-16,0-5 0 15,0-6-3-15,6-4 2 16,2-6-1-16,8-5-2 16,-1-7 0-16,0-5 0 0,6 0 0 15,-2 0 8-15,4-17-4 16,-3-4-1-16,-1-3 5 15,-6-4-4-15,-6 1 1 16,-7 0 0-16,0 1-3 16,-4 3-1-16,-20 3-2 15,-1 4 1-15,-2 8 0 16,2 2 0-16,5 5-5 16,5 1-1-16,8-1 4 15,5-1 2-15,2 1 0 16,0-3-4-16,3-2-9 15,16-1 1-15,8-1 12 0,3 0 1 16,6 3 1-16,3 3-2 16,-2 2-3-16,5 0 3 15,-3 13 1-15,-5 10 1 16,-1 5 9-16,-5 3-4 16,-11 0-7-16,-4 3 9 15,-13-2-2-15,0-2-4 16,-6-6-6-16,-12-10-13 15,3-7 16-15,2-7 0 16,4 0 4-16,3-1 5 16,6-18-4-16,0-8 3 15,0-6 0-15,3-7 0 16,12-5-3-16,3-3 2 16,2 0 1-16,3 4-6 0,1 8 0 15,-2 9-4 1,-4 12-1-16,-3 12-52 0,-1 3-48 15,-14 0-113-15,0 12-213 16</inkml:trace>
  <inkml:trace contextRef="#ctx0" brushRef="#br0" timeOffset="140925.75">10036 7597 695 0,'0'0'142'0,"0"0"-27"16,0 0-18-16,0 0-66 16,0 0-8-16,0 0-13 15,-8 78-7-15,8-68 2 16,0-5-4-16,0-3 4 15,0-2 9-15,0 0 26 16,0 0 20-16,5 0 3 16,-1-10-11-16,-4-3-24 15,0-1-11-15,0 0-12 0,-7 2-5 16,-11 4-89-16,9 8-120 16,4 0-393-1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2-07T16:11:07.84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1099 1412 537 0,'0'0'373'0,"0"0"-350"15,0 0 76-15,0 0-12 16,0 0-28-16,0 0 7 15,0-17-4-15,0 17-15 16,0 0-8-16,0 0-9 0,0 0-13 16,0 0-5-16,0 10-12 15,0 17-7-15,0 14 5 16,0 10 2-16,0-1 3 16,0-4 4-16,0-7-5 15,0-9 0-15,0-6-2 16,0-7 0-16,0-10 3 15,0-3-3-15,0-4-3 16,3 0 3-16,-3 0 0 16,3 0 5-16,2 0 0 15,2-10-2-15,8-5 0 0,3-1 2 16,1 2-1 0,2 1-4-16,-1 5 0 15,-1 5 0-15,3 3-1 0,-2 0-1 16,4 17 2-16,-4 7-4 15,-3 4 4-15,-2 4-1 16,-9 1 4-16,-5 1-3 16,-1-2 0-16,0 0 0 15,-12-6 0-15,-10-2 3 16,-3-4-3-16,-4-4 4 16,-2-5 9-16,-2-3-13 15,-1-4 0-15,1-4 0 16,0 0-14-16,3-1-21 15,2-14-48-15,6-6-117 0,17 8-69 16,5 1-257-16</inkml:trace>
  <inkml:trace contextRef="#ctx0" brushRef="#br0" timeOffset="252.1">1041 1566 800 0,'0'0'219'0,"0"0"-157"0,0 0 30 15,0 0-11 1,0 0-43-16,0 0 4 0,76-62 6 16,-46 50-24-16,3 3-14 15,-2 0-6-15,-1 2-4 16,0-1 0-16,-2-2-1 15,-1-4-51-15,-2-3-114 16,-20 10-101-16,-2-3-170 16</inkml:trace>
  <inkml:trace contextRef="#ctx0" brushRef="#br0" timeOffset="534.77">1436 1257 726 0,'0'0'127'0,"0"0"-15"16,0 0-44-16,0 0-43 15,60 99 53-15,-36-29 6 0,6 18-11 16,-3 9-10-16,-5 6-17 16,-3-1-8-16,-13-4-22 15,-6-2-1-15,-1-8-1 16,-26-9-3-16,-6-7-3 16,-7-8 0-16,-3-14-1 15,-2-7 0-15,0-12-5 16,6-10 2-16,5-7-3 15,4-8-1-15,6-6-4 16,2 0-16-16,7-15-17 16,2-11-42-16,5-8-123 15,8 14-48-15,0 0-296 0</inkml:trace>
  <inkml:trace contextRef="#ctx0" brushRef="#br0" timeOffset="3367.83">2852 1285 611 0,'0'0'89'0,"0"0"-1"16,0 0-18-16,0 0-36 16,0 0 5-16,0 0-3 15,0 7-16-15,0 13 9 16,0 7-7-16,-7 8 6 16,1 10 11-16,0 9-7 15,0 7 1-15,-2 1-18 16,-5 0 17-16,4-6-9 15,-3-2 1-15,2-8 1 16,-1-6 1-16,1-6-8 16,2-10-9-16,4-9-8 15,-1-5 5-15,4-6-6 0,-1-4 4 16,2 0-2-16,0 0 0 16,0 0 1-16,0 0-3 15,0-5-12-15,-3-15-69 16,0-4-113-16,3-3 8 15,0-1 15-15,0 18-117 16,0-1-99-16</inkml:trace>
  <inkml:trace contextRef="#ctx0" brushRef="#br0" timeOffset="3767.37">2728 1467 112 0,'0'0'409'0,"0"0"-315"15,14-76 50-15,-8 59-33 16,4 2-29-16,-1 1-2 16,0 4-5-16,-1 1-22 15,0 5-7-15,-3 2-10 16,1 2-6-16,0 0-11 16,6 2-7-16,-2 13-6 15,7 8 11-15,-1 8 0 16,2 9-6-16,-3 7 11 15,0 6-8-15,-5-3 0 0,1 0-2 16,-1-5-5-16,-4-2 2 16,3-6-3-1,-3-2 2-15,-1-7-5 0,2-6 1 16,-3-3-2-16,1-5 0 16,-2-4-2-16,0-3 1 15,-3-6-1-15,0 1 2 16,0-2-2-16,0 0-2 15,0 0-13-15,0 0-37 16,0 0-14-16,-12-9-124 16,0 1-48-16,5-1-278 15</inkml:trace>
  <inkml:trace contextRef="#ctx0" brushRef="#br0" timeOffset="4011.26">2751 1781 738 0,'0'0'78'16,"0"0"33"-16,0 0-17 15,0 0-48-15,0 0-7 16,0 0-1-16,55-19 14 16,-28 15 5-16,-2-1-11 15,2 1-16-15,-6 3-13 16,-5-1-13-16,-2 2-1 15,2 0-3-15,-4 0-2 16,4 0-35-16,-2 0-86 0,5-2-44 16,-14-3-140-16</inkml:trace>
  <inkml:trace contextRef="#ctx0" brushRef="#br0" timeOffset="6037.19">4465 1485 715 0,'0'0'101'0,"0"0"-89"15,0 0 78-15,0 0-36 16,9-79-17-16,-12 64 13 16,-9-2-8-16,-7 2 15 15,-5 2-14-15,1 2 5 0,-4 3-22 16,-1 4 0 0,0 4-8-16,-5 0-16 0,3 0-2 15,3 3-1-15,7 11-1 16,3 5 1-1,5 3-1-15,6 8-3 0,6 4 0 16,0 6 2-16,3 6 0 16,18-1 3-16,7 2 0 15,5-1 4-15,3-2-2 16,0-2 0-16,-3-2 2 16,-8-2-3-16,-4-3-1 15,-11-4 2-15,-8-3-1 16,-2-4 1-16,0-4-2 15,-21-3 5-15,-12-7 0 16,-7-9-1-16,-5-1-4 16,2 0-2-16,7-15-8 0,9-8 9 15,6-5 0-15,8-4 1 16,7-4-7-16,6-1 7 16,0 1 9-16,19-1-3 15,11 1 0-15,3 4-1 16,-2 4 5-16,2 4-2 15,1 5 0-15,-4 2-5 16,0 1-3-16,-5 3-4 16,2 1 1-16,-1-1-72 15,-1-2-92-15,-20 10-62 16,-2 1-305-16</inkml:trace>
  <inkml:trace contextRef="#ctx0" brushRef="#br0" timeOffset="6768.73">5148 1656 884 0,'0'0'111'0,"0"0"-24"16,0 0 13-16,0 0-52 15,0 0-10-15,0 0-11 16,0 0-18-16,-3 72-3 15,3-18 11-15,0 9 15 0,2 8-15 16,7 2 0-16,4 1 17 16,-1-4-15-16,0-5-7 15,-3-6 1-15,0-8-7 16,-3-10-1-16,0-10-1 16,-3-8-1-16,-3-10 0 15,0-6-3-15,0-6 1 16,0-1-2-16,0 0 1 15,0-4-14-15,-5-24-48 16,-11-15-109-16,1-12-129 16,6 27-29-16,2-3-28 15</inkml:trace>
  <inkml:trace contextRef="#ctx0" brushRef="#br0" timeOffset="7070.99">5103 1864 321 0,'-7'-73'74'0,"7"44"33"0,0 5 6 16,9 5-16-16,8 2-19 15,5 2 7-15,2 4 0 16,5 2 4-16,3 5-15 16,2 4-9-16,-1 0-12 15,1 19-14-15,-4 6-7 16,-6 5-2-16,-2 2-9 16,-10 2-4-16,-9-2 7 15,-3 0-15-15,0-5-2 16,-7-4 8-16,-14-3-4 15,-1-6 6-15,-4-5-8 0,-4-8-6 16,-1-1 3 0,1 0-4-16,3-10-2 0,5-8-7 15,10-3-23-15,3-3-21 16,8-2-25-16,1 4-57 16,13 1-45-16,-1 14-98 15,6 3-324-15</inkml:trace>
  <inkml:trace contextRef="#ctx0" brushRef="#br0" timeOffset="8117.77">5569 1670 901 0,'0'0'103'15,"0"0"8"-15,0 0 13 16,0 0-67-16,0 0-20 15,0 0-14-15,0 0-23 16,-5 25 2-16,-5 1 5 16,6 4-7-16,2 2-2 15,2-1 2-15,0 0-1 16,2-2 1-16,14-7 0 16,1-5 0-16,3-7 0 15,1-6 0-15,2-4 3 0,-1 0-2 16,0-3-1-1,-5-15-3-15,2-7 3 0,-7-5 1 16,-5-2-1 0,-5-5 2-16,-2-3 2 15,0-3 4-15,-19-3-7 0,-5 6 5 16,-3 4 3-16,1 11 4 16,-5 10 9-16,4 8-15 15,2 7-2-15,-2 0-4 16,8 16-1-16,4 8 0 15,6 2-8-15,6-2 2 16,3-2-13-16,0-5-16 16,22-4-11-16,8-5-9 15,8-6-19-15,3-2 9 16,4 0 6-16,-2-15-14 16,-4-6-16-16,-2-5 36 0,-4-5 34 15,-3-7 17 1,-3-3 2-16,-2-6 2 0,-7 2-1 15,-3 4 3-15,-3 6 19 16,-6 8 45-16,-2 7 2 16,-2 6 17-16,-2 7-18 15,0 4 2-15,0 3 9 16,0 0-23-16,0 0-41 16,0 10-16-16,-7 15-3 15,-1 11 3-15,2 10 3 16,3 8 1-16,3 5-3 15,0 6 9-15,0 0 1 16,6-4-3-16,12-4 0 0,0-5-5 16,4-11-3-16,2-3-1 15,3-13 1-15,-3-7 1 16,3-8 2-16,-2-7-1 16,5-3-2-16,0 0 3 15,-2-13 2-15,2-8-3 16,-5-4 0-16,2-7-2 15,-6-3 2-15,-3-4-2 16,-6-4 3-16,-6 0-2 16,-2 2 2-16,-4 5 0 15,0 9-2-15,-4 12-1 16,-7 7 5-16,-5 5 5 0,-5 3-4 16,-6 8-2-16,-1 20-4 15,1 11-2-15,7 6-2 16,6 3 1-16,9 0 3 15,5-3-1-15,0-6-3 16,22-5 1-16,11-10 3 16,9-9 0-16,9-6 3 15,4-9-3-15,5 0 3 16,4 0 1-16,-6-13-2 16,-6-1 1-16,-10 0 2 15,-13 0-1-15,-9-1-4 16,-9-1 0-16,-4-1-18 15,-2-1-33-15,-5 12-132 16,0 1-200-16</inkml:trace>
  <inkml:trace contextRef="#ctx0" brushRef="#br0" timeOffset="10448.12">8143 1340 855 0,'0'0'114'16,"0"0"-76"-16,0 0 112 15,0 0-111-15,0 0-23 16,0 0 5-16,0 0-5 16,-8 13-8-16,8 19-4 15,0 15 27-15,5 5 6 0,2 5-12 16,-1-7 1-1,-3-3-13-15,0-8-3 0,-3-6-10 16,3-8 3-16,0-7-3 16,-3-8 2-16,2-4-1 15,-1-3-1-15,1-3-1 16,-2 0-22-16,0-10-79 16,0-15-77-16,0 7-150 15</inkml:trace>
  <inkml:trace contextRef="#ctx0" brushRef="#br0" timeOffset="10782.33">8068 1289 573 0,'0'0'133'0,"0"0"-24"0,0 0-23 16,0 0-17-16,0 0 6 15,0 0-22-15,97-65-4 16,-63 68-14-16,2 21 1 15,3 10-4-15,-5 8 0 16,-4 8-8-16,-6 4-9 16,-12 2 11-16,-9-1-16 15,-3-3 8-15,0-7-5 16,-19-7-8-16,-6-5 6 16,-6-8 2-16,-4-4 3 15,-1-6-3-15,0-10 0 16,-3-5-8-16,5 0-1 15,4 0-4-15,6-11-2 16,12-3-12-16,6-3-30 0,6-1-41 16,6-1-51-16,21 1-83 15,-8 11-66-15,2 2-291 16</inkml:trace>
  <inkml:trace contextRef="#ctx0" brushRef="#br0" timeOffset="11164.12">8835 1373 445 0,'0'0'407'0,"0"0"-355"0,0 0 81 16,0 0-45-1,0 0-39-15,0 0 0 0,0 0-28 16,-99-20-19-16,69 45 0 16,2 6 3-16,6 5-1 15,4 2 9-15,11 1-3 16,7-3-3-16,0-4 0 16,6-2-7-16,22-8 2 15,9-4 5-15,5-5-2 16,4-6 6-16,2-5 8 15,-3-2-7-15,-7 0 5 16,-6-3-6-16,-10-9-3 16,-4-2-4-16,-4-1-4 0,-7-3-47 15,-7 9-133-15,0-1-194 16</inkml:trace>
  <inkml:trace contextRef="#ctx0" brushRef="#br0" timeOffset="12197.03">10066 1395 913 0,'0'0'23'0,"0"0"74"16,0 0-35-16,0 0-40 16,-3-72 12-16,-9 59 16 15,4 4 9-15,-5 2-4 16,-3 1-7-16,0 3-5 16,-4 3-18-16,-3 0-22 0,-2 0 1 15,-1 14-2-15,3 10-2 16,-1 10-2-16,6 5 1 15,6 7-3-15,6 0 2 16,6 0 0-16,0-7 2 16,3-6 1-16,16-9-1 15,1-9 0-15,1-9 1 16,2-6-2-16,0 0-2 16,4-14-4-16,3-17-3 15,-5-8 7-15,-3-7-2 16,-7-5-1-16,-4 3 6 15,-7 4 0-15,-4 12 5 16,0 12-3-16,0 10 11 0,0 7 11 16,0 3 0-16,0 0 0 15,0 13-24-15,-3 23-10 16,2 23 7-16,1 22 3 16,0 14 2-16,1 10 0 15,14 5-1-15,0-2 6 16,-1 4-5-16,-1-5 4 15,-6-8-5-15,-2-11 12 16,-5-17 2-16,0-15-11 16,-3-16 0-16,-12-16-3 15,0-10 2-15,-1-13 2 16,-5-1 0-16,-8-9 1 0,-7-24-6 16,-4-12 0-1,0-11-1-15,3-10 1 0,2-8-3 16,8 2 2-16,11 4 0 15,13 6 1-15,3 4 0 16,0 3 0-16,21 2 1 16,9 3-2-16,7 4-1 15,5 5 0-15,7 6-8 16,2 2-22-16,1 3-40 16,0 4-68-16,-38 23-158 15,2 0-503-15</inkml:trace>
  <inkml:trace contextRef="#ctx0" brushRef="#br0" timeOffset="13872.95">10352 1515 883 0,'0'0'11'0,"0"0"-6"15,0 0-3-15,0 0 18 16,0 0 27-16,0 0 1 16,72 9-4-16,-54-22-2 15,-5-4-9-15,-1-1-6 16,-4-2 1-16,-4 0-13 15,-4-4 0-15,0 1-1 16,0 3-2-16,-4 3-3 16,-7 4 3-16,-2 3 10 15,-1 6-1-15,1 2-10 16,5 2-3-16,-1 0-7 0,0 0 12 16,-1 13-12-1,-2 11-1-15,7 5-7 0,1 7 6 16,4 3 0-16,0 2 1 15,0-1 0-15,4-4 0 16,12-4-1-16,1-8 1 16,0-8-5-16,4-4 5 15,-4-8 2-15,3-4-1 16,-2 0-1-16,0-10 0 16,6-12 1-16,-5-9 3 15,1-6-1-15,-3-5 1 16,-3-1-2-16,-1 7 0 15,-5 4 0-15,-2 14 2 16,-3 7 0-16,-3 7 18 16,2 2-3-16,-2 2 4 0,0 0-16 15,5 7-7-15,-1 19-18 16,7 11 8-16,1 6 10 16,-3 4 8-16,1-5-8 15,-5-4 2-15,4-11-1 16,-5-10 0-16,-2-9 2 15,1-4-2-15,-3-4-2 16,1 0 4-16,2-1-3 16,2-23 1-16,5-10 0 15,-3-8-1-15,3-6-9 16,-1 1 5-16,1 7-4 16,2 5 7-16,1 10 0 15,-2 10 1-15,-2 6-1 16,-5 7 1-16,-1 2-3 0,3 0-2 15,3 15-8-15,5 13 1 16,2 8 12-16,-1 4 11 16,3 4-3-16,-3-2-1 15,-2-5-7-15,4-6 1 16,-1-7 0-16,-1-4-1 16,1-6 2-16,5-5-2 15,-1-7-1-15,3-2 0 16,4 0-2-16,1-10-14 15,2-8-14-15,-3-5-3 16,-3-3-15-16,-3-4 20 0,-3-1 17 16,-5-1 12-1,-5 0-2-15,-1 3 4 0,-7 2 0 16,0 4-1-16,0 2 6 16,-4 6 4-16,-7 4 16 15,-1 5 2-15,-2 5-11 16,0 1 5-16,1 0-22 15,-1 0 1-15,2 19-2 16,0 6-9-16,5 8 7 16,4 4 2-16,3 1 0 15,0 3 0-15,0-6 0 0,13-2 0 16,5-8 1-16,-1-6 1 16,-1-3-2-16,-1-7 1 15,-2-6-1-15,-1-3 0 16,5 0 2-16,-1-18 4 15,5-11 4-15,4-9 0 16,-5-5-7-16,2-3 0 16,-3 5-3-16,-2 6-1 15,-1 8 1-15,-4 10 2 16,0 8 0-16,-3 8 0 16,2 1 5-16,2 10-7 15,4 17-6-15,3 9 6 16,-3 7 2-16,-2-1 4 15,-6 0-6-15,-3-10-1 16,-5-13 1-16,-1-9 0 16,0-6 0-16,0-4 0 0,0 0 19 15,0 0 2-15,0-12 16 16,0-15-22-16,0-11 0 16,3-4-7-16,4-4-4 15,6 7-4-15,0 5 0 16,-1 10-1-16,0 4-9 15,4 5-66-15,1 3-89 16,-10 12-94-16,-1 0-657 16</inkml:trace>
  <inkml:trace contextRef="#ctx0" brushRef="#br0" timeOffset="16096.52">12110 1560 477 0,'0'0'290'0,"0"0"-278"15,0 0 86-15,0 0-46 16,16-75-13-16,-16 60 3 15,-3-2 6-15,-12 0-22 16,0 3 20-16,-3 3-7 16,2 2-24-16,-2 3 15 15,-1 4 34-15,-1 2-14 16,-2 0-44-16,0 0-6 0,0 7-1 16,0 8-6-16,1 4 7 15,3 5 0-15,1 4-1 16,4 5-2-16,3 2-1 15,4-1 3 1,5 0 1-16,1-8-2 0,0-3 0 16,0-5 1-16,6-3-1 15,5-4-1-15,-3-6 0 16,4-2-1-16,0-3 0 16,1 0 0-16,5-4 4 15,0-14 1-15,3-11 10 16,3-6 1-16,-6-3-8 15,-2-6 1-15,-5 0-3 0,-5 3 2 16,-3 9 0 0,-1 11 1-16,-2 9 4 15,0 10 20-15,0 2 3 0,0 0-7 16,0 0-13-16,0 0-12 16,0 5-8-16,2 15-11 15,2 9 16-15,4 4 3 16,1 0 4-16,1-4 0 15,1-2-3-15,-1-8 0 16,4-2-1-16,-1-7-1 16,3-2-1-16,4-8-5 15,4 0-40-15,3-7-27 16,4-20-27-16,0-7-3 0,1-8-20 16,-7-2-22-1,-1-1 17-15,-6-1 65 0,-6 7 57 16,-5 4 7-16,-2 8 18 15,-4 8 12-15,-1 4 54 16,2 8 14-16,-2 1 17 16,0 4-21-16,0 2-2 15,0 0-25-15,0 0 1 16,0 0-26-16,0 0-19 16,0 14-23-16,0 13-6 15,0 12 6-15,0 6 26 16,-2 7-7-16,2 1 1 15,0-2 4-15,0-4-8 0,0-10-4 16,8-6 0-16,3-8-9 16,0-9-1-16,-2-3-1 15,3-5-1-15,0-6 0 16,3 0 0-16,1 0-5 16,3-20-34-16,-2-7-44 15,-4-7-67-15,-13 19-102 16,0-2-339-16</inkml:trace>
  <inkml:trace contextRef="#ctx0" brushRef="#br0" timeOffset="16783.98">12408 1416 705 0,'0'0'18'0,"0"0"46"15,0 0-28-15,0 0 0 16,0 0-22-16,0 0 12 15,88-15 1-15,-61 12-2 16,-3-1-12-16,1-1 12 16,-7 3 15-16,-1 0 5 15,-7 2 1-15,-4 0-9 16,-3 0-20-16,0 0-2 16,0 9 0-16,0 12-5 15,0 9 19-15,3 2 4 0,-2 5-18 16,-1-2-3-1,3-3-5-15,3 0-3 16,1-7 2-16,1-4 4 0,0-5-1 16,0-5-4-1,0-5 1-15,-4-5-3 0,2-1 0 16,-3 0-3-16,-3 0 3 16,0-7 4-16,-1-12 13 15,-2-3-18-15,0-5-2 16,-6 0-13-16,-12 2-5 15,1 1 1-15,3 6 12 16,3 1 5-16,6 2 6 16,5 3-6-16,0-2 3 15,0 0-1-15,11-2 5 0,14-1-7 16,7 4-2-16,5 3 0 16,5 5 1-16,-4 5 2 15,1 0 0-15,0 5 4 16,-1 21-1-16,-1 5 4 15,-8 11 0-15,-9 2-6 16,-8 0-2-16,-12-4 0 16,0-10-3-16,0-4-1 15,-16-10-15-15,3-8 18 16,2-5 1-16,2-3 4 16,1 0 8-16,2-20-1 15,-1-10-8-15,7-8-1 16,0-6 25-16,0-6-19 15,18 0-2-15,1 5-2 16,2 7-3-16,4 9 0 0,2 3-1 16,0 6-7-16,6 7-54 15,-24 13-146-15,3 0-156 16</inkml:trace>
  <inkml:trace contextRef="#ctx0" brushRef="#br0" timeOffset="18344.89">14591 1164 927 0,'0'0'62'0,"0"0"1"0,0 0 57 16,0 0-90-16,0 0-4 15,0 0-5-15,-8-14-6 16,8 14-5-16,0 8-2 15,0 15-8-15,0 12 0 16,0 8 20-16,0 4-5 16,0 6-2-16,0 0-3 15,0 2-3-15,0-2 0 16,0-7-1-16,0-8 0 16,-4-9-1-16,2-11 0 15,-1-10-3-15,3-4 2 0,0-4-4 16,0 0 3-16,0 0 3 15,0-1 7-15,0-17-3 16,0-12 7-16,0-10-7 16,0-4-10-16,0-2 0 15,0 4 0-15,15 6-1 16,0 8 2-16,1 7-2 16,1 7 1-16,1 3-1 15,-3 5-1-15,4 5-3 16,-1 1 4-16,-1 0-6 15,-1 15-1-15,0 11 6 16,1 7-3-16,-4 9 5 16,-2 1 1-16,-3 1 3 0,-3-6-4 15,-2-5 2-15,2-8-2 16,1-7 1-16,4-4-1 16,3-5-16-16,10-8-56 15,5-1-96-15,3-3-46 16,-17-9-108-16</inkml:trace>
  <inkml:trace contextRef="#ctx0" brushRef="#br0" timeOffset="19112.34">15144 1431 604 0,'0'0'64'0,"0"0"65"16,0 0-11-16,14-78-44 15,-14 68 11-15,0 2-14 16,-5 3-2-16,-4 2 1 15,-4 1-29-15,2 0 1 16,-2 2-32-16,-6 0-10 16,-4 0 0-16,0 13-4 15,0 7 0-15,1 4 1 16,2 5 3-16,7 7 0 16,2-1-1-16,4 2-1 15,5-3 2-15,2-5-1 16,0-5 1-16,0-5-1 15,7-5 0-15,4-7 0 0,1-5-2 16,6-2 3-16,0 0-11 16,4-5 9-1,2-16 2-15,-2-8 8 0,-2-4-8 16,-1-11 5-16,-2 0-4 16,-2-2 2-16,-6 5 0 15,-3 10 1-15,-5 6 3 16,-1 13 17-16,0 6 2 15,0 5-6-15,0 1 2 16,0 0-7-16,0 0-15 16,0 8-7-16,0 16-12 15,0 10 19-15,0 6 3 0,0-2 0 16,0-3-1 0,7-5-2-16,4-5-2 0,0-5 2 15,2-8-1-15,0-5 2 16,2-5 2-16,3-2-3 15,3-3 1-15,1-22 2 16,1-13 6-16,-2-8-9 16,-5-3-13-16,-4 0 0 15,-4 8 7-15,0 5 6 16,-2 11 1-16,-3 11-1 16,0 7 1-16,-3 6 3 15,0 1-3-15,3 0-1 16,5 5-1-16,4 17-17 0,1 5 18 15,5 6 1 1,0 1 0-16,1 1 4 0,-2 2 0 16,-4-3 9-16,-8-3-5 15,-4-4-9-15,-1-8 2 16,0-3 0-16,-12-4-1 16,-4-7 0-16,-1-5 11 15,1 0-12-15,1 0-13 16,2-10-37-16,5-4-53 15,4 1-60-15,4 6-58 16,0 2-157-16</inkml:trace>
  <inkml:trace contextRef="#ctx0" brushRef="#br0" timeOffset="88022.71">16487 1485 501 0,'0'0'85'0,"0"0"-29"16,0 0 69-1,0 0-45-15,0 0-8 0,0 0-7 16,25-49 2-16,-25 39-7 16,0-1-9-16,0-2-6 15,0-1-7-15,-4-3-9 16,-8-1-8-16,-1 0-3 15,2 0 6-15,-4 4-8 16,3 5-7-16,2 2 5 16,-5 1 4-16,0 5-11 0,-4 1 3 15,-5 0-10 1,-3 9-10-16,-3 18 9 0,0 7-6 16,5 7 5-16,4 0 1 15,6 0 0-15,8-3 0 16,5-1-1-16,2-8-2 15,0-3 4-15,3-8-4 16,9-5 2-16,-2-8 0 16,4-5 1-16,2 0-3 15,5 0 1-15,2-13 3 16,3-12 23-16,1-5-11 16,0-6-1-16,-5 1-3 15,-7 1-4-15,-3 6 4 16,-7 11 1-16,-5 10 8 15,0 5 2-15,0 2-6 0,0 0-13 16,0 3-2-16,0 16-12 16,0 6 0-16,0 6 14 15,0-4 4-15,0-6-3 16,7-4-2-16,8-6 0 16,2-1-1-16,3-5-3 15,3-3 0-15,2-2 4 16,1 0-3-16,-3 0 4 15,-6-6 9-15,-4 0-9 16,-7 4-2-16,-3-1-29 16,-1-1-57-16,-2 1-102 15,0 0-89-15</inkml:trace>
  <inkml:trace contextRef="#ctx0" brushRef="#br0" timeOffset="88941.15">17373 1624 544 0,'0'0'196'16,"0"0"-188"-16,0 0-8 0,0 0 33 15,0 0 3 1,0 0 11-16,0 0-4 15,58 31 14-15,-41-31 7 0,-2 0-17 16,5-9 0-16,0-9-3 16,1-6-2-16,1-3 2 15,-2-5-7-15,-2-5-13 16,-8-4-8-16,-5-1-8 16,-5 2 4-16,0 7 2 15,0 7-9-15,-3 12 5 16,-3 7 2-16,0 7-4 15,4 0 13-15,-1 0-21 16,3 0-5-16,0 10 5 16,0 14-14-16,0 8-5 15,0 6 18-15,17 2 1 16,3 1 0-16,4-1 0 16,0-3-1-16,-3 0 2 15,-3-4 0-15,-6-5-1 0,-6-6 0 16,-6-6 4-16,0-3-3 15,0-3 2-15,-3-1-2 16,-12-2 9-16,-6-1 0 16,0-6-4-16,0 0 0 15,2 0-1-15,1 0-5 16,3-11-20-16,6-5-41 16,7-2-91-16,2 10-51 15,0-2-176-15</inkml:trace>
  <inkml:trace contextRef="#ctx0" brushRef="#br0" timeOffset="89213.74">17882 1505 361 0,'0'0'573'0,"0"0"-557"16,0 0 47-16,0 0-12 15,0 0-47-15,0 0 8 16,9 46-5-16,-8-14 33 16,4 5 8-16,-2-2-3 15,0-1-1-15,-1-4-24 16,-1-4-11-16,1-6-4 0,-2-7-3 16,0-6-1-1,2-7-1-15,0 0-61 0,-2-6-189 16,0-12-163-16</inkml:trace>
  <inkml:trace contextRef="#ctx0" brushRef="#br0" timeOffset="89356.09">17804 1296 860 0,'0'0'92'16,"0"0"-43"-16,0 0 27 15,0 0-72-15,0 0-4 16,0 0-32-16,0 0-83 15,-29-59-181-15,29 71-91 0</inkml:trace>
  <inkml:trace contextRef="#ctx0" brushRef="#br0" timeOffset="90754.15">18116 1580 81 0,'0'0'435'16,"0"0"-420"-16,0 0 90 16,0 0-44-16,0 0 4 0,0 0 21 15,-46-52-16 1,44 48-15-16,1 0 16 0,1-1-6 15,0 0 0-15,0-3-16 16,0 1-26 0,6-3 2-16,6 2-20 0,0 2-5 15,3 2-2-15,1 3-2 16,1 1 0-16,2 0-1 16,-4 0-2-16,1 14-1 15,-4 7 6-15,0 5-2 16,-3 3 4-16,-4 4 4 15,-4-2-3-15,-1-2-1 16,0-2 0-16,0-7 1 16,0-6 0-16,-1-7 4 15,-2-4-1-15,0-2-2 16,1-1 10-16,0 0 1 16,-2-4 1-16,-3-16-9 15,1-5-4-15,1-6-2 0,4-2 0 16,1 1 1-16,0 2 6 15,0 5-4-15,4 4 7 16,5 5-9-16,5 3 0 16,-1 4-3-16,3 0-2 15,0 5-3-15,1 4 3 16,0 0-4-16,2 3 3 16,-1 18-8-16,-3 7 1 15,1 3 11-15,-7 3 1 0,-1-1 1 16,-5-2 4-1,-2-6-2-15,-1-4-2 0,0-7-5 16,0-8-6-16,0-3-15 16,0-3 8-16,0 0 18 15,0 0 12-15,0-20 4 16,0-7-16-16,0-5-21 16,0-2 13-16,2 0 8 15,6 3 16-15,2 2-13 16,0 7 1-16,2 5-2 15,-3 8 6-15,-3 1 0 16,0 8-2-16,0 0-6 16,1 0-2-16,4 12-6 15,3 10 7-15,0 8 1 16,-2 5 1-16,0 6 4 16,-5 1 0-16,-2-1 2 0,-2-4 0 15,-1-6-6 1,1-7-1-16,2-6 0 0,3-6-14 15,2-8-78-15,3-4-27 16,-8 0-90-16,0-9-185 16</inkml:trace>
  <inkml:trace contextRef="#ctx0" brushRef="#br0" timeOffset="91053.71">18728 1500 138 0,'0'0'813'16,"0"0"-767"-16,0 0-18 0,0 0-19 16,0 81 34-16,0-23 3 15,0 10 7-15,18 8 14 16,-2 3-25-16,-1 0 23 16,-1-1-30-16,-4-2-16 15,-4-7 3-15,-3-6-10 16,-3-10-3-16,0-10-6 15,0-11 1-15,0-8-4 16,0-11 2-16,0-9-1 16,0-4-1-16,0 0-1 15,-2-24-39-15,-9-17-84 0,5 13-210 16,-3-2-193 0</inkml:trace>
  <inkml:trace contextRef="#ctx0" brushRef="#br0" timeOffset="91320.64">18713 1637 544 0,'0'0'106'0,"55"-85"-69"15,-18 67 83-15,-2 5-30 16,-4 7-19-16,-3 6-15 16,-3 0-30-16,-2 13-5 15,-2 12 15-15,-7 8 7 0,-6 2-19 16,-6 2-3-16,-2-3-15 15,0-3 12 1,-16-8 0-16,-8-3 0 0,0-5-1 16,-5-7 2-16,3-6-11 15,-1-2-4-15,4-3-4 16,7-17-44-16,7-6-100 16,9 12-49-16,0 0-178 15</inkml:trace>
  <inkml:trace contextRef="#ctx0" brushRef="#br0" timeOffset="91920.24">19035 1208 721 0,'0'0'171'0,"0"0"-124"15,0 0 75-15,0 0-43 16,0 0-38-16,0 0 10 15,11-51-19-15,-11 51-14 16,0 0-8-16,0 6-10 16,0 16-14-16,0 12 12 15,0 13 2-15,0 3 19 16,0 5-10-16,0-2 5 16,4-6 0-16,2-1-3 0,2-4-5 15,2-2-2 1,2-5 2-16,1-3-5 0,2-6 0 15,0-8-1-15,0-2 2 16,0-8-2-16,3-4-3 16,-3-1-1-16,4-3 4 15,-2 0 1-15,2-6 7 16,0-10-1-16,-4-7-7 16,2-6 12-16,-8-4-11 15,-3-4 3-15,-5-2-8 16,-1 2 3-16,0 6 1 15,0 5-4-15,-3 10 4 16,-4 6 0-16,-1 6 0 16,-2 2 3-16,4 2-3 15,-2 0-16-15,-2 7 12 16,0 17-12-16,-1 5 10 0,1 9-2 16,5 2 7-1,4-2 2-15,1 0 5 0,0-5-4 16,6-5 1-16,10-4-5 15,2-6 4-15,1-4 1 16,7-5-3-16,2-6-3 16,8-3-5-16,-2 0-34 15,2-22-68-15,-26 8-99 16,-5-2-169-16</inkml:trace>
  <inkml:trace contextRef="#ctx0" brushRef="#br0" timeOffset="92153.32">19522 1434 818 0,'0'0'159'16,"0"0"-124"-1,0 0 45-15,0 0-50 0,0 0-18 16,0 0 1-16,81 57 68 16,-46-24-11-16,4 3-14 15,-3-2-29-15,0-2-9 16,-4-5-9-16,-5-5-5 15,-6-8-3-15,-7-4-1 16,-6-7-3-16,-2-3-34 16,-3 0-104-16,0-13-54 15,-3-1-69-15,0-5-461 16</inkml:trace>
  <inkml:trace contextRef="#ctx0" brushRef="#br0" timeOffset="92375.24">19826 1315 922 0,'0'0'68'16,"0"0"-10"-16,0 0-13 15,-71 76-15-15,48-31 17 16,-1 3 5-16,2-2-6 16,2-2-25-16,-1 0-12 15,4-7-1-15,5-5-5 16,1-3-2-16,4-11-1 0,7-4-4 15,0-9-57 1,0-5-132-16,0 0-211 0</inkml:trace>
  <inkml:trace contextRef="#ctx0" brushRef="#br0" timeOffset="93419.68">20475 1416 714 0,'0'0'123'15,"0"0"-64"-15,0 0 61 16,0 0-43-16,0 0-6 0,0 0 15 16,0-32-29-16,0 32-14 15,0 0-6-15,0 0-23 16,-2 0-8-16,-1 15-6 15,0 11-15-15,2 12 15 16,-2 6 17-16,3 1-16 16,0 2 1-16,0-4 2 15,0-5-2-15,9-6-2 16,6-9 0-16,-2-9-5 16,1-5 4-16,0-8-2 0,0-1-7 15,5-3 8 1,1-19 2-16,4-10 7 15,0-10-3-15,-2-5-4 16,-4-7-2-16,-3 2 2 0,-6 7 1 16,-3 9-1-16,-5 15 4 15,-1 12 1-15,0 8 8 16,0 1 3-16,0 0-16 16,0 11-3-16,0 15-20 15,0 8 11-15,0 4 12 16,0 2 2-16,6-4 0 15,11-3-3-15,1-4 1 0,4-9-1 16,-1-7 0 0,1-6-9-16,-2-4 1 0,-1-3 2 15,-1 0 5-15,0-10 2 16,-2-13 5 0,-1-6 7-16,-3-7-3 0,-5-5-2 15,-7 0 0-15,0-1 8 16,0 5-7-16,-7 6 1 15,-6 9-5-15,0 9-4 16,-1 6-9-16,2 7 3 16,0 0-21-16,1 11-40 15,4 12-84-15,7 4-37 16,0-15-38-16,0-3-112 16</inkml:trace>
  <inkml:trace contextRef="#ctx0" brushRef="#br0" timeOffset="94719.33">21190 1507 596 0,'0'0'237'16,"0"0"-154"-16,0 0 62 16,0 0-72-16,17-73-15 15,-17 60 11-15,-7 3-30 16,0 0 4-16,-1 5-8 15,-3 1-8-15,3 3-12 16,-3 1-3-16,-3 0-11 16,-3 0 4-16,-2 4-5 0,1 15 0 15,-2 8-1-15,7 2-1 16,-2 5 1 0,4 6 0-16,5-3-2 0,2 3 2 15,4-3 0-15,0-6 0 16,6-4-5-16,6-8 5 15,3-5-7-15,-2-5-6 16,1-5-2-16,1-4-9 16,-2 0 12-16,3-1 13 15,0-15 15-15,0-8-4 16,-1-7-5-16,0-4 1 16,-5-6 2-16,-1 0 9 15,-3 2 3-15,-3 6-3 16,-2 8-1-16,-1 9 1 0,0 8-8 15,0 5 4 1,0 3-2-16,0 0-10 0,0 0-2 16,0 0-12-16,0 10-2 15,0 14 0 1,0 8 10-16,0 9 4 0,0-1 6 16,6-2-6-16,4-6 2 15,1-5-1-15,1-7-1 16,3-7-3-16,-3-6-7 15,0-6-5-15,0-1-8 16,0 0 12-16,4-7 11 16,-1-15 0-16,0-8 12 0,-3-7-7 15,-3-4-4-15,-3-1 2 16,-2 1 0-16,-2 7 0 16,-2 9 3-16,0 8-1 15,0 8 8-15,0 6 1 16,0 3-3-16,0 0-5 15,0 0-6-15,0 0-4 16,0 0-6-16,0 15 0 16,0 8-4-16,0 10 14 15,0 4 0-15,0-4 2 16,0 3 1-16,13-2-3 16,5-5 0-16,0-3 0 15,0-9 1-15,-1-6-1 0,-4-7-1 16,-2-4-5-16,-2 0 6 15,-1 0-1 1,4-8 4-16,1-15 8 0,-2-10 0 16,-5-4-8-16,-1-7 3 15,-5-1-6-15,0 5 0 16,0 6 2-16,0 10-1 16,0 7-1-16,0 9 1 15,0 5 3-15,0 3-4 16,0 0-1-16,-2 0-6 15,2 0-5-15,0 10-3 16,0 10-4-16,6 5 19 16,13 2 3-16,5-2-3 15,3-2 1-15,1-5-1 0,0-4 5 16,0-4-10-16,-1-6 7 16,-2-4-2-16,0 0 0 15,2-3 3-15,-2-15 5 16,-2-4-5-16,1-7 2 15,-6-6 2-15,-6-1-4 16,-6 0-2-16,-6 7 2 16,0 5-2-16,-3 9 0 15,-12 4-1-15,-2 7-5 16,-2 4-1-16,-8 0 0 16,0 25-7-16,2 6 11 15,3 7-3-15,5 4 3 16,7-2 0-16,8 1 1 0,2-1-1 15,7-5 1 1,16-5-1-16,8-5 0 0,12-7-1 16,8-6 1-16,9-6 2 15,3-6 16-15,-4 0-15 16,-8-8 6-16,-8-9-7 16,-8 0 0-16,-8-1-1 15,-8 0-6-15,-7 1-51 16,-12 10-138-16,0 0-163 15</inkml:trace>
  <inkml:trace contextRef="#ctx0" brushRef="#br0" timeOffset="97129.47">23131 1302 464 0,'0'0'504'0,"0"0"-446"16,0 0 76 0,0 0-36-16,0 0-39 0,0 0-16 15,0 0-16-15,1-32-22 16,-1 36-5-16,0 17-8 15,0 11-2-15,0 12 10 16,0 3 15-16,0-3-7 16,2-4-4-16,9-1-4 15,4-7 2-15,3-5-1 16,-4-7 3-16,2-7-4 16,-2-9-3-16,-2-4-2 15,2 0-1-15,2-3 6 16,3-17 4-16,-2-7-1 0,0-4 9 15,-4-1-12-15,-5 3 3 16,-4 7 0-16,-1 8 1 16,-3 7-2-16,0 6 5 15,0 1 0-15,0 0-2 16,0 0-5-16,0 5-10 16,0 13-8-16,8 8 3 15,7 2 15-15,1 0 6 16,7-5-3-16,3-2-3 15,3-5 0-15,-2-9-1 16,-3-4-4-16,-3-3 1 16,-2 0 4-16,-4-9 11 15,-3-8 5-15,-5-6-5 0,-4-2-3 16,-3-7 13-16,0-4-3 16,0-2-11-1,-12 0-4-15,-6 4-1 0,3 7-4 16,-1 6-4-16,4 10-1 15,5 5-28 1,2 6-7-16,5 0-68 0,0 0-194 16,0 0-107-16</inkml:trace>
  <inkml:trace contextRef="#ctx0" brushRef="#br0" timeOffset="98734.48">23866 1317 533 0,'0'0'306'0,"0"0"-240"15,0 0 68-15,0 0-44 16,0 0-37-16,0 0-11 16,0 0-29-16,2-19-13 15,-5 36-14-15,-3 7 14 16,-5 10 4-16,5 1 3 15,3 1-3-15,3-2-1 0,0-1 1 16,0-2 0-16,3-4-3 16,12-5 0-16,0-3 1 15,1-6-2-15,0-8 0 16,-2-2-2-16,0-3 0 16,-4 0 2-16,5-7 21 15,-3-11-8-15,1-7 11 16,-2-4-4-16,-6-3-12 15,-5-4 8-15,0 1-1 16,-7 1 1-16,-13 2-5 16,-3 5-9-16,-5 4-2 0,-1 6 0 15,0 6-2 1,0 5 2-16,6 6-2 0,7 0 2 16,8 0-6-16,6 0 4 15,2 0-6 1,0 0 1-16,0 0-13 0,2 0-8 15,14 0-2-15,8 0 6 16,7 0 24-16,8 0 0 16,4 0 10-16,2-8-5 15,-2 1 0-15,-5 0-5 16,-8 3 2-16,-7 1-3 16,-6 3 1-16,-7 0-3 15,-4 0-1-15,-1 14-5 0,0 10-4 16,-2 7-1-16,-1 6 14 15,-1-2 10-15,-1 2 0 16,2-7-7-16,1-1-3 16,1-4 3-16,4-2-2 15,1-5-1-15,0-2 1 16,0-8 0-16,-2-5-1 16,4-3-3-16,-2 0 0 15,1 0 3-15,3-7 17 16,0-12-4-16,-2-3 0 15,-2-8-2-15,-1-2-6 16,-2-3 4-16,-3-2-7 16,-2 6 6-16,-1 7 2 15,0 8 2-15,0 9 5 0,0 4-1 16,0 3 2 0,0 0-10-16,0 0-8 0,0 0-7 15,0 0 1-15,0 10-13 16,0 10-6-16,0 4 25 15,0 1 4-15,0 4-3 16,8-1 2-16,-1-1-3 16,2-2 3-16,3-2-3 15,-5-5 0-15,1-4 0 16,-3-4 1-16,-2-6-1 16,0-4-2-16,-2 0-6 15,6 0 2-15,-2-3 5 16,2-14 1-16,1-5 0 15,4-6 13-15,-2-2-8 0,2-1-1 16,0 4-1-16,-1 3-2 16,0 4 2-1,1 6-3-15,-4 2-1 0,4 5 1 16,-5 4 5-16,1 3-5 16,2 0-4-16,5 11-8 15,2 16-11-15,0 4 17 16,-3 3 1-16,-2-1 10 15,-5-1 1-15,-2-4 2 16,-4-6-8-16,-1-6 0 16,0-5 3-16,0-8-3 15,0 0-3-15,0-3 3 16,0 0 2-16,0 0 8 16,3-13-8-16,3-10-2 0,-3-9-14 15,4-2-2-15,3 2 16 16,0 3 0-16,2 6 0 15,-2 4 0-15,4 5-5 16,-2 6 5-16,-2 2 2 16,2 5-2-16,-1 1-3 15,2 0-5-15,0 19-14 16,4 8 12-16,-4 5 1 16,-1-2 6-16,-2 1-6 15,-4-1-43-15,4-5-52 0,-3-3-39 16,5-8-13-1,-9-14-16-15,1 0-267 0</inkml:trace>
  <inkml:trace contextRef="#ctx0" brushRef="#br0" timeOffset="99351.34">25240 1315 750 0,'0'0'28'16,"0"0"141"-16,0 0-101 16,0 0-18-16,0 0-5 15,0 0-15-15,-89-30-27 16,60 50-3-16,-2 5 0 0,1 8 0 16,3 5 2-16,4 0-2 15,7 4 0-15,6-3 2 16,9-1 1-16,1-5 0 15,0-3 0 1,10-6-3-16,8-7 1 0,3-9-1 16,-3-3-1-16,3-5 0 15,-1 0 1-15,0-6 28 16,4-15-11-16,0-6 7 16,-1-7 9-16,-1-5-4 15,-2-8 4-15,-3-8-6 16,-4-14 9-16,-2-9-12 15,-1 3-5-15,-4 11 7 0,-1 19-14 16,-5 16 2-16,0 14 2 16,0 9-3-16,0 5-6 15,0 1-6-15,0 0-1 16,-10 0-2-16,-4 18-5 16,-4 13 0-16,-2 13 7 15,5 9 0-15,5 7-1 16,9 0 0-16,1 1 0 15,0-7 1-15,10-9 0 16,6-8 1-16,5-8-1 16,0-8-1-16,2-8 0 15,-3-3 1-15,0-7-12 16,4-3 9-16,-2 0 3 0,0 0 2 16,-5 0-2-1,-2-4-5-15,-3-9-54 0,-2-4-85 16,-7 8-82-16,-3 1-253 15</inkml:trace>
  <inkml:trace contextRef="#ctx0" brushRef="#br0" timeOffset="102022.74">26464 1469 557 0,'0'0'100'16,"0"0"-24"-16,0 0 50 15,0 0-52-15,0 0-16 16,0 0 8-16,0 0-20 16,19-57-6-16,-19 46 2 15,0-3-17-15,-3-3 16 16,-10-1-16-16,1-5-10 16,-2 2-7-16,1 2-1 0,-1 6-6 15,0 3 8-15,0 7 0 16,-4 1-3-16,0 2-3 15,-4 0-6-15,0 12 3 16,-4 10-9-16,5 5 9 16,2 4-6-16,4 4 1 15,2-1 1-15,5 2-1 16,6-4 5-16,2-2-3 16,0-5 2-16,0-3-4 15,10-3 0-15,3-8-1 16,-1-4 1-16,1-4-11 15,4-3 3-15,-1 0 5 16,5-8 8-16,3-12 6 0,1-6 1 16,-1 0 3-16,-3-4-6 15,-3 0-1 1,-6 4 4-16,-5 3 3 0,-1 9 5 16,-4 6 4-1,-2 7 3-15,0 1 8 0,0 0-11 16,0 0-19-16,0 0-3 15,0 10-14-15,0 9 3 16,0 8 9-16,0 2 5 16,0-1 0-16,0 1 0 15,4-4 0-15,10-1 0 16,3-6-5-16,2-2 0 0,1-5 4 16,1-5-2-1,2-6 3-15,-1 0 0 0,0 0 9 16,2-16 3-16,-3-8-11 15,0-3 9 1,-3-5-2-16,-6-2 0 0,-5-4-5 16,-5-3 5-16,-2 0-6 15,0 4 4-15,-14 6-1 16,-5 7-4-16,-1 10 0 16,1 7-1-16,1 5 0 15,6 2-12-15,5 0 10 16,4 0 2-16,3 0-4 15,0 1-12-15,0 12 0 16,4 5-8-16,11 3 16 16,6 3 2-16,3 3-1 15,-1 2 7-15,2 3 0 16,-1-3 7-16,-4 3-7 0,-4 0-5 16,-3-3 5-1,-6 4 0-15,1-5 2 0,-5-1 5 16,0-5-7-16,0-5 2 15,0-3-2-15,1-4 0 16,1-4-1-16,1-3-68 16,4-3-111-16,-4 0-16 15,0-3-169-15</inkml:trace>
  <inkml:trace contextRef="#ctx0" brushRef="#br0" timeOffset="103849.34">26880 1419 24 0,'0'0'502'15,"0"0"-443"-15,0 0 72 16,0 0-64-16,0 0 28 0,0 0-32 16,0-59-13-16,13 48-20 15,7 2-14 1,-2 2-2-16,3 1 1 0,-2 2-6 16,-1 4-1-16,1 0-2 15,-1 0-3-15,0 14-3 16,-2 11 0-16,-1 1 0 15,2 5 7-15,-8 1 4 16,1 0-4-16,-5-4 12 16,-3-1-11-16,-2-3-8 15,0-5 0-15,0-3 0 16,0-5 3-16,-5-3-1 16,-1-4 9-16,0-3-6 15,1-1 0-15,1 0 6 0,-3-4 0 16,0-16 9-16,1-6-11 15,0-6-9-15,5-3-2 16,1-3 1-16,0 1 2 16,0 4 4-16,0 6 4 15,7 3-8-15,4 2 4 16,2 4-5-16,-1 5-2 16,0 4 2-16,3 6-2 15,-3 3-6-15,4 0 2 16,1 15 1-16,-2 15-5 15,-2 9-3-15,2 5 6 0,-6 1 7 16,-3-1 7 0,-2-6-4-16,-2-6 1 15,-2-8-1-15,0-7-3 0,0-7 0 16,0-7 1 0,0-3-1-16,0 0 0 0,0 0 4 15,0-8 6-15,3-15-10 16,-2-7-9-16,4-5-4 15,2-5 13-15,3 1 0 16,1 1 2-16,1 4-2 16,3 6-1-16,-1 7 1 15,0 4 18-15,-3 8-15 16,-5 5 7-16,0 4-9 16,3 1-1-16,0 22-10 15,3 10 1-15,1 3 9 16,-4 4 6-16,0-1 11 0,-2-5-16 15,-1-1 0-15,0-5 2 16,2-4-3-16,2-2-1 16,-1-6 1-16,3-3-9 15,3-6-45-15,3-3-26 16,6-4-48-16,1 0 19 16,3-4-59-16,1-12-49 15,-4-4 18-15,-2 1 105 16,-2-3 94-16,-6 1 37 15,-1-1 81-15,-3-2 14 16,-2 0-8-16,-3-1-13 16,-2-1-63-16,-4 0 12 0,0 3-20 15,0 4-2 1,0 4 20-16,-9 3-7 0,-3 5-15 16,2-1 16-16,-5 5-21 15,0 3-10-15,-4 0-11 16,-1 13-10-16,-4 8-4 15,4 6 2-15,1-1 0 16,2 6 0-16,5-1 0 16,3-1 2-16,4 2-1 15,5-3 1-15,0-2-2 16,0-3 2-16,12-2-2 16,2-7 2-16,-1-5 0 15,2-6-7-15,0-4 4 0,0 0 0 16,3 0 3-16,-2-13 2 15,2-9 8-15,0-5 2 16,-2-4-7-16,-4-4-2 16,-1-4 2-16,-2 2-3 15,-5 2 7-15,-1 11 0 16,-3 9 6-16,2 7 6 16,-2 5 23-16,0 3 5 15,0 0-8-15,0 0-41 16,0 3-8-16,0 16-23 15,0 8 11-15,6 4 20 0,4 0 9 16,-1-3-8 0,3-2-1-16,3-2 3 15,0-6-1-15,1-2-2 0,1-4-1 16,-1-5-5 0,1-2-7-16,0-5-51 0,-1 0-7 15,-2-5-45-15,-2-12-57 16,-12 6-65-16,0 1-125 15</inkml:trace>
  <inkml:trace contextRef="#ctx0" brushRef="#br0" timeOffset="104166.11">27954 1171 701 0,'0'0'115'0,"0"0"11"15,0 0-59-15,0 0-23 16,0 0-15-16,0 0-14 16,0 0-15-16,0 42 0 15,4-2 42-15,0 6-3 16,-1 2 5-16,1 0-17 16,-2-2 1-16,1-6-9 15,4-3 4-15,-3-3-8 16,2-7-8-16,3-6-4 15,2-5-2-15,-1-6 0 16,1-6-1-16,0-3-1 16,2-1-2-16,-1 0-21 15,-1-15-44-15,-6-8-51 0,-5 9-77 16,0 1-174-16</inkml:trace>
  <inkml:trace contextRef="#ctx0" brushRef="#br0" timeOffset="105425.39">27990 1419 121 0,'0'0'523'0,"0"0"-493"16,0 0 96-16,0 0-52 15,0 0-57-15,0 0-17 16,10-25 11-16,10 20-11 16,-1 0 10-16,5-1-7 15,1 1 0-15,4-1 0 0,2 1 3 16,0-2 13-16,-4 1-9 15,-5-1 2-15,-8 4 4 16,-9 0 1-16,-4 3 1 16,-1 0 1-1,0 0 20-15,0 0 8 0,0 0-12 16,-1 10-1-16,-8 8-34 16,-2 9 1-16,-2 6-1 15,2-2 2-15,1-1 0 16,5-3-2-16,4-1 0 15,1-6 1-15,0-7-1 0,0-1-1 16,3-6 1 0,9-4-2-16,-3 0-1 15,4-2 0-15,4 0 3 0,3-3 12 16,3-13-9-16,1-2 4 16,-4-4 0-16,-1-5-7 15,-2-4 2-15,0-3 3 16,-5 0-4-16,-2 4-1 15,-5 11 1-15,0 6 3 16,-3 10-1-16,-2 3 4 16,0 0 17-16,0 0 7 15,0 0-31-15,0 0-1 16,0 13-1-16,-2 9-33 16,-2 8 35-16,4 1-4 15,0-3 1-15,0-3 3 16,6-3 0-16,5-6-2 0,-2-7 2 15,-1-3-1-15,-3-6-6 16,-1 0 5-16,1 0 0 16,4-1 0-16,3-16 4 15,1-9-6 1,0-2 4-16,-4-4-1 0,1-1-7 16,-4 5 6-16,2 3 2 15,0 6 1-15,-2 5 0 16,0 2-1-16,0 5 1 15,1 5-2-15,1 2 0 16,1 0-4-16,5 19-12 0,2 8 5 16,0 6 0-16,-3 2 12 15,-1-1 2 1,-6-2 1-16,-1-5-1 0,-4-7-1 16,-1-6 0-16,0-7 0 15,0-4 3-15,0-3-1 16,0 0 4-16,0 0 12 15,2 0 21-15,-1-15 15 16,1-14 17-16,1-6-72 16,0-6 8-16,7-2-5 15,-1 3-1-15,2 6-2 16,0 7-12-16,0 10-3 0,-5 10-16 16,3 7-42-1,3 0-36-15,1 9 1 0,3 12 0 16,3 2-21-1,0 5 35-15,2-6 50 0,-2-1 41 16,1-4 3-16,-1-3 7 16,-4-4 11-1,-3-4 33-15,1-3 2 0,-5-3-8 16,1 0-21-16,2 0 19 16,-1-7 3-16,-1-9 10 15,2-5-9-15,-5-2-14 16,-3-1 5-16,-3 4-7 15,0 3-8-15,0 9 5 16,-12 5-4-16,-10 3 9 16,-5 9-33-16,-1 18-19 0,3 5 1 15,6 3 12 1,5-1-5-16,9 0 6 16,5-3 5-16,0-2-6 0,16-4 4 15,14-6-2-15,9 0 3 16,13-8-3-16,9-2 4 15,4-5 19-15,-4-4 29 16,-10 0-36-16,-11-4-2 16,-7-9-7-16,-12 2 7 15,-5-1-1-15,-7 1-9 16,-6 0-8-16,-3 8-92 16,-3-1-141-16</inkml:trace>
  <inkml:trace contextRef="#ctx0" brushRef="#br0" timeOffset="111062.9">2464 3252 568 0,'0'0'73'16,"0"0"4"-16,0 0 16 15,0 0-15-15,0 0-10 16,0 0 9-16,0 0-6 15,0 0-12-15,-40-67-13 16,30 62-4-16,-2 4-20 0,-2 1-12 16,1 0-6-1,-4 0 1-15,-2 0 1 0,0 13-4 16,-1 8-1-16,-4 7 2 16,-1 10-3-1,3 7 1-15,-1 8-1 0,5 0-1 16,5-1 0-16,4-2-1 15,6-5 2-15,3-4-2 16,0-6-3-16,13-6 1 16,4-6 0-16,2-7-3 15,3-9-1-15,-2-7-15 16,7 0 2-16,-5-6-2 16,2-15 19-16,-3-6-1 15,-3-2-2-15,-3-4-8 16,-5 3 15-16,-4 4 0 0,-1 5 6 15,-5 8 1-15,0 7 19 16,0 5 17-16,0 1 16 16,0 0-14-16,0 0-35 15,0 17-10-15,0 8-10 16,0 7 8-16,0 3 4 16,0-3-4-16,6 2 4 15,8-7-5-15,3-2 2 16,4-7-3-16,-3-5 0 15,0-5-4-15,-1-5 7 16,-3-3-2-16,-2 0 3 16,1-4 13-16,-2-14-2 0,-1-6 1 15,1-4-4-15,-5-5 0 16,-5-1-2-16,-1-1 1 16,0 1 1-16,-12 6 3 15,-7 4-4-15,-3 8-4 16,0 5-3-16,-6 5 0 15,4 6-1-15,-4 0 0 16,7 0-7-16,3 11 4 16,9-2 1-16,2-2-2 15,7-1 0-15,0-1-1 16,0 0 1-16,3-2-6 16,10-2 1-16,7 0 3 15,2-1 2-15,5 0 5 0,4 0 13 16,2 0-12-16,1 0 2 15,1 0-1-15,-2 0 1 16,-5 0-2-16,2 0-1 16,-8 10-1-16,-6 6-6 15,-4 3 3-15,-4 5 4 16,-5 2 3-16,-3-1 3 16,0-2-5-16,0-6 5 15,0-7-6-15,0-6-3 16,-3-4 3-16,1 0-2 15,-2 0 2-15,-1-10 3 16,-1-11-3-16,5-4-16 16,1-4 9-16,0-3-3 15,0 1 10-15,12 1 0 0,4 4-2 16,4 6 2-16,-1 6 0 16,-1 4 0-16,0 6 0 15,-3 4 3 1,4 0-3-16,0 14 0 0,-5 11 3 15,1 6-3-15,-8 6 18 16,-4-1-14-16,-3 4 1 16,0-5 1-16,0-4-5 15,-3-7 0-15,-3-6-1 16,3-5-41-16,2-7-64 0,1-6-23 16,0 0-61-1,0-5-175-15</inkml:trace>
  <inkml:trace contextRef="#ctx0" brushRef="#br0" timeOffset="111763.06">3245 3269 662 0,'0'0'166'16,"0"0"-100"-16,0 0 41 15,0 0-31-15,0 0-7 16,0 0-14-16,0 0-5 16,1-37-10-16,-1 37-19 15,0 13-10-15,0 8-11 16,0 8 2-16,0 4 30 15,0 7-8-15,0-1-11 16,0 4 4-16,0-4-8 16,0-1 1-16,2-1-1 15,5-3-2-15,-1-4-1 0,0-6 2 16,3-6-8-16,-2-4 2 16,-1-4 0-16,0-6-2 15,-3-2 0-15,0-2-5 16,-1 0-1-16,1 0-3 15,0-10-39-15,1-9-44 16,-4-4-81-16,0 11-131 16,0 2-440-16</inkml:trace>
  <inkml:trace contextRef="#ctx0" brushRef="#br0" timeOffset="112695.89">3109 3519 524 0,'0'0'243'15,"0"0"-155"-15,0 0 63 0,0 0-82 16,0 0-17-16,0 0-49 16,22-41 14-1,8 33-11-15,4-1-4 0,4 4 0 16,2 0-4-16,3 3 1 16,-1 2 1-16,-3 0-1 15,-1 0 0-15,-5 0-2 16,-7 0-11-16,-5 0-8 15,-8 0 11-15,-7 0 10 16,-3 0 1-16,-3 0 1 16,3 0 0-16,-3 0 8 0,0 0 3 15,0-2 25 1,0-6 11-16,0-1-29 0,0 0 22 16,-8 0-15-16,-5 2 10 15,-2 1-16-15,-1 2 5 16,-2 4 3-16,-6 0-12 15,2 0-11-15,-5 4-4 16,6 13-1-16,-3 6-6 16,8 5 5-16,5 3-4 15,2 3 0-15,9 0-1 16,0-2-2-16,0-1 7 16,3-3-3-16,11-3 0 0,5-6-1 15,5-5-2 1,-3-7-13-16,4-5 4 15,-1-2-10-15,0 0-2 0,-3-12 28 16,1-8 5-16,-1-2-3 16,-6-5 7-16,3-1-7 15,-8 0 3-15,-2 0-1 16,-4-1 4-16,-4 6 0 16,0 5 10-16,0 7 5 15,0 7 10-15,0 4-5 16,0 0-6-16,0 0-11 15,0 0 3-15,-7 10-14 16,1 12-1-16,0 9-5 16,1 0 2-16,5 0 3 15,0-2 1-15,0-4-1 16,5-4-1-16,7-5-5 0,6-5 5 16,-2-7-1-16,5-2-8 15,1-2-16-15,2 0-10 16,0-19 21-16,0-3-10 15,0-6 8-15,-5-4-15 16,-4-1-8-16,-6-3 20 16,-2 2 0-16,-5 5 21 15,-2 6 7-15,0 11 0 16,0 6 26-16,0 6 21 16,0 0-1-16,0 0-24 15,0 8-26-15,0 14-3 16,0 4-4-16,0 4 4 15,0-2 1-15,0-1 2 0,0-2-1 16,9-2-2 0,0-4-3-16,1-5 3 0,1-7 0 15,1-3 0-15,1-4-7 16,4 0-28-16,-3-10-105 16,-12-3-120-16,1-1-447 15</inkml:trace>
  <inkml:trace contextRef="#ctx0" brushRef="#br0" timeOffset="112823.91">3791 3275 585 0,'0'0'50'0,"0"0"-41"16,0 0-9-1,0 0-1-15,0 0-334 0</inkml:trace>
  <inkml:trace contextRef="#ctx0" brushRef="#br0" timeOffset="113729.32">4071 3519 830 0,'0'0'67'0,"0"0"-1"0,0 0-13 16,0 0-22-1,0 0 0-15,0 0-1 16,48-65 3-16,-33 65-2 0,-2 0-7 15,2 0-7-15,0 9-5 16,-3 9-7-16,2 6 6 16,-3 3 8-16,-3 0-5 15,-5 1-2-15,-3-1-5 16,0-3 1-16,0-3-3 16,0-7 0-16,-8-5-2 15,1-3 1-15,0-6 5 16,-1 0-4-16,2 0 5 15,-2-7-5-15,2-10-5 16,-1-6-5-16,4-6-11 16,2-2 16-16,1-1 0 0,0-1 2 15,0 5-1 1,7 4-1-16,5 6-10 16,0 2 8-16,6 3 1 0,-3 5 2 15,1 2-2-15,-1 5-2 16,3 1 1-16,3 0-4 15,-3 4-3-15,4 13 9 16,-1 3 0-16,-6 4 5 16,3 2 3-16,-6 1 1 15,-3 0 0-15,1-1-5 16,-7-1 4-16,3-4-1 16,-4-1-7-16,-2-4 1 15,0-5-1-15,1-4 0 16,4-7-27-16,1 0-113 0,-3 0-109 15,2-11-205 1</inkml:trace>
  <inkml:trace contextRef="#ctx0" brushRef="#br0" timeOffset="113971.93">4578 3433 704 0,'0'0'256'0,"0"0"-235"16,0 0 0-16,0 0 18 16,0 0 34-16,0 0-5 15,27 92-24-15,-27-72-16 0,0-2-15 16,0-3-7 0,0-5-6-16,0-3-1 0,0-6-6 15,0-1-57-15,0 0-74 16,0-4-96-16,0-7-425 15</inkml:trace>
  <inkml:trace contextRef="#ctx0" brushRef="#br0" timeOffset="114113.9">4570 3281 717 0,'0'0'118'0,"0"0"5"0,0 0-75 15,0 0-22 1,0 0-26-16,0 0-1 0,-2-44-80 15,9 49-143-15,1 5-214 16</inkml:trace>
  <inkml:trace contextRef="#ctx0" brushRef="#br0" timeOffset="114471.07">4719 3563 266 0,'0'0'140'15,"0"0"-41"-15,10 78 28 16,-10-73-42-16,0-3-9 15,-7-2 6-15,-2 0-11 16,-2-2-17-16,4-13-14 16,-1-5-5-16,4-4 24 0,2-1-10 15,2-1-7 1,0 0-28-16,0 3-3 0,8 2-7 16,8 2 2-16,4 3 1 15,2 4-7-15,8 3-1 16,3 5 1-16,-2 4 4 15,-1 0-4-15,-5 7 2 16,-3 11-2-16,-5 7 12 16,-2 1-6-16,-5 4 0 15,-5-3 8-15,-4 2-9 16,-1-1-3-16,0-3 0 0,0-3-2 16,0-5-3-1,0-7-24-15,-1-3-33 16,1-7-49-16,-2 0-78 0,2 0-164 15</inkml:trace>
  <inkml:trace contextRef="#ctx0" brushRef="#br0" timeOffset="115262.45">5166 3510 625 0,'0'0'104'0,"0"0"11"16,0 0-12-16,0 0-42 16,8-81-10-16,-8 65-2 15,0 3 3-15,-11 5-4 16,-4 3 9-16,0 3-12 16,-4 2-12-16,-3 0-28 0,-1 11-5 15,1 12-6-15,1 5 5 16,7 3-3-16,3 0-3 15,8-1 6-15,3-6-5 16,0-5 4-16,8-5-4 16,6-5 2-16,7-5-11 15,-3-4-5-15,3 0 2 16,1-4 18-16,-2-13 3 16,0-3 1-16,-2-1-1 15,-3 1 1-15,-6 3 3 16,0 6-5-16,-8 5 6 15,-1 6 25-15,0 0 32 16,0 0-15-16,0 12-50 16,-3 16 1-16,-4 21-1 0,7 24 4 15,0 14 2-15,2 12-4 16,14 5 30-16,-7-2-26 16,-3-3 10-16,-6-6-3 15,0-11 1-15,-18-18 3 16,-6-14-13-16,-1-18 6 15,-2-13-7-15,-1-12 2 16,-2-7-3-16,-3-6 5 16,0-21-5-16,0-14-2 15,4-11-1-15,6-12-6 16,5-12 5-16,6-7 0 16,8-4 2-16,4 1-1 15,7 8 1-15,21 8-3 0,7 11 1 16,5 9-5-16,6 7-1 15,1 13-23 1,2 7-29-16,-6 6-53 0,-4 5-101 16,-29 12-153-16</inkml:trace>
  <inkml:trace contextRef="#ctx0" brushRef="#br0" timeOffset="117962.55">6163 3160 656 0,'0'0'27'16,"0"0"58"-1,0 0 8-15,0 0-41 0,0 0-3 16,0 0 3-16,0 0-30 16,-3-79 3-16,19 69 3 15,4 2-11-15,2 2 2 16,5 4-7-16,-2 2 1 16,-2 0-7-16,-4 0 8 15,-4 15-10-15,-3 12-2 16,-9 7 4-16,-3 8 3 15,-2 2-6-15,-20 1 5 16,-6-2-2-16,-4-7-1 16,1-5-5-16,-2-5-1 15,5-10-5-15,7-3-2 16,3-9 5-16,10-2 2 16,1-2 1-16,4 0 2 0,3-2 8 15,0-9-10-15,0-3-2 16,0 2 2-16,10-1 5 15,9 0 4-15,3 5-8 16,3 0 1-16,3 8-2 16,1 0 2-16,-5 0-1 15,0 10 1-15,-7 9 2 16,-6 2 1-16,-2 1 10 0,-9 5-13 16,0 0 1-16,-6 1 10 15,-18-4 2 1,-3-2 2-16,-4-4-4 0,-1-6 0 15,1-3-3-15,6-5-3 16,1-4-1-16,9 0-1 16,2 0 3-16,2 0-8 15,4-6-2-15,4-5-5 16,3-1-55-16,0-4-30 16,13-2-10-16,11-2-69 15,-12 11-81-15,0 2-255 16</inkml:trace>
  <inkml:trace contextRef="#ctx0" brushRef="#br0" timeOffset="118468.21">6530 3241 741 0,'0'0'184'0,"0"0"-124"16,0 0 42-16,0 0-44 15,0 0-19-15,0 0-8 16,91-56-15-16,-72 56-2 16,-2 0-8-16,2 15-2 0,-1 6 5 15,-3 3 8-15,-3 5-1 16,-6 2 1-1,-6 1-3-15,0-1-5 0,-3 1-8 16,-17-1 8-16,-8-3 0 16,0-5-5-16,-4-3 2 15,1-7-3-15,6-3-1 16,2-6 1-16,8-4 0 16,5 0 0-16,7 0 2 15,3 0 2-15,0 0-1 16,0 0 3-16,0 0 0 15,6 0-4-15,9-6-4 16,7 2 8-16,5 2-8 16,4 2 1-16,2 0 0 15,3 0 0-15,3 0 2 16,-3 10-1-16,-5-1 2 16,-4 0-4-16,-3-2-2 0,-7 0 0 15,0-2-5-15,2-1-70 16,-19-4-103-16,0 0-157 15</inkml:trace>
  <inkml:trace contextRef="#ctx0" brushRef="#br0" timeOffset="120977.21">7966 3028 488 0,'0'0'172'0,"0"0"-114"0,0 0 62 16,0 0-36-16,0 0-14 15,0 0 10-15,-34-57-9 16,24 56-20-16,-4 1 3 15,-3 0-38-15,-2 0-2 16,-1 5-1-16,-1 11-12 16,0 7 5-16,0 7-2 15,-3 7 2-15,-1 10 1 16,7 5 0-16,0 3 4 16,6-1-1-16,7-2-5 15,5-6-2-15,0-9-1 16,2-4-2-16,10-9 0 15,7-7-1-15,1-8-2 16,1-7 0-16,1-2-2 16,3 0-10-16,-2-10 15 15,1-8 6-15,-2-7-6 0,-5-4-10 16,-3-2 6-16,-5 0 4 16,-3 3 5-16,-4 4-5 15,-2 7 8-15,0 7-2 16,0 6 3-16,0 4 17 15,0 0-1-15,0 0-16 16,0 0-9-16,0 14-15 16,0 7 7-16,0 5 8 15,7-1 1-15,4 1-1 16,2-3 0-16,2-4 2 16,5-4-2-16,-1-2-3 0,2-4 2 15,-3-5-1 1,1-4 2-16,-4 0 0 0,-2 0 1 15,-1-2 4 1,2-13 6-16,-4-5-3 0,-2-4-3 16,-4-1-1-16,-4-4 1 15,0-2-4-15,0 0 2 16,-10 2 2-16,-11 2-4 16,1 8 4-16,-5 6-1 15,0 4 0-15,1 6 4 16,1 3 1-16,4 0-7 15,5 0 0-15,1 3-2 16,4 8-6-16,3 0 4 0,3-1-2 16,3 3 1-1,0-2 1-15,0 1-3 0,12-2 0 16,9 0 2-16,5-5-3 16,2 1-9-16,10-6-27 15,0 0 6-15,-1 0-27 16,-1 0-26-16,-3-11-29 15,-5-1 17-15,-7-1 30 16,-4 1 28-16,-6 0 25 16,-5 1 18-16,-1 1 0 15,-2 3 3-15,-2 0 8 16,-1 3 11-16,2 1 7 16,-2 2 12-16,0 1 10 15,0 0-3-15,0 0 8 16,0 0-15-16,0 4-25 0,7 12-14 15,-1 4 12-15,2 5 58 16,-2 0-37-16,0 0-12 16,1 2-2-16,-3-4-3 15,1-2-6-15,-2-3-7 16,3-5 1-16,-3-5-6 16,0-5-2-16,1-3 2 15,1 0-11-15,1 0-27 16,3-14-82-16,-6 3-51 15,0-2-149-15</inkml:trace>
  <inkml:trace contextRef="#ctx0" brushRef="#br0" timeOffset="121137.76">8363 3014 175 0,'0'0'626'16,"0"0"-582"-16,0 0 19 15,0 0-48-15,0 0-15 16,0 0-23-16,0 0-79 16,-11-23-97-16,15 23-61 15</inkml:trace>
  <inkml:trace contextRef="#ctx0" brushRef="#br0" timeOffset="121727.04">8532 2938 459 0,'0'0'232'0,"0"0"-146"16,0 0 72-16,0 0-78 15,0 0-1-15,0 0-18 16,5-19-4-16,-5 19-24 16,0 10-25-16,-5 10-7 15,-3 8 23-15,1 6 6 16,0 4-9-16,2 3-2 15,4 3-4-15,1 0 0 16,0-1-3-16,0 0-2 0,0-2-1 16,7-3-2-1,6-6-4-15,3-5-2 0,0-5-1 16,-1-5-2-16,4-4 0 16,0-4-1-16,1-6 2 15,-1-3-1-15,1 0 2 16,1-2 0-16,-1-16 9 15,-1-8-6-15,-2-6-3 16,-3-6-12-16,-1-5-4 16,-8-5-17-16,-2 1 22 15,-3 3 11-15,0 10 0 16,0 13 5-16,0 12 2 0,-5 8 11 16,4 1 7-1,-1 0-14-15,2 6-11 16,0 15-16-16,0 8 16 0,0 4 2 15,8 2 1-15,1 0 2 16,2 1 4-16,2-1 1 16,1 0-2-16,-2-4 1 15,-4-6-4-15,-2-3 4 16,-6-5-5-16,0-5-4 16,-6 0 1-16,-9-7-4 15,-1-2-13-15,-3-3-89 16,2 0-98-16,11 0-117 15,0-2-190-15</inkml:trace>
  <inkml:trace contextRef="#ctx0" brushRef="#br0" timeOffset="123963.55">10021 3241 656 0,'0'0'61'16,"0"0"47"-16,0 0-28 15,0 0-3-15,0 0 2 16,0 0-6-16,0 0 6 15,-43-71-21-15,35 71-17 0,-5 0-15 16,1 0-23 0,-3 9-3-16,0 8-1 15,3 6 1-15,2 3-1 0,2 4-8 16,7 2 7 0,1 1 1-16,0-1-3 0,3-4 4 15,14-4-5-15,3-4 4 16,2-5-6-16,2-6 4 15,-1-6 0-15,1-3-1 16,-2 0 4-16,-1-3 5 16,-5-14 5-16,0-3-4 15,-3-4 5-15,-3-3 1 16,-3-3-5-16,-4-3 7 0,-3 0 5 16,0-3 6-1,-7 4-3-15,-11 5-2 0,3 7-8 16,2 9-4-16,-1 6-6 15,1 5 0-15,-1 0-2 16,-3 6-1-16,0 14 0 16,2 6-5-16,5 1 3 15,5 2 2-15,5-1 0 16,0-3-6-16,3-5-16 16,18-3-40-16,8-7-46 15,5-4-6-15,7-6-39 16,1 0-15-16,-25-6-129 15</inkml:trace>
  <inkml:trace contextRef="#ctx0" brushRef="#br0" timeOffset="124293.46">10373 3037 690 0,'0'0'196'15,"0"0"-108"-15,0 0 50 16,0 0-32-16,0 0-44 15,0 0-62-15,-8 7 11 16,0 35-8-16,0 11 29 16,4 10-1-16,4 6-7 15,0 5 12-15,0 1-1 16,0 4-11-16,3-1 1 0,4-3-11 16,2-3 3-16,-5-6-6 15,1-8-5 1,-5-10-4-16,0-13-1 0,0-10 2 15,0-10-2-15,0-5-1 16,-6-8 0-16,-6-2-5 16,-1 0-30-16,-7-25-35 15,1-13-198-15,9 15-81 16,-1-2-304-16</inkml:trace>
  <inkml:trace contextRef="#ctx0" brushRef="#br0" timeOffset="124450.21">10145 3621 613 0,'0'0'196'0,"0"0"-116"16,0 0 22-16,0 0-34 16,0 0-36-16,37-81-13 0,-1 70-5 15,6 1-7-15,5-3-1 16,7 3-6-16,6-2-6 16,1-1-126-16,-39 9-110 15,1-3-376-15</inkml:trace>
  <inkml:trace contextRef="#ctx0" brushRef="#br0" timeOffset="125342.91">11814 2945 653 0,'0'0'171'0,"0"0"-88"15,0 0 74-15,0 0-62 16,0 0-8-16,0 0-22 16,0 0-21-16,-55-56-29 15,34 59-15-15,-6 19 11 16,-1 8-5-16,0 7-3 16,1 10 0-16,1 6 4 15,7 4-7-15,5 1 7 16,7 1-7-16,7-4 0 15,0-1-1-15,0-6 1 16,15-7 0-16,9-7 0 0,-3-11 0 16,7-6-4-16,-2-9 1 15,0-7 1-15,1-1-6 16,0 0 8-16,-2-14 8 16,-2-8 0-16,-1-4-3 15,-8-2 6-15,-6-2-3 16,-8-1 1-16,0 3 6 15,-4 1 18-15,-18 4-11 16,-5 5-7-16,-1 7-14 16,-5 4-2-16,0 7 0 15,0 0-1-15,6 0 1 16,5 14-5-16,10 1-4 16,7 1-26-16,5 1-42 15,3-6-112-15,11-10-58 0,4-1-257 16</inkml:trace>
  <inkml:trace contextRef="#ctx0" brushRef="#br0" timeOffset="126042.04">12620 2867 556 0,'0'0'300'0,"0"0"-214"0,0 0 52 15,0 0-52 1,0 0-38-16,0 0-14 16,1-15-11-16,-1 30-23 15,0 12 2-15,0 11-2 0,0 10 31 16,0 9-13-16,0 2 14 16,0-2-1-16,0-1-9 15,2-9-2-15,4-4-14 16,-2-9 0-16,1-10-3 15,-2-7-1-15,0-7-1 16,-2-6-1-16,1-4-2 16,-2 0-22-16,0-3-78 15,0-17-37-15,0 5-98 16,-9-1-429-16</inkml:trace>
  <inkml:trace contextRef="#ctx0" brushRef="#br0" timeOffset="127481.23">12468 3131 634 0,'0'0'83'0,"0"0"30"16,0 0-18-16,0 0-55 15,0 0-36-15,0 0 2 16,56-28 3-16,-21 24 4 16,2-2-8-16,2-3 0 15,-2 2 20-15,-1 0-3 16,-12 1 1-16,0 2-1 15,-11 1-4-15,-7 2-4 16,-6 1-8-16,3 0 2 16,-3 0-1-16,0 0 16 0,0 0 15 15,0 0-6 1,0 0-13-16,0 10-11 0,-5 8-6 16,-1 9 5-16,-1 4 11 15,3 0-10-15,4 2-6 16,0-4 1-16,0-2-2 15,4-4-1-15,11-3 0 16,3-5-2-16,3-5 1 16,0-3-1-16,1-4 0 15,2-3 2-15,0 0 15 16,1-3-10-16,-1-14 7 16,-3-3-5-16,0-5-4 15,-3-5 2-15,-5-2 0 0,-7-3-1 16,-6-2-4-16,0 3 6 15,0 3 1 1,0 11-2-16,-3 9 1 0,-4 5 6 16,2 6 10-16,4 0-4 15,-1 0-12-15,1 0-6 16,-5 2-1-16,1 16-12 16,1 6 5-16,1 6 8 15,3-1 0-15,0 1 1 16,0 1-1-16,3-2 0 15,9 1 1-15,4-4 3 0,-1-5-4 16,0-3 1 0,-1-7-5-16,-1-5 4 0,-4-3-6 15,-3-3-19-15,6 0-28 16,-3-3 20-16,-2-16 20 16,2-3 3-16,-5-3-16 15,-2-5-6-15,-1-1 1 16,-1 2 17-16,0 0 14 15,0 5 1-15,0 6 5 16,0 1 4-16,0 4 19 16,0 3 3-16,0 3-8 15,0 3-4-15,0 1 2 16,0 2 0-16,2 1-15 16,-2-2-2-16,0 2-4 15,3 0-1-15,-3 0-1 0,0 0 1 16,0 0 0-1,0 0 2-15,0 0 4 0,0 0-5 16,0 0 3-16,0 0-2 16,0 0-1-16,0 0 0 15,0 0 1-15,0 0 1 16,0 0 3-16,2-1 0 16,2-1-2-16,2-2 5 15,4 1-4-15,1-1 0 16,-2 2-4-16,4 0-2 15,-4-1 0-15,0 3 1 0,-2 0-3 16,-2 0 3 0,-2 0-2-16,-2 0 1 15,-1 0 0-15,0 0-4 0,0 0 1 16,0 0-7-16,2 0 2 16,6 0 4-16,-1 7 5 15,3 2 12-15,1 2-12 16,-2 3-1-16,4 3-9 15,-1 6 6-15,-3 3 4 16,0 3 3-16,-3 1 0 16,-3-3 0-16,-1-3-1 15,-1-4-4-15,-1-5 1 16,0-7-3-16,0-5-5 16,0-2 5-16,0-1 4 0,0 0 4 15,0 0-4 1,0 0 7-16,0-17-6 15,-6-4-1-15,0-5-6 0,3-1 6 16,0-3 0-16,3-3 0 16,0 3 3-16,0 0-3 15,0 4-5-15,7 4 5 16,6 4 0-16,1 3 3 16,4 2-3-16,2 5-7 15,-4 2 0-15,2 2 1 16,-6 4-2-16,-2 0-1 15,-4 0-12-15,-1 0 4 0,-2 0 6 16,-2 0 8 0,1 0 0-16,1 0-2 15,-3 0-10-15,0 0-26 0,0 0 13 16,0 0-9-16,0 0 16 16,0 0 1-16,0 0-10 15,3 0 2-15,0 0-6 16,0 0-49-16,0 0-33 15,-3 0-93-15,0 0-5 16</inkml:trace>
  <inkml:trace contextRef="#ctx0" brushRef="#br0" timeOffset="128391.06">13585 3017 689 0,'0'0'139'15,"0"0"-135"-15,0 0 8 16,0 0-5-16,0 0 20 16,33 79-8-16,-28-51 1 0,-4 1 6 15,-1 0-3-15,0-4 6 16,0-4-4-16,0-4-11 16,0-4-3-16,0-7-9 15,0-4 4-15,0 0-5 16,0-2 4-16,0 0 2 15,0 0 8-15,0-3 25 16,-1-13 14-16,-2-6-36 16,3-5-16-16,0-4 3 15,0-1-4-15,0-1 5 16,4 3 4-16,8 5-4 16,0 6 3-16,4 2-5 0,4 2 0 15,4 5 2 1,2 3-5-16,1 7 3 0,-5 0-4 15,-2 2 0-15,-4 15-6 16,-2 8 6 0,-2 3 5-16,-5 5 1 0,-2-2-1 15,-2-2 0-15,-2-2 4 16,-1-7-4-16,2-4-3 16,-2-6-1-16,0-5 2 15,1-4-3-15,1-1-2 16,-1 0 2-16,2 0-9 0,4 0 1 15,4-8-12 1,1-7 20-16,4-5 0 0,-2-6 4 16,-1-3-4-16,-2-4 1 15,-1-5 0 1,-1 0-2-16,-3 3 1 0,-3 7 0 16,-1 11 0-16,-2 10 6 15,0 7 10-15,0 0 12 16,0 0-9-16,0 3-19 15,0 16-13-15,0 9-15 16,7 6 28-16,3 1 0 16,2-1 1-16,5 2-1 15,-1-4 0-15,2-2 0 16,-1-3 8-16,-6-6-1 0,-6-5-1 16,-5-4-2-1,0-4 0-15,0 0-2 0,0-7 11 16,-12 0 1-16,-3-1-14 15,-3 0-2-15,0-5-37 16,-4-10-49-16,13 5-62 16,0 1-129-16</inkml:trace>
  <inkml:trace contextRef="#ctx0" brushRef="#br0" timeOffset="129192.09">14606 3130 775 0,'0'0'122'0,"0"0"-113"0,0 0 18 16,0 0-27 0,0 0 37-16,0 0 18 15,0 0-8-15,80-36-7 0,-69 21-10 16,-1-2-10-16,-6 0 9 16,-1-3-4-16,-3-2 4 15,0-1-3-15,0-1-4 16,-3 4-6-16,-7 3 11 15,1 7-4-15,-1 5-20 16,1 2 6-16,-2 3 8 16,1 0-11-16,-5 0-6 15,0 10-2-15,0 10-3 16,0 5-3-16,2 6 7 0,4 3 1 16,3 1 0-1,4 0 0-15,2 1-5 16,0-3 5-16,3-1 0 0,13-4 1 15,1-3 0-15,4-5 3 16,0-4-3-16,3-5 0 16,3-5-2-16,4-5 0 15,3-1 1-15,2 0 0 16,0-1-20-16,0-11-73 16,-5-3-52-16,-1-1-55 15,-26 7-144-15</inkml:trace>
  <inkml:trace contextRef="#ctx0" brushRef="#br0" timeOffset="129724.21">15077 3087 423 0,'0'0'217'0,"0"0"-173"16,0 0 123-16,15-84-67 16,-15 71-7-16,0 1-1 15,0 5-22-15,-4 2-15 16,-7 1-9-16,-2 2-16 15,-4 2-15-15,-2 0-15 16,-3 3 4-16,-2 17-3 16,1 7 1-16,-1 7 1 15,4 3-2-15,6 5 5 16,5-2-5-16,3-1 1 16,6-3-2-16,0-6-1 15,0-4 0-15,15-8 1 0,0-6 0 16,1-5-8-16,3-4 5 15,0-3-2-15,1 0 4 16,2-10 1-16,3-12 13 16,-3-8-10-16,0-3-3 15,-3-3-1-15,-6-4-13 16,-6 4 14-16,-4 3 1 16,-3 9 6-16,0 9 8 15,0 9 5-15,0 5 10 16,0 1-1-16,0 0-19 15,0 0-10-15,-4 7-4 16,-2 14-13-16,0 6 17 0,-3 2 1 16,8 1 1-16,1-2-1 15,0-2-2-15,0-4 1 16,7-2-3-16,9-4-2 16,5-6-52-16,0-5-55 15,5-5-37-15,-3 0-59 16,-15 0-149-16</inkml:trace>
  <inkml:trace contextRef="#ctx0" brushRef="#br0" timeOffset="130510.89">15387 3028 490 0,'0'0'205'0,"0"0"-104"0,0 0 59 16,0 0-71-16,0 0-18 15,0 0-53-15,-28-1-17 16,15 29-2-16,4 4 2 16,1 2-1-16,2 1 2 15,4-2-1-15,2-3 0 16,0-5-1-16,0-5 3 16,0-8-1-16,11 0 0 15,4-5-1-15,6-3 1 0,1-4 11 16,4 0 52-1,-1-8-53-15,4-18 5 16,2-7 4-16,0-7-10 0,-2-6-1 16,-7-6-6-1,-8-7 3-15,-7-3-2 0,-7 1 2 16,0 9 0-16,0 10 1 16,-3 11 1-16,-8 10 40 15,5 8-6-15,2 6-15 16,-1 5-12-16,2 2-11 15,0 0-5-15,-1 3-10 16,0 20-4-16,-2 9 5 16,-2 11 9-16,5 3 2 15,3 7 1-15,0 0-1 0,0-1 1 16,0-2-3 0,8-7 4-16,4-5-1 0,4-11-3 15,-4-9 2-15,-2-9-1 16,-2-6-1-16,-4-3-5 15,2 0 3-15,3-3 2 16,6-18 4-16,0-9 11 16,3-5-4-16,0-7-11 15,-3-2-1-15,-5 7 1 16,0 9-2-16,-3 14 2 16,-6 9 0-16,-1 5-1 15,0 0-2-15,0 15-4 16,0 13-20-16,0 8 18 15,0 6 9-15,0-3 5 0,2-2-5 16,12-5 1 0,4-4 0-16,6-7-1 0,8-5 0 15,2-10-4-15,8-6 4 16,5 0 4 0,2-14 8-16,1-9 4 0,-4-2-6 15,-7-2-1-15,-8 0-1 16,-7 3-2-16,-9 3-4 15,-3 3-2-15,-8 3-6 16,-4 7-47-16,0 8-147 16,-8 0-262-16</inkml:trace>
  <inkml:trace contextRef="#ctx0" brushRef="#br0" timeOffset="132842.35">16542 3132 653 0,'0'0'94'0,"0"0"-91"0,0 0 18 16,0 0-18-16,0 0 24 16,0 0-3-16,0 0-8 15,38 24-1-15,-31-24-1 16,-3 0-1-16,1 0 4 15,-2 0 4-15,-2 0 3 16,-1-4 8-16,0-2 3 16,0-1 3-16,0 2 16 15,0 1-7-15,-1-1-14 16,-5 5-12-16,0 0-21 0,-1 0-3 16,1 0-22-16,4 6-36 15,2 1-58 1,0-6-65-16,0-1-277 0</inkml:trace>
  <inkml:trace contextRef="#ctx0" brushRef="#br0" timeOffset="133690.23">17830 2880 714 0,'0'0'127'15,"0"0"-39"-15,0 0 35 16,0 0-47-16,0 0-27 15,0 0-7-15,0 0-29 16,-2-13-13-16,2 33 0 16,0 9 0-16,0 8 35 15,0 5-4-15,0 7-9 16,0 0 1-16,0-3-6 0,0-3 8 16,3-8-8-1,0-6-7-15,0-7-1 16,0-6-2-16,-1-6-2 0,-1-5-1 15,-1-2-1-15,0-3-3 16,0 0 2-16,0 0-1 16,0 0 1-16,0 0-2 15,0 0-13-15,0-8-40 16,0-11-60-16,-10-1-134 16,2 9-27-16,1 1-305 15</inkml:trace>
  <inkml:trace contextRef="#ctx0" brushRef="#br0" timeOffset="133931.07">17569 2848 743 0,'0'0'74'15,"0"0"29"-15,0 0-21 16,15-73-57-16,13 52-15 15,8 0 9-15,1 0-5 16,3 3 3-16,-7 5-8 16,-7 7-6-16,-6 6-3 15,-9 0-4-15,-7 17-55 0,-4 8-61 16,0-10-138 0,-15-1-40-16</inkml:trace>
  <inkml:trace contextRef="#ctx0" brushRef="#br0" timeOffset="134188.48">17596 3198 464 0,'0'0'89'15,"-12"97"1"-15,12-68 12 16,12-2-32-16,7 0 0 16,6-5 10-16,5-1-27 15,4-3-17-15,4-6 71 16,-1-3-81-16,-2-9 19 15,0 0-27-15,-5 0-15 16,-4-6 4-16,2-8-4 0,-1-6-3 16,-2-4-35-16,-1-4-31 15,-6-6-34 1,0-1-46-16,-8-3-32 16,-10 23-95-16,0 1-93 0</inkml:trace>
  <inkml:trace contextRef="#ctx0" brushRef="#br0" timeOffset="134472.62">18067 2815 610 0,'0'0'134'15,"0"0"6"-15,0 0-34 16,0 0-25-16,0 0-7 0,0 0-30 16,-24-28-44-1,19 53 3-15,1 13 9 0,0 6 19 16,4 4-7-16,0 7 10 15,0 0 2 1,0-1 2-16,0-5-4 0,5-5-5 16,3-8-20-16,0-5-4 15,-2-6 2-15,-2-6-6 16,2-6-1-16,-2-8 0 16,-2-2-1-16,1-3-6 15,-3 0-53-15,0-8-100 16,0-3-64-16,0-5-440 15</inkml:trace>
  <inkml:trace contextRef="#ctx0" brushRef="#br0" timeOffset="134939.17">17961 3148 798 0,'0'0'61'0,"0"0"-18"0,0 0 9 16,0 0-44-16,0 0 5 15,106-20-6-15,-64 15 2 16,7-4 0-16,-1-2 5 16,1-2-4-16,-4-3 1 15,-1-2 1-15,-3 0-7 0,-4-3 1 16,-6-2 0 0,-7 0 4-16,-6 1 2 0,-7 4 7 15,-8 5 17 1,-3 4-6-16,0 7 21 15,0 2 9-15,-5 0-24 0,-4 0-1 16,-6 5-35-16,3 18-1 16,2 6-11-16,5 7 4 15,5 2 7-15,0 1-4 16,0 3 2-16,14-3 3 16,-1-2 2-16,-1-4 9 15,0-5-4-15,-6-5 2 16,-1-6 5-16,-5-4-2 15,0-1-5-15,-3-2 4 16,-21 0-4-16,-6-3 2 0,-1-3 1 16,-1-4-7-16,7 0-3 15,5 0-12 1,11-4-28-16,9-11-56 0,0 6-113 16,0-1-202-16</inkml:trace>
  <inkml:trace contextRef="#ctx0" brushRef="#br0" timeOffset="135740.51">19454 3003 548 0,'0'0'37'0,"0"0"14"0,0 0 28 15,0 0-12 1,57-72 10-16,-43 46-31 0,-4-5-4 15,2-7 6-15,-5-3-5 16,-4 2 12-16,-3 6-22 16,0 12 0-16,0 11 16 15,0 7 1-15,-4 3 6 16,-9 0-29-16,-4 20-27 16,-2 15-6-16,-2 13 6 15,4 10-4-15,8 8 4 0,6 8 2 16,3 3 5-1,0 2 3-15,2 0 8 16,8-1 11-16,5-1-1 0,-3-11-3 16,0-5-2-1,0-9-11-15,-6-12 3 16,-3-8-5-16,-3-10-6 0,0-5 3 16,0-6-6-16,-1-4-1 15,-13-5 3-15,-11-2-1 16,-10-10-2-16,-6-21-33 15,-3-10-105-15,27 17-173 16,5 2-159-16</inkml:trace>
  <inkml:trace contextRef="#ctx0" brushRef="#br0" timeOffset="136621.19">19265 3337 552 0,'0'0'123'0,"0"0"-106"15,0 0 75-15,109-71-54 16,-57 51 4-16,3-3-19 15,2-5-5-15,0-5-5 16,-8-4-6-16,-4-4-1 16,-7-6-2-16,-10-6-4 15,-9-2-14-15,-9-4 0 16,-3 2 13-16,-7 7-6 16,0 7 7-16,0 10 13 15,-5 6 16-15,-4 10 13 16,0 7 12-16,4 4 14 15,1 5-25-15,2 1 30 0,0 0-38 16,-1 0-33 0,-2 8-2-16,-3 21-8 0,-2 11 8 15,-2 9 19-15,3 7-16 16,5 5 5 0,-1 4-2-16,5-2 7 0,0-1 1 15,0-7 7-15,5-7-7 16,7-8-4-16,2-10-2 15,1-7-4-15,0-7-4 16,0-8-5-16,0-3 3 16,0-5 2-16,0 0 1 15,-2 0 0-15,4-16 1 16,-4-10 1-16,-1-6-2 0,2-6-2 16,-7-6 1-16,-2 0-2 15,-1 4 2-15,-4 6 2 16,0 9 1-16,0 7 0 15,0 8 4-15,0 6 11 16,0 3 1-16,0 1 2 16,0 0-20-16,-1 1-1 15,-1 17-15-15,2 11-2 16,0 6 17-16,0 0 3 16,0-1-2-16,12-3-1 15,0-4 3-15,2-3-2 16,2-5 0-16,-1-7-1 15,0-4-6-15,0-5 5 0,-1-3 1 16,0 0 7-16,2 0-6 16,-1-14 4-1,3-8-1-15,-4-8-3 0,-1-5-1 16,-6-6-8-16,0-1 0 16,-4 3 5-16,-3 7 3 15,0 9 3-15,0 11-1 16,0 5 8-16,0 7-2 15,0 0 12-15,0 0-19 16,0 0-1-16,0 17-15 16,0 12-1-16,0 8 16 15,0 2 4-15,3-2 2 0,7-3-2 16,0-3-1 0,5-7 1-16,0-4-4 15,4-6 0-15,0-4 0 16,4-8-13-16,3-2-70 0,-3-5-61 15,-15-9-98-15,-5-3-193 16</inkml:trace>
  <inkml:trace contextRef="#ctx0" brushRef="#br0" timeOffset="136837.31">20366 2952 851 0,'0'0'114'0,"0"0"-101"16,0 0 17-16,0 0 9 15,0 0 73-15,78 80-39 16,-49-48-6-16,4 0 13 0,-3-3-35 16,-2-4-36-1,-5-2 1-15,-2-7-8 0,-7-6 3 16,-4-4-5-16,-6-4-2 16,-2-2-33-16,-1 0-115 15,-1-11 24-15,0 0-30 16,0-5-344-16</inkml:trace>
  <inkml:trace contextRef="#ctx0" brushRef="#br0" timeOffset="137047.22">20622 2919 556 0,'0'0'427'16,"0"0"-356"-16,0 0-1 0,0 0-23 15,0 0-44-15,-69 79 54 16,46-39-14-16,-2 1-3 15,-1-1-9-15,1-4-21 16,0-3-6-16,5-5-1 16,4-7-3-16,7-4 0 15,4-5-21-15,5-4-100 16,0-8-123-16,0 0-200 16</inkml:trace>
  <inkml:trace contextRef="#ctx0" brushRef="#br0" timeOffset="139087.82">21445 2922 678 0,'0'0'106'0,"0"0"-1"0,0 0 33 16,0 0-64-16,0 0 8 16,0 0 0-16,0 0-39 15,-11-23-22-15,10 35-21 16,1 21-10-16,0 13 10 16,0 17 25-16,0 7 23 15,0 2-24-15,1-1-1 16,4-3-12-16,-1-4 3 15,1-8-5-15,0-8-3 16,-1-8-2-16,-1-9 0 0,-2-8-3 16,-1-4 1-16,0-6-2 15,0-7 1-15,0-5-1 16,0-1 0-16,0 0-7 16,0-13-41-16,-1-15-83 15,-6 9-139-15,0-3-154 16</inkml:trace>
  <inkml:trace contextRef="#ctx0" brushRef="#br0" timeOffset="139354.37">21406 3080 536 0,'0'-80'174'0,"5"46"-120"16,15 7 30-16,4 6-13 16,4 2-33-16,4 5 15 0,-1 6-2 15,-1 5-6-15,-3 3-15 16,0 0-3-16,-6 10 0 15,-2 14-5-15,-7 4 4 16,-4 5 2-16,-7 1-12 16,-1 1 9-16,0-3-21 15,-18-2 12-15,-6-3 15 16,-4-6-13-16,-1-4-6 16,1-10-6-16,3-6-2 15,5-1-4-15,7-1-28 16,7-18-84-16,6 7-109 15,0 1-171-15</inkml:trace>
  <inkml:trace contextRef="#ctx0" brushRef="#br0" timeOffset="139987.53">21842 3076 495 0,'0'0'164'16,"0"0"-132"-16,0 0 101 15,0 0-66-15,92-28-16 16,-77 10-15-16,-8-1-17 16,-7-2-3-16,0-3-3 15,0 4 0-15,-9 3 10 16,-5 6 4-16,0 4 6 16,-4 4 16-16,2 3 2 0,-4 0-26 15,0 3-20 1,0 18-5-16,1 9 0 0,1 9 2 15,8 5-1-15,3 2-1 16,7 0 1-16,0-4 3 16,0-8-3-16,11-6-1 15,8-8 0-15,-1-7-1 16,3-8-3-16,3-5 1 16,1 0 3-16,2-5 5 15,1-17-5-15,-2-6-9 16,-1-4-27-16,-1-2 6 0,-2 1 17 15,-2 7 13 1,-1 4 3-16,-4 8 1 16,2 6 5-16,-4 5 11 0,3 3-3 15,5 3-9-15,0 18-7 16,5 6-1-16,-4 4 12 16,-5 0-9-16,-6-3 8 15,-6-2-8-15,-5-8 1 16,0-4-1-16,0-6 3 15,0-5 0-15,-8-1 11 16,-3-2 0-16,-2 0 9 16,3-12-2-16,1-10 3 15,2-8-9-15,5-8 5 16,2-4 0-16,0-1-20 16,9 5-2-16,10 9-2 15,2 6-5-15,0 7-4 0,5 4-30 16,5 3-59-16,-20 9-65 15,0 0-166-15</inkml:trace>
  <inkml:trace contextRef="#ctx0" brushRef="#br0" timeOffset="140609.71">23092 2944 796 0,'0'0'65'16,"0"0"64"-16,0 0-4 15,0 0-33-15,0 0 17 16,0 0-42-16,-22-42-46 16,20 47-16-16,-1 22-5 15,1 14 0-15,2 19 0 16,-3 6 32-16,3 9-15 15,0 0 4-15,0-1-3 0,0 1-4 16,2-8-2-16,2-8-5 16,1-8 2-1,-2-12-8-15,-1-6 0 0,-2-8 1 16,0-9-2-16,0-8 0 16,0-5 0-16,0-3 0 15,0 0-3-15,0-11-19 16,0-19-27-16,0-14-89 15,-6 20-208-15,1-1-277 16</inkml:trace>
  <inkml:trace contextRef="#ctx0" brushRef="#br0" timeOffset="140920.56">23053 2974 703 0,'0'0'44'0,"0"0"-8"16,82-66 45-1,-46 62-30-15,1 4 11 0,-1 0-20 16,0 5 4-16,-6 18-8 16,-4 4-7-16,-6 5 1 15,-5 2 1-15,-8 1-10 16,-7-1-11-16,0-3 13 16,0-4-14-16,-10-6 4 15,-8-4 0-15,-4-5 22 16,-4-5 3-16,-2-4-17 15,-4-3-7-15,1 0-9 16,3 0-1-16,4-9-6 16,8-1-12-16,10 0-40 0,6-1-29 15,0-2-75-15,11 7-50 16,5-1-191-16</inkml:trace>
  <inkml:trace contextRef="#ctx0" brushRef="#br0" timeOffset="141956.95">23524 2966 584 0,'0'0'137'16,"0"0"15"-16,0 0-2 0,0 0-60 16,0 0-11-1,0 0 2-15,0 0-56 16,21-34-25-16,-31 48-24 0,-1 6 1 15,0 8 23-15,5 3-2 16,4 1 1-16,2 1-1 16,0-4 2-16,0-4-1 15,15-4-2-15,0-6 0 16,4-3 2-16,-1-5-5 16,3-6 2-16,0-1 4 15,-3 0 2-15,1-5 8 16,-1-14-6-16,-4-5 5 0,-4-5 1 15,-3-7 0 1,-7-3-8-16,0-5 0 0,-4 2-1 16,-14 4 0-16,-4 5 1 15,0 12-4-15,-1 8 0 16,2 8 2 0,2 5 0-16,4 0-3 0,2 0-5 15,4 5 3-15,4 9-6 16,3 0 1-16,2 2 7 15,0-1-6-15,11 0 4 16,11-1 1-16,4-3 1 16,2-5 3-16,2-4 9 15,0-2-8-15,-1 0 8 16,1-7-1-16,-2-12-5 0,0-5 4 16,-4-5-1-16,-4-4-2 15,-5-6-2 1,-1-3-2-16,-5-5-6 0,-5 0 6 15,-2 1 1-15,-2 10 2 16,0 9 0-16,0 10 2 16,0 8 2-16,0 5 13 15,0 4-2-15,0 0-2 16,-3 0-16-16,-5 7-9 16,-2 16-11-16,-4 15 8 15,1 4 8-15,3 6 7 16,5 3-3-16,2-2 0 15,3 3-2-15,0-2 2 16,3 0 3-16,13-4-3 16,2-3 1-16,6-6-1 0,0-5 0 15,1-10 0-15,0-6 0 16,1-8-1-16,0-7 4 16,0-1 4-16,1 0 3 15,0-19-2-15,-2-6 4 16,-4-7-5-16,-4-4-6 15,-5-5 3-15,-8 1-3 16,-2 1 5-16,-2 7 0 16,0 12 1-16,-9 7-7 15,-6 10 5-15,-3 3-5 16,-3 0-2-16,0 17-10 16,-1 11-2-16,2 8 2 15,8 1 3-15,8 2 8 0,4-1-4 16,0-6 5-16,4-5-5 15,17-6 5-15,7-7 2 16,5-7 22-16,5-6 1 16,5-1-10-16,6 0 12 15,-1-5-16-15,-2-6-1 16,-8-2-2-16,-9-1-8 16,-5 1-4-16,-7 0-85 0,-6 2-56 15,-11 7-72 1,0 0-280-16</inkml:trace>
  <inkml:trace contextRef="#ctx0" brushRef="#br0" timeOffset="144041.69">25325 2863 550 0,'0'0'182'0,"0"0"-100"15,0 0 60-15,0 0-54 0,0 0-7 16,0 0 2-16,0 0-11 16,8-54-5-16,-8 54-22 15,0 0-17-15,0 0-25 16,0 3-3-16,0 11-14 16,0 10-2-16,0 6 16 15,0 1 15-15,0-1-10 16,1-4 2-16,1-3-7 15,-1-3 3-15,-1-5-3 16,0-2 1-16,0-5 1 16,0-4-2-16,0-4-5 15,0 0-112-15,0-9-65 0,0-5-26 16,0-3-534 0</inkml:trace>
  <inkml:trace contextRef="#ctx0" brushRef="#br0" timeOffset="144184.06">25337 2688 711 0,'0'0'71'0,"0"0"-21"15,0 0-44-15,0 0-6 16,0 0-121-16,0 0-132 16,8-15-67-16</inkml:trace>
  <inkml:trace contextRef="#ctx0" brushRef="#br0" timeOffset="144585.88">25558 2832 198 0,'0'0'398'0,"0"0"-334"16,0 0 101-16,0 0-78 15,0 0-18-15,0 0 2 16,63-75-2-16,-63 67-13 15,0 3 20-15,-6 4-18 16,-8 1-24-16,-1 0-26 16,-2 0-6-16,-2 16-4 15,5 3-1-15,6 3-8 16,8 6 0-16,0 0 4 16,0 1-2-16,12 0 3 15,6 1 5-15,4-1-2 16,-1-5 3-16,0-3 6 0,-9-7-3 15,-3-5 0-15,-6-5 1 16,-3-1 5-16,0-2-9 16,0 3 4-16,-12 0 1 15,-6-1-3-15,-3 0 15 16,1-3-17-16,6 0-21 16,3 0-78-16,8 0-62 15,3-6-67-15,0 1-279 16</inkml:trace>
  <inkml:trace contextRef="#ctx0" brushRef="#br0" timeOffset="146385.47">26674 2977 395 0,'0'0'220'15,"0"0"-139"-15,0 0 87 16,0 0-90-16,16-75-36 16,-16 65 16-16,0 5-19 15,-3 0-1-15,-5 4 2 16,-1 0-15-16,-2 1-3 16,-2 0-14-16,-1 0-5 15,-2 11-6-15,1 9 2 16,-1 4-6-16,3 5 4 15,3 4-1-15,4 2 4 16,6-1-2-16,0 0 4 0,0-3-4 16,15-2 2-16,3-3 0 15,3-6 0-15,1-7-2 16,-2-7 2-16,1-6 1 16,-4 0 4-16,0 0-1 15,2-9 3-15,-4-11 2 16,0-6 1-16,-3-2 6 15,-4-4 10-15,-4-5 10 16,-4-1 7-16,0-2 3 16,0 4-9-16,-13 3-13 15,-4 6-11-15,-1 8-9 16,1 6-4-16,1 5-7 16,-1 4 7-16,3 4-2 15,-1 0-5-15,3 0 2 16,2 9-16-16,-1 5-26 0,5 5-38 15,6-1 0-15,0 1-40 16,0-14-90-16,8 0-172 16</inkml:trace>
  <inkml:trace contextRef="#ctx0" brushRef="#br0" timeOffset="146669.07">26990 2998 820 0,'0'0'31'0,"0"0"-12"15,0 0 10-15,0 0-27 16,0 0 3-16,0 0 4 16,9 5 9-16,-9-5 18 15,0 0 30-15,0 0 11 16,0 0 11-16,0 0 4 15,0 0-29-15,-7-8-21 16,1 1-34-16,-2 2-8 16,2-1-3-16,5 3-10 15,-1 0-64-15,2 3-53 0,0 0-85 16,0 0-197 0</inkml:trace>
  <inkml:trace contextRef="#ctx0" brushRef="#br0" timeOffset="147222.24">27416 2808 742 0,'0'0'59'0,"0"0"54"0,0 0-13 16,0 0-29 0,0 0 18-16,0 0-9 0,4-39-52 15,-14 39-17-15,-7 0-8 16,-2 16-3-16,-4 5-4 16,3 6-5-16,1 4 8 15,3 3 1-15,7 3 0 16,3-1-1-16,6 1 1 15,0-4 0-15,0-4-1 16,9-5-1-16,9-5 1 16,2-5-6-16,2-6-2 15,2-5-6-15,-1-3 15 16,0 0-6-16,1-6 12 16,-3-12 0-16,-5-5 2 0,-1-2 1 15,-7-4 1-15,-4-4 2 16,-4-4 11-16,0 2 16 15,0 1 5-15,-9 6-13 16,-9 7-9-16,2 7-9 16,1 4-8-16,3 5 0 15,1 4-5-15,-2 1-1 16,-1 0-4-16,-2 6 4 16,1 9-16-16,3 4-30 15,8 0-22-15,4 1-42 16,0-2-38-16,6-13-77 0,6-4-140 15</inkml:trace>
  <inkml:trace contextRef="#ctx0" brushRef="#br0" timeOffset="147672.79">27762 2753 902 0,'0'0'134'0,"0"0"-48"16,0 0 42-16,0 0-92 0,0 0-27 15,0 0-7 1,0 0 1-16,-59 80-5 16,43-42 2-16,5 3 0 0,4 2-4 15,6-4 4-15,1-1-3 16,0-4 1-16,5-6 1 15,12-3-8-15,2-9 5 16,-1-5 1-16,2-5 3 16,-4-5 2-16,-1-1-1 15,-1 0 4-15,-3-4 5 16,0-10 10-16,-5-2 5 16,-3-4 21-16,-3 1-1 15,0 2-5-15,0 3-13 16,-9 4-13-16,-3 3-5 15,-4 2-8-15,-1 2-1 0,-2 3 0 16,1 0-9-16,1 4-8 16,3 12-20-16,5 0-21 15,6 0-65-15,3-3-88 16,0-13-122-16,0 0-372 16</inkml:trace>
  <inkml:trace contextRef="#ctx0" brushRef="#br0" timeOffset="148834.46">28464 2815 684 0,'0'0'115'16,"0"0"0"-16,0 0 3 16,0 0-33-16,0 0-14 15,0 0 15-15,-15-44-21 16,14 44-15-16,1 0-19 15,-2 0-10-15,1 0-17 16,-1 4-4-16,-2 16-8 16,0 13 6-16,1 8 2 0,3 4 4 15,0 1 4-15,0-3-7 16,0-4-1-16,0-8 2 16,6-7-2-16,5-8-2 15,0-6-1-15,0-6 0 16,3-4-2-16,1 0 5 15,6 0 2-15,3-20 0 16,1-6 2-16,-5-6-4 0,-2-4-8 16,-5-3 8-1,-1 3 0-15,-6 6 1 16,0 11 0-16,-5 10 3 16,-1 6 0-16,0 3 8 0,0 0-7 15,0 0-5-15,0 8-12 16,0 15-18-16,0 10 27 15,0 1 3-15,5 1 3 16,7-4-3-16,1-6 0 16,6-5 0-16,0-6-3 15,3-4 1-15,-1-4 2 16,-2-6 1-16,2 0 5 16,-2 0-3-16,-4-16 1 15,2-7 9-15,-5-6-3 16,-3-5-4-16,-4-6 1 15,-5 1 3-15,0-1 0 0,0 5-3 16,-10 7-6 0,-3 8-1-16,1 7-1 0,4 8-7 15,2 2-13 1,3 3-20-16,0 0-46 0,3 0-45 16,0 0-65-16,0 5-30 15,8-2-78-15,-1-3-117 16</inkml:trace>
  <inkml:trace contextRef="#ctx0" brushRef="#br0" timeOffset="149353.54">28963 2757 300 0,'0'0'215'0,"0"0"-116"16,0 0 20-16,34-75-26 0,-31 66 14 16,-3 4-7-1,0 5 6-15,0 0-38 0,0 0-5 16,0 7-52-16,0 18-11 15,-6 9 0-15,2 10 2 16,-2 3 10-16,0 1-6 16,-1-2-1-16,0-2 3 15,4-9-5-15,3-9-3 16,0-9 1-16,0-10-2 16,0-5-1-16,0-2-2 15,0 0 0-15,3 0 4 16,14-11 0-16,2-8 9 15,8-4 9-15,-3 0-13 16,0 2-4-16,-1 4-1 0,0 6-3 16,-4 5 1-16,0 6-1 15,-3 0 0-15,-3 2-4 16,-1 16-4-16,1 5 0 16,-4 5 11-16,-3 0-2 15,-4 2 7-15,-2-5-3 16,0-2 1-16,-2-5 6 15,-13-4 4-15,-4-4 7 16,-2-3 17-16,0-4-1 16,-3-3-9-16,0 0-17 15,2-2-4-15,-1-13 3 0,1-2-7 16,4-3-2 0,6 2-2-16,6 2-38 0,5 4 3 15,1 2-28 1,0 2-40-16,3 1-74 0,3 7-116 15,3 0-430-15</inkml:trace>
  <inkml:trace contextRef="#ctx0" brushRef="#br0" timeOffset="149737.42">29437 3010 293 0,'0'0'465'15,"0"0"-449"-15,0 0 43 16,0 0-40-16,0 0-18 15,0 0-1-15,0 0 2 16,-60 8-2-16,57-3 3 16,2-4 1-16,1-1-4 15,0 0 1-15,0 0 0 0,0 0 13 16,0 0 39 0,0 0 41-16,0 0-42 0,0 0-17 15,0 0 14-15,0 0-14 16,0-6-35-16,3-1-12 15,-2 4-144-15,2 0-206 16</inkml:trace>
  <inkml:trace contextRef="#ctx0" brushRef="#br0" timeOffset="155465.38">2569 5092 468 0,'0'0'131'0,"0"0"-72"16,0 0 68-16,0 0-45 16,0 0-1-16,0 0 5 15,0 0-8-15,0 0-2 16,0-62-15-16,-3 62-35 0,3 0-2 16,0 12-24-16,0 10-5 15,0 9 5-15,0 10 14 16,0 8 6-16,0 4-11 15,0 2 1-15,0-2 5 16,0-6 1-16,0-8-10 16,-3-6 0-16,0-9-2 15,0-6-3-15,-2-4-1 16,1-4 2-16,-5-4 0 16,-3-6-2-16,1 0-13 15,-6-9-80-15,-4-15-138 0,15 9-48 16,-3 0-166-1</inkml:trace>
  <inkml:trace contextRef="#ctx0" brushRef="#br0" timeOffset="156385.15">2260 5148 408 0,'0'0'195'0,"0"0"-113"16,0 0 26-16,0 0-62 15,0 0-43-15,0 0 10 16,73-56 4-16,-31 55 8 15,5-2 2-15,3 2-4 16,5-2-1-16,-6 0 5 16,-1 0 2-16,-5-1-14 15,-10-2-6-15,-6-1-2 16,-8-1-5-16,-4-2-2 0,-6-3 7 16,-4-2-1-16,-4-7 0 15,-1 0-1-15,0-3 5 16,-1 1-5-16,-10 2 4 15,5 6 2 1,-4 7 17-16,7 7 12 0,0 2 8 16,1 0-9-16,1 0-28 15,-1 18-11-15,-1 14-36 16,0 12 36-16,0 8 6 16,2 4 0-16,-2 7 5 0,2 2-6 15,1-4 7 1,0 2-6-16,0-10 3 0,0-10 0 15,0-11 1-15,0-13-9 16,0-8 4 0,0-8-5-16,0-3 2 0,0 0 0 15,0 0 12-15,4-16-1 16,5-7-6-16,3-8 3 16,1-2-5-16,2-2-5 15,1 3-4-15,-2 5 4 16,1 9-1-16,-3 6 1 15,-3 8-2-15,-3 4-1 16,1 0-8-16,1 3 4 16,-2 18-12-16,0 8 2 15,2 2 17-15,-3 1 3 0,4-1-2 16,2-1 9 0,2-6-8-16,2-4-2 15,1-6 2-15,-1-6-2 0,3-4 0 16,1-2 0-16,2-2 8 15,3 0-3-15,3-8 0 16,-3-9 5-16,-3-5-1 16,0-3-7-16,-8-3 2 15,-1-3-4-15,-9 2-4 16,-3 4-4-16,0 5 8 16,0 9 5-16,-5 7 0 15,-6 4-5-15,-3 0-4 16,-5 8-7-16,4 16-9 0,0 6 7 15,3 2 11-15,9 2-1 16,3-3-1 0,0-2 0-16,6-5 0 0,18-5 0 15,4-5 3-15,3-5 1 16,4-4 7-16,-1-5 11 16,-1 0-5-16,-2 0 3 15,-4-3-13-15,-5-8-1 16,-8 1 4-16,-2 0-3 15,-5 1-3-15,-1 0-18 16,-1 1-74-16,-5 1-73 16,0 5-115-16,0 1-538 15</inkml:trace>
  <inkml:trace contextRef="#ctx0" brushRef="#br0" timeOffset="160534.9">3950 5341 325 0,'0'0'156'16,"0"0"-146"-16,0 0 38 15,0 0 3-15,0 0-10 16,0 0 6-16,0 0-8 16,2 62 12-16,5-56 9 15,-1-1-14-15,3-1-8 16,2-2 6-16,0-2 13 0,0 0-20 16,5 0-14-16,-2 0-5 15,2-6-8-15,1-6 4 16,0-4 0-16,-3-4-4 15,7-3 5-15,-6-3-4 16,-2-5-3-16,-1-3 3 16,-6-1 4-16,-4-1-8 15,-2 3 5-15,0 1 11 16,-5 4 1-16,-10 6-9 16,0 6-9-16,2 8-1 15,1 5 16-15,3 3-13 16,0 0-5-16,4 10-6 0,2 11-7 15,3 7-6-15,0 2 10 16,0 3 1 0,8 1 5-16,10 2-2 0,6-1 1 15,0-2 0-15,1-3-1 16,-3-3 2-16,-7-3 2 16,-4-5-2-16,-8-5 3 15,-3-3 0-15,0-1 1 16,-3-3 1-16,-11 1 13 15,-3-2-10-15,0-2-5 16,1-2-3-16,5-2-1 16,5 0-38-16,6 0-81 0,0 0 6 15,0-5-53 1,3-2-262-16</inkml:trace>
  <inkml:trace contextRef="#ctx0" brushRef="#br0" timeOffset="160839.38">4434 5248 852 0,'0'0'69'0,"0"0"-23"16,0 0-31-16,0 0 17 15,13 112 41-15,-7-54-7 0,-2 9 4 16,1 3-22-16,-2 4-13 15,0-3-2 1,-3-1 5-16,3-5-33 0,-3-8 6 16,3-7-9-16,-3-12 0 15,0-12-1-15,0-10-1 16,0-9 0-16,0-4 0 16,0-3-1-16,0-8-28 15,0-20-83-15,0 5-144 16,0-1-115-16</inkml:trace>
  <inkml:trace contextRef="#ctx0" brushRef="#br0" timeOffset="161133.29">4423 5386 525 0,'0'0'104'16,"14"-76"-18"-1,11 59 7-15,3 5-25 0,5 5-13 16,0 7 10-16,3 0-12 15,0 12-8-15,-5 13 0 16,-3 7 8-16,-5 4-22 16,-11-2-10-16,-9 1-8 15,-3-4 7-15,-5-3-13 16,-20-3 19-16,-5-3-9 16,-3-6-10-16,-1-5 0 0,1-7 1 15,9-4-6 1,6 0-2-16,5-14-23 15,13-7-82-15,0-5-63 0,7 15-100 16,8 1-198-16</inkml:trace>
  <inkml:trace contextRef="#ctx0" brushRef="#br0" timeOffset="162313.07">4854 5431 436 0,'0'0'83'0,"0"0"54"15,0 0-37-15,0 0-18 16,0 0-14-16,86-29 1 16,-72 14-13-16,0-3-26 15,-1-2-6-15,-4-1-10 16,-4 0 4-16,-4 0-6 0,-1 2-2 16,0 2 10-16,0 6 4 15,-3 3 2-15,-3 5 13 16,-3 2-4-16,-1 1-14 15,-1 0-4-15,-1 0-7 16,-1 9-9-16,1 8-2 16,-1 4 1-16,4 5 0 15,-2 3-1-15,8 1-4 16,3 0 5-16,0-1 0 16,0-1 0-16,8 0-3 15,8-4-1-15,5-2 8 16,3-4-6-16,1-5 2 15,5-4-1-15,1-7-3 16,-1-2 4-16,1 0 0 0,-1-2 11 16,-4-14-2-16,1-3-9 15,-5-2 0-15,0-2 2 16,-7-3 0-16,-3 0-2 16,-4 0 3-16,-7-1-1 15,-1 3 4-15,0 1-5 16,0 7 2-16,-13 3-3 15,4 4 3-15,-3 5 6 16,0 1-7-16,0 3 0 16,3 0 3-16,-1 3-5 15,-2 14-2-15,1 6 1 16,4 2-2-16,2 3 3 0,5 1 0 16,0-2 0-1,0 2 0-15,0-3 10 0,12-4-8 16,6-3 1-16,3-4-3 15,4-5-2-15,2-6-3 16,6-4 0-16,-2 0-23 16,5 0-42-16,0-13-46 15,3-4-60-15,-1-3-52 16,0 0-50-16,-1-5-67 16,-4 4 250-16,-3-3 95 0,-8 3 152 15,-8 0-139 1,-5-2 75-16,-4 2-8 15,-5 2 61-15,0 2-27 0,0 2-3 16,0 5 11 0,-3 3-20-16,-8 4-25 0,-6 3-12 15,1 0-32-15,-1 0-11 16,-2 9-22-16,1 9 4 16,3 7-4-16,-1 2 1 15,10 6-2-15,1 0 0 16,5-3 1-16,0-3-1 15,0-2 2-15,6-7-1 16,9-6 1-16,0-2 1 16,3-7 2-16,0-3 7 0,3 0 13 15,1-6 0 1,3-13-4-16,0-8-1 0,3-9-11 16,2-3-2-16,-2-9-5 15,0-7 1-15,-10-7-2 16,-9-3 2-16,-7-1 0 15,-2 8 0-15,0 13 3 16,-14 12 1-16,1 17 5 16,-1 10 24-16,-2 6-2 15,-1 4-30-15,-5 21-3 16,1 11-3-16,3 7 3 16,2 7-1-16,10 5 2 15,6 3-1-15,0-1 2 16,0-2 0-16,14-5 6 0,8-7 12 15,5-7-8 1,1-6 3-16,9-8-4 0,2-5-5 16,4-7-6-16,2-10-5 15,1 0 3 1,-2-10-25-16,-1-13-65 0,-33 8-125 16,-4-2-248-16</inkml:trace>
  <inkml:trace contextRef="#ctx0" brushRef="#br0" timeOffset="163081.14">6569 5153 728 0,'0'0'134'0,"0"0"-63"16,0 0 14-16,0 0-14 15,0 0-18-15,0 0-15 16,0 0-13-16,-72 4-11 15,54 22-11-15,5 5 0 16,2 4 1-16,1 3 0 16,10 2-4-16,0-2 3 15,0-3-1-15,19-6-2 0,3-2 0 16,3-7 0-16,1-7 3 16,3-6-2-16,-1-5 1 15,0-2 6-15,2 0-7 16,-3-17 9-16,0-5-2 15,-2-5-2-15,-7-3 2 16,-3-4-3-16,-9-5 1 16,-6-3 3-16,0-4 20 15,-3-1 4-15,-15 6 0 16,-4 9-9-16,4 12-14 16,-6 11-6-16,3 9 10 15,-3 0-11-15,2 12 3 0,-2 15-6 16,7 5 0-1,4 5-3-15,7 1 2 0,6 0-1 16,0-4-1-16,3-5 0 16,18-6-11-16,6-7-48 15,7-9-35-15,5-7 16 16,6 0-48-16,7-9-40 16,-6-12-50-16,-29 8-48 15,-8-1-73-15</inkml:trace>
  <inkml:trace contextRef="#ctx0" brushRef="#br0" timeOffset="163329.38">7003 5013 765 0,'0'0'138'16,"0"0"25"-16,0 0-89 0,0 0-49 16,-23 106 6-16,13-42 8 15,1 7 9-15,3 7 4 16,3 0-14-16,3 7 0 15,0 2-4-15,12 1-11 16,12-1-6-16,-5-9 15 16,-4-16-26-16,-6-14-3 15,-7-17-2-15,-2-16-1 16,0-12-2-16,0-3-18 16,-6-13-36-16,-11-22-135 15,10 10-145-15,1-1-572 16</inkml:trace>
  <inkml:trace contextRef="#ctx0" brushRef="#br0" timeOffset="163461.71">6864 5630 873 0,'0'0'71'15,"0"0"9"-15,0 0-11 16,0 0-44-16,33-83-25 16,7 66 0-16,15-6-1 15,16-3-5-15,-40 14-101 16,6 1-230-16</inkml:trace>
  <inkml:trace contextRef="#ctx0" brushRef="#br0" timeOffset="164747.43">7988 5416 752 0,'0'0'218'0,"0"0"-209"0,0 0 65 16,0 0-1-16,0 0-25 15,0 0-32-15,64-105 17 16,-51 57-6-16,-1-7 10 16,-3-7-12-16,-6-5-3 15,-3-4 0-15,0-8-5 16,0 7-8-16,-10 11 30 15,-1 22-36-15,5 19 5 16,0 11 5-16,2 9-1 16,1 0-5-16,-3 0-7 0,0 23-6 15,-5 17-1-15,-1 13 7 16,5 10 2 0,2 5-1-16,5 0 0 0,0 1-1 15,0-4 1-15,14-3-1 16,5-4 1-1,3-9 0-15,1-9-1 0,1-12 0 16,0-8-2-16,-5-12 0 16,-1-8 2-16,3 0-4 15,-3-6 3-15,7-16 2 16,-4-7 4-16,0-7-5 16,-6-6-1-16,-3-8-4 0,-2-4 3 15,-4-8 1 1,-1-1 2-16,-4 8 0 0,-1 10-1 15,0 14 0-15,0 11 0 16,0 10 4 0,0 7 0-16,0 3 0 0,0 0-1 15,-7 8-3-15,-1 17-8 16,-2 10-1-16,1 5 9 16,7 1 0-16,2 1 0 15,0 3 1-15,0-1 0 16,9 0-1-16,9-5 3 15,-1-3-5-15,2-10 2 16,6-3 0-16,-1-9-1 16,-1-5 0-16,2-8 1 15,0-1 0-15,1-1 2 16,-1-19 1-16,2-4-2 0,-3-7-1 16,1-3-6-16,-4-3 3 15,-6-1-3-15,-6 3 3 16,-8 7 3-16,-1 6 3 15,0 11-3-15,0 7 1 16,0 2 4-16,0 2-1 16,-1 0-2-16,-6 15-2 15,-1 9-13-15,2 5 13 16,3 4 0-16,3-1-1 16,0-1 1-16,3-1 1 15,15-2 1-15,4-4-2 0,7-4 3 16,5-6-1-1,2-4 0-15,5-9 3 16,-6-1-1-16,-2 0-3 0,-5-18-1 16,-3-6-3-16,-5-6 3 15,-2-4-9-15,-9-2-5 16,-5-5-12-16,-4 1 0 16,0 9 5-16,0 7 16 15,-9 11 5-15,-3 10 4 16,-3 3 0-16,0 0 3 15,-4 22-7-15,1 8-1 16,3 5 1-16,6 0 3 16,6-3-3-16,3-2 11 15,0-6-4-15,3-4 0 16,14-5-2-16,2-5 4 0,11-6 4 16,10-4-13-1,6 0 3-15,4-7-9 0,-3-10-7 16,-11-3-99-16,-14-5-92 15,-22 14-106-15,0-1-328 16</inkml:trace>
  <inkml:trace contextRef="#ctx0" brushRef="#br0" timeOffset="164995.49">7980 5122 853 0,'0'0'47'16,"0"0"-13"-16,0 0-29 16,94 3 14-16,-39-12-13 15,2 1-2-15,-1-4-2 16,-3 1-4-16,7 1 2 15,-1-1-58-15,-41 7-190 16,0 0-356-16</inkml:trace>
  <inkml:trace contextRef="#ctx0" brushRef="#br0" timeOffset="166348.82">10003 5098 612 0,'0'0'134'15,"0"0"-85"-15,0 0 62 16,0 0-47-16,0 0-1 15,36-82-4-15,-33 65-10 16,-3-1-5-16,0-3-19 16,0-2 5-16,-5-1-10 15,-9 2 17-15,-3 5-16 16,4 7-11-16,-2 6 6 16,-3 4-5-16,-2 0 6 0,-5 13-17 15,1 12-1 1,-1 7-1-16,5 2 0 0,6 4 0 15,6 0-2 1,5 0 4-16,3 0-8 16,0-4 6-16,17-4-2 0,5-6-1 15,5-7-4-15,1-7 9 16,3-9-20-16,2-1 7 16,-3-5 8-16,1-19-4 15,-4-6 7-15,-2-5-11 16,-5-4-21-16,-5-1 12 15,-6-1 4-15,-6 1 15 16,-3 8 3-16,0 6 8 16,0 12 12-16,-8 8 30 15,2 6 3-15,-1 0-24 16,-2 0-7-16,-3 16-22 0,3 8-3 16,0 6 1-16,2 0 2 15,4 5 0-15,1-2 2 16,2 0 4-16,0 1 1 15,0-5 0-15,5-5 0 16,2-4-2-16,-1-7-1 16,0-6-2-16,-3-4-2 15,0-3-2-15,-3 0 0 16,6 0 2-16,-1-7 5 16,-1-10 7-16,2-2-2 15,-3 2-7-15,-3 3-3 0,0 5 1 16,0 2 1-1,0 1 0-15,0 3 1 0,0 0-3 16,0 2 3-16,0-3-1 16,0 1 0-16,0 0 2 15,0 0 1-15,-2 2 2 16,1 1 1-16,-2 0 1 16,3 0-3-16,-1 0-5 15,-1 0 3-15,2 0-1 16,-1 0-5-16,-1 5 2 15,-2 21-9-15,-1 13 3 16,0 12 6-16,2 8 3 16,2 6-1-16,-1 4 0 15,2 10-2-15,0 3 2 0,0-1-4 16,3-4 5 0,-3-13 10-16,0-9-13 0,-3-11 2 15,-14-13 1-15,-4-9-2 16,4-12 0-1,-5-9 6-15,-2-1-3 0,0-14 1 16,-4-14-2-16,1-12-3 16,3-3-1-16,5-5-5 15,8-3 6-15,5-1-2 16,6 1 0-16,0 4-7 16,15 4-4-16,15 2-9 15,12 1-16-15,4 2-30 16,5 0-72-16,-33 30-62 0,1 1-131 15</inkml:trace>
  <inkml:trace contextRef="#ctx0" brushRef="#br0" timeOffset="167098.17">10342 5215 706 0,'0'0'87'15,"0"0"-20"-15,0 0-25 16,0 0-21-16,0 0 4 15,74-80 1-15,-54 61 10 16,-2-3 11-16,-2-4 11 16,3-3-7-16,-8-7-9 15,-8 3-2-15,-3 0-7 0,0 8-10 16,-2 8-9-16,-11 4 7 16,-8 9-8-16,2 4 15 15,-5 0-26-15,4 17 0 16,0 11-2-16,1 6-2 15,5 4 0-15,5 2 0 16,6 0 2-16,3 0 2 16,0-3 1-16,6-5 0 15,13-3-3-15,4-7 0 16,3-9-1-16,3-7-1 16,4-6 1-16,2 0-2 15,1-2-34-15,-2-16-40 16,-8-5-13-16,-2-3-17 15,-10-2 7-15,-6 0 29 0,-5 3 22 16,-3 0 40-16,0 7 9 16,3 5 14-1,-1 3 16-15,2 5 27 0,-2 1-4 16,1 4 1-16,5 0-15 16,1 0-22-16,2 11 4 15,5 9 12-15,-5 5 11 16,-1 4-5-16,-3 2-25 15,-5-2 3-15,1-2-4 16,-3-4-11-16,0-8 1 16,0-6 0-16,0-7 0 15,0-2 1-15,0 0 3 0,0 0 6 16,0-11 4 0,0-13-15-16,0-4-2 0,9-3-5 15,4 0 1-15,-1 4 4 16,3 8 2-16,0 7 6 15,-3 5 2-15,3 6 0 16,-3 1-4-16,4 0 1 16,1 12-1-16,2 8 2 15,-1 4 12-15,-6 2-9 16,0 0-10-16,-9 1-2 16,-3-3 1-16,0-3 0 0,0-6-51 15,0-5-58 1,0-8-71-16,0-2-67 0,0 0-371 15</inkml:trace>
  <inkml:trace contextRef="#ctx0" brushRef="#br0" timeOffset="168211.87">11194 5146 224 0,'0'0'385'0,"0"0"-369"0,0 0 2 15,0 0 46 1,0 0-5-16,0 0 2 16,25 4 0-16,-13-5 13 15,-2-10-12-15,1-2-20 0,-1-1-4 16,-4-1-8 0,-3-2-12-16,-3-2-5 0,0-2 0 15,0 0-5 1,-4 3 4-16,-8 6-2 0,4 6 2 15,-1 6 7-15,-1 0-3 16,-2 0 2-16,0 7-17 16,0 13-1-16,2 7 3 15,1 4-3-15,3 3 1 16,0 1 3-16,6 0 0 16,0 1-2-16,0-5 1 15,15-6-3-15,0-5 1 16,1-7-1-16,1-8-2 15,0-5-3-15,3 0 5 0,-1-5 9 16,2-15-3-16,3-6-6 16,-3-4-6-16,0-3-8 15,-2-1-12-15,-2 2 9 16,-1 2 12-16,-3 7 5 16,-1 8 4-16,-3 5 0 15,0 7 2-15,4 3 8 16,-2 0-6-16,8 17-7 15,-2 7 8-15,-1 6 8 16,-4 2-10-16,-3 3 1 16,-2 0-3-16,-5-5-1 0,-2-6 2 15,0-7-2-15,0-7 2 16,0-7-4 0,0-3 5-16,0 0 12 0,0 0 19 15,-6-18-3-15,2-8-27 16,-1-7-8-16,5-7 1 15,0 1-2-15,0-1-1 16,5 6 2-16,6 7-2 16,2 7-4-16,-1 9-19 15,4 4 7-15,3 7-30 16,4 0-28-16,4 0-45 16,1 10-53-16,3 4-49 15,-1 2-32-15,1-2 16 16,-1-4 15-16</inkml:trace>
  <inkml:trace contextRef="#ctx0" brushRef="#br0" timeOffset="168748.28">11889 5084 86 0,'0'0'193'16,"0"0"-57"-16,0 0-5 16,0 0-25-16,0 0 5 15,0 0-1-15,0 0-38 16,34-31-20-16,-34 16 2 16,0 0 1-16,0 1-8 15,-3 3 2-15,-7 1 15 16,-4 3-22-16,-1 3-7 15,-2 4-18-15,-3 0-11 16,-4 2-6-16,-3 17-1 16,4 5 1-16,3 4 1 15,2 1-1-15,6 3 0 16,5-1 0-16,5 0 0 0,2 0 0 16,0-1 0-16,0-7 2 15,12-3 0-15,3-6-2 16,1-6 1-16,3-7-2 15,1-1 2-15,4 0 2 16,1-11 8-16,1-14-6 16,1-4-1-16,-3-6-3 15,-4-4 0-15,-4-1-1 16,-5-4-1-16,-5 2 0 16,-1 5 1-16,-4 10 3 0,-1 12-2 15,0 9 3 1,0 6 5-16,0 0 8 15,0 0-13-15,0 14-4 16,0 10-7-16,0 6 7 0,0 2 2 16,0 2 1-1,0 0 3-15,0 1-1 0,0-4 0 16,6-1-4-16,6-6-1 16,0-6 0-16,2-4-1 15,2-8-2-15,1-3-17 16,2-3-32-16,2 0-49 15,-3-15-45-15,1-6-48 16,-14 9-84-16,-2-1-196 16</inkml:trace>
  <inkml:trace contextRef="#ctx0" brushRef="#br0" timeOffset="169052.34">12241 4838 609 0,'0'0'138'15,"0"0"0"-15,0 0-11 16,0 0-42-16,0 0-55 16,0 0-20-16,3 46 40 15,-3-8-10-15,-4 1 9 16,4 2-12-16,0 2 3 16,0-3-2-16,0 1-4 15,0-3-11-15,8-4 0 16,4-4-10-16,2-9-4 0,1-7-5 15,1-6-4-15,1-3-3 16,2-5-1 0,-1 0 2-16,1-6-3 0,0-12-26 15,-3-3-49-15,-4-6-62 16,-12 14-37-16,0 0-130 16</inkml:trace>
  <inkml:trace contextRef="#ctx0" brushRef="#br0" timeOffset="169731.5">12253 5015 704 0,'0'0'52'0,"0"0"-16"16,0 0 20-16,0 0-21 16,0 0-6-16,95-24 2 15,-63 15-8-15,-4 2 1 16,6-1 6-16,-1 1 2 15,-1 3-3-15,-4 1-2 16,-9 3 29-16,-8 0-47 16,-7 0-7-16,-2 3 4 15,-1 14-3-15,-1 5 26 16,0 5-3-16,0 3-2 16,0-1-3-16,0 2 3 15,0-2 0-15,0-4 6 0,0-3-13 16,0-6 4-16,2-5-11 15,1-6 6 1,4-4-16-16,-1-1 2 0,2 0-1 16,-1-3 7-16,3-15 11 15,-4-5-15-15,-3-2 3 16,-3-2-7-16,0-2-13 16,-3 1-11-16,-11 3-3 15,0 4 7-15,3 2 12 16,3 5 5-16,5 4 3 15,3 1-1-15,0 0 1 16,1 1-13-16,15-1-4 16,4 2 17-16,5 6-5 15,4 1 5-15,4 0 0 0,8 6 3 16,1 11 8-16,6 5 3 16,-5 3 27-1,-10 2-35-15,-11 0-6 0,-11-3 0 16,-11-3 0-16,0-1 0 15,-6-2 0-15,-14-5 7 16,1-6-7-16,-2-4-1 16,8-3-5-16,1 0-4 15,7-7 4-15,1-10 1 16,4-4-9-16,0-5-20 16,0-2 18-16,15-4 4 15,4 2 3-15,5 2-1 0,3 5-48 16,5 5-33-1,-18 16-29-15,4 2-189 0</inkml:trace>
  <inkml:trace contextRef="#ctx0" brushRef="#br0" timeOffset="170272.4">13708 4930 759 0,'0'0'103'16,"0"0"3"-16,0 0-6 15,0 0-66-15,0 0-7 16,0 0 83-16,0 0-20 16,37 102-44-16,-34-73-10 15,-1 1-18-15,-2-3-11 16,0-3-6-16,0-5 0 15,0-5-1-15,-5-6 0 16,2-8-9-16,-2 0-109 16,1-16-57-16,1 1-57 0,1-2-498 15</inkml:trace>
  <inkml:trace contextRef="#ctx0" brushRef="#br0" timeOffset="170399.92">13694 4811 447 0,'0'0'340'0,"0"0"-299"16,0 0-10-16,0 0-31 16,0 0-85-16,0 0-69 15,9-6-295-15</inkml:trace>
  <inkml:trace contextRef="#ctx0" brushRef="#br0" timeOffset="170811.1">13883 4942 369 0,'0'0'162'0,"0"0"-49"16,0 0 40 0,0 0-53-16,0 0-6 0,0 0-7 15,62-6-14-15,-56-7-8 16,0-4-5-16,0-3-10 16,-3-2-14-16,-1 1-7 15,-2 2 0-15,0 5-20 16,0 6 10-16,-8 4-15 15,-1 4 3-15,0 0-7 16,0 0-1-16,0 19 1 16,3 9-3-16,3 5 1 15,3 1 2-15,0 1 0 16,0-1 1-16,12-2-1 0,4-2 1 16,-4-2 1-16,-3-5 1 15,-2-5 7-15,-7-4-3 16,0-2 2-16,0-2-6 15,-19-2-3-15,-6-4 1 16,-2-4 7-16,0 0-8 16,2 0-9-16,2-6-21 15,4-5-27-15,5 0-67 16,8 1-29-16,3-1-14 16,3 8-86-16,0-1-295 15</inkml:trace>
  <inkml:trace contextRef="#ctx0" brushRef="#br0" timeOffset="173976.84">15311 4793 427 0,'0'0'41'0,"0"0"83"16,0 0-17-16,0 0-8 16,0 0-23-16,0 0 8 15,0 0-22-15,-46-72-17 16,46 61 0-16,0 1 4 16,3-1-25-16,15 0-10 15,4 1 1-15,4 1 2 16,0 5 4-16,-2 2 4 0,-3 2-5 15,-1 0-8 1,-4 19-11-16,-3 8 12 0,-5 6-5 16,-8 13-1-16,0 4-1 15,-6 4 2 1,-19 0-7-16,-7-2 10 0,-7-7-10 16,-5-1 2-16,-3-7-1 15,-3-9-1 1,5-6 0-16,2-8-1 0,9-9-7 15,5-5-7-15,10 0 5 16,5-17 1-16,7-7 5 16,4-4-6-16,3-5-11 15,0 1 15-15,3 2 4 16,11 4 1-16,2 7-2 16,-1 6 2-16,3 5 2 15,-2 6 1-15,0 2 2 16,2 3-1-16,0 18 6 15,3 7 13-15,0 5-5 0,0 4 1 16,1 2 0-16,-1 1 2 16,-3-4 0-1,0-3-11-15,-5-8-2 0,1-7-5 16,-5-2-2-16,-2-6 0 16,-2-4-2-16,5-5 1 15,-1-1-14-15,5 0-43 16,0-16-57-16,-9 5-125 15,-2-2-148-15</inkml:trace>
  <inkml:trace contextRef="#ctx0" brushRef="#br0" timeOffset="174597.18">15724 4793 686 0,'0'0'76'0,"0"0"51"16,0 0-29-1,0 0-22-15,0 0 7 16,0 0 5-16,0 0-14 0,25-56-13 16,-25 54-17-16,-2 1-26 15,-7 1-8-15,-2 0-6 16,-3 0 0-16,-3 0 0 16,1 0-3-16,2 13-1 15,3 2-1-15,3 4 0 16,7 0 0-16,1 4-1 15,0 1 0-15,1 3-1 16,14-2 2-16,6 0 1 16,3 2-1-16,4 0 2 15,3-2 1-15,-1 0-1 0,-2-5 1 16,-1-2-2 0,-7-5 0-16,-2 0 1 0,-8-4 3 15,-4-5 3-15,-2-1 0 16,-2-2-2-16,-2-1-1 15,0 2 3-15,0-2 2 16,0 3-7-16,-3 1 5 16,-13-1-6-16,-7 2 10 15,-2 0-7-15,-1-2-4 16,-5-1 0-16,0 0-2 16,2-2-2-16,4 0-13 0,7 0-19 15,8 0-30 1,4-14-60-16,4-4-93 0,2 8-100 15</inkml:trace>
  <inkml:trace contextRef="#ctx0" brushRef="#br0" timeOffset="174793.73">15688 4793 815 0,'0'0'110'0,"0"0"-47"15,0 0-19-15,0 0-22 16,101-76 9-16,-75 66-15 16,0 5-13-16,-1 2-3 0,1 3-17 15,-4 0-72 1,-17 0-65-16,-1 0-214 16</inkml:trace>
  <inkml:trace contextRef="#ctx0" brushRef="#br0" timeOffset="175195.87">16094 4741 252 0,'0'0'429'0,"0"0"-411"16,0 72 61-16,0-35-13 16,-1 1-22-16,-2 1-10 15,3-2-11-15,0-2-13 16,0-5 0-16,3-3-3 15,8-6 0-15,2-4-1 16,2-7 0-16,2-5-2 0,2-5 7 16,0 0 10-16,2 0 5 15,0-13-2-15,0-8 7 16,-5-2 4-16,-1-6 4 16,-6-2 6-16,-3-2 18 15,-6-3-8-15,0 4 4 16,0 1-17-16,-9 2-13 15,-9 9-13-15,-4 5-1 16,-7 5-14-16,-1 6-1 0,2 4 0 16,3 0 1-1,6 0-2-15,7 2-12 0,7 6-22 16,5 2-17 0,0-2-87-16,9-5-58 0,3-3-146 15</inkml:trace>
  <inkml:trace contextRef="#ctx0" brushRef="#br0" timeOffset="176119.99">16896 4737 237 0,'0'0'455'0,"0"0"-391"15,0 0 45-15,0 0-28 16,88-32-21-16,-66 32-9 16,1 0-23-16,-7 16-2 0,-3 10-8 15,-4 5 0-15,-1 4-1 16,-8 0-4-16,0 2-1 16,0-3-10-16,0-6 17 15,-12-5-9-15,-6-8-3 16,5-5 5-16,-1-5 10 15,4-5-2-15,2 0 14 16,1-1-6-16,1-19 14 16,0-8-20-16,3-7 5 15,3-7-15-15,0-2-8 16,0-1 4-16,6 5-8 16,7 6-1-16,2 9 1 15,0 7-2-15,-3 5 0 16,7 4-30-16,1 4-36 0,1 3-56 15,1 2-49-15,-16 0-37 16,-1 0-186-16</inkml:trace>
  <inkml:trace contextRef="#ctx0" brushRef="#br0" timeOffset="176442.93">17249 4641 451 0,'0'0'159'16,"0"0"-37"-16,0 0-3 15,0 0-26-15,0 0-23 16,0 0-2-16,8 5-14 16,-6 11-12-16,-1 11-29 15,3 14 35-15,-2 11 4 16,1 11-14-16,-2 12-2 16,2 1 0-16,-3 5-5 0,0-4-9 15,0-3-12-15,0-2 4 16,0-10-12-16,0-7 5 15,0-10-5-15,0-8-2 16,0-12 3-16,0-8-3 16,0-7 1-16,0-6-1 15,0-4-4-15,-1 0-5 16,-1-4-32-16,1-16-24 16,-1-9-109-16,1 12-88 15,1-2-115-15</inkml:trace>
  <inkml:trace contextRef="#ctx0" brushRef="#br0" timeOffset="176727.84">17229 4858 588 0,'0'0'142'0,"11"-76"-60"16,15 58 8-16,8 1-38 15,2 5 0-15,1 5-3 16,-1 7-7-16,-4 0-4 15,-4 4-15-15,-6 18-9 16,-7 6 8-16,-6 7 12 0,-9 2-14 16,0 2 2-1,-15-3-4-15,-13-5 7 16,-5-5-9-16,-1-6-6 0,-2-4-3 16,6-9-4-1,5-6-3-15,9-1-6 0,6 0-85 16,9-10-101-16,1 0-103 15,0 0-425-15</inkml:trace>
  <inkml:trace contextRef="#ctx0" brushRef="#br0" timeOffset="177268.33">16879 4713 253 0,'0'0'387'0,"0"0"-293"15,0 0 4 1,0 0-52-16,0 0-30 0,0 0-16 15,30-7 2-15,-11 7 2 16,1 0-4-16,1 7-1 16,-17-4-70-16,-1-2-204 15</inkml:trace>
  <inkml:trace contextRef="#ctx0" brushRef="#br0" timeOffset="178609.58">17600 4707 720 0,'0'0'91'15,"0"0"-2"-15,0 0-28 0,0 0-47 16,0 0 18-16,0 0 10 15,0 0-9 1,72-62 0-16,-54 59 0 0,1 2-1 16,2 1-18-16,-5 0-2 15,2 5 9-15,-1 14-13 16,-3 6 0-16,-2 6 7 16,-4 5 0-16,-2 2 0 15,-5 2-5-15,-1-2-4 16,0-5 0-16,0-5 2 15,-8-6-4-15,0-5-3 16,0-9-1-16,2-4 8 16,0-4-4-16,-1 0 7 15,1 0-5-15,0-11 3 0,0-9-6 16,3-7-2-16,1-4-2 16,2-4 2-16,0-2 0 15,0 2 1-15,11 4-2 16,3 5 3-16,0 8 0 15,2 4 4-15,-2 6-2 16,1 2-1-16,2 3-4 16,-2 3 5-16,1 0-5 15,1 12-2-15,-1 7 1 16,-3 6 1-16,0 5 1 16,-5 3 8-16,-2 0-9 15,-3 0 2-15,-3-5-1 16,0-5-1-16,0-8 1 15,0-6-1-15,0-6 0 16,0-3-5-16,0 0 5 0,0 0 2 16,0-17-2-16,0-9-4 15,3-4-20-15,6-8 17 16,0 1 2-16,2-2-2 16,2 3 2-16,2 3-6 15,1 8 4-15,1 6 4 16,0 9-8-16,-3 6 9 15,1 4 2-15,-5 0-2 16,2 11 6-16,-1 14-3 16,-4 6 14-16,2 5 3 0,-2 6-12 15,-1-2 0-15,0 0-3 16,0-4-3 0,-1-6 0-16,1-7 0 0,-2-5 0 15,2-5-9-15,3-8-67 16,4-5-67-16,-6 0-106 15,-1-4-495-15</inkml:trace>
  <inkml:trace contextRef="#ctx0" brushRef="#br0" timeOffset="178750.59">18440 4807 815 0,'0'0'338'0,"0"0"-278"0,0 0 60 16,0 0-98-16,0 0-22 15,0 0-40 1,3-14-135-16,-8 17-83 0,1 0-589 16</inkml:trace>
  <inkml:trace contextRef="#ctx0" brushRef="#br0" timeOffset="181374.53">19590 4364 667 0,'0'0'89'0,"0"0"13"16,0 0 1-16,0 0-39 0,0 0-3 15,0 0-14-15,0 0-20 16,0 11-26-16,0 18 9 16,0 8 16-16,0 6 1 15,0 4-6-15,0 2 6 16,0 1-14-16,0-1 3 15,0-1 4-15,0-1 5 16,0-7-5-16,0-6-11 16,0-7 2-16,2-9-4 15,-1-5-4-15,-1-6 1 16,0-3-1-16,0-4-3 16,0 0 0-16,0 0 0 15,0 0 3-15,0 0-3 16,0-11-28-16,0-9-47 15,0-6-94-15,0-6 17 0,0 18-82 16,-3-1-141-16</inkml:trace>
  <inkml:trace contextRef="#ctx0" brushRef="#br0" timeOffset="181589.52">19554 4459 613 0,'0'0'89'16,"0"0"23"-16,0 0-21 15,0-75-11-15,14 59-18 16,7 1-8-16,4-2-5 16,2 2-9-16,4-1 7 0,1 4-13 15,-4 5-17 1,-3 6-17-16,-5 1 0 0,-6 0-4 16,-3 13-22-16,-8 10-69 15,-3 5-77-15,0-16-53 16,-10 1-161-16</inkml:trace>
  <inkml:trace contextRef="#ctx0" brushRef="#br0" timeOffset="181773.06">19601 4623 565 0,'0'0'74'0,"0"0"17"16,0 0-7-16,0 0-23 15,0 0 32-15,0 0 33 0,31 42-32 16,6-42-51-16,5-10-6 15,7-2-24 1,1 1-13-16,-1 2 0 0,-6 2-97 16,-31 5-155-16,-6-1-272 15</inkml:trace>
  <inkml:trace contextRef="#ctx0" brushRef="#br0" timeOffset="182603.23">20166 4648 526 0,'0'0'157'0,"0"0"-28"0,0 0-3 16,0 0-54-1,0 0 3-15,0 0-20 0,0 0-12 16,6-5 1-1,-6 24-25-15,0 5 28 0,0 3-6 16,0 5-13-16,0 2-4 16,0-3-10-16,0 0-2 15,0-7-5-15,0-4-2 16,0-5-3-16,0-8-1 16,0-1-1-16,0-6-1 15,2 0-5-15,2-3-72 16,1-19-51-16,-5 5-63 15,0-1-206-15</inkml:trace>
  <inkml:trace contextRef="#ctx0" brushRef="#br0" timeOffset="182728.07">20166 4504 600 0,'0'0'39'16,"0"0"-8"-16,0 0 15 15,0 0-46-15,0 0 0 16,0 0-106-16,-3-41-79 15,8 48-140-15</inkml:trace>
  <inkml:trace contextRef="#ctx0" brushRef="#br0" timeOffset="183123">20307 4717 352 0,'0'0'194'0,"17"76"-92"15,-17-53 4-15,0-8-2 16,0-2-59-16,0-7-11 0,0-3-10 15,-1-3-7-15,-7 0-2 16,1 0 6-16,-1-13 2 16,2-6-14-16,2-3-3 15,2-3-2-15,2-2 3 16,0 0 4-16,0 2-5 16,0 0-1-16,12 6 7 15,2 3 2-15,1 5-3 16,2 1 7-16,2 5-4 15,-2 0 10-15,2 5-7 16,-3 0 9-16,-1 0 3 16,0 16 2-16,-3 3 6 0,-2 5-5 15,-3 5-1 1,-2 3-15-16,-4 1-11 0,-1-1 0 16,0-1-5-16,0-4 0 15,0-4 0-15,0-8-15 16,0-7-46-16,0-5-34 15,4-3-30-15,10 0-61 16,-6-10 2-16,-1 1-143 16</inkml:trace>
  <inkml:trace contextRef="#ctx0" brushRef="#br0" timeOffset="183690.57">20784 4695 623 0,'0'0'84'0,"0"0"58"0,0 0-55 16,23-78-22-16,-23 61-1 16,0 3-7-16,-5 2-26 15,-9 4 16-15,1 4-21 16,-7 1-5-16,3 3-10 16,-1 0 7-16,-3 5-18 15,0 11 0-15,0 6 0 16,2 4 0-16,3 5-3 0,3 5-1 15,9 3 1 1,4 1 3-16,0-1-2 0,1-2 2 16,17-6 0-1,0-10 3-15,3-7-3 0,-2-8 1 16,1-6 3-16,1 0 5 16,2-12-1-16,0-16 11 15,2-9-7-15,1-8-4 16,-4-4-5-16,-2-4-2 15,-4-6 0-15,-4-3 3 16,-4-1-2-16,-6 5 4 16,-2 11 8-16,0 15 3 15,0 15 6-15,-7 12 14 16,-1 5-18-16,1 0-10 16,-4 5-7-16,-4 20 1 0,-4 12-5 15,3 8 2 1,1 6-1-16,6 3 1 0,4 1 4 15,5-3 2-15,0-1 0 16,0-4-1 0,12-6-2-16,5-6-2 0,2-10-1 15,2-8-6-15,7-9-13 16,2-8-49-16,6 0-57 16,-23-7-142-16,1-8-312 15</inkml:trace>
  <inkml:trace contextRef="#ctx0" brushRef="#br0" timeOffset="185072.21">21670 4919 698 0,'0'0'241'16,"0"0"-235"-16,0 0-1 15,0 0 21-15,0 0 29 16,0 0-25-16,0 0 17 15,42-9 17-15,-32-12-11 16,2-7-5-16,-3-5-17 0,-1-4-15 16,0-6-10-1,-3-3 10-15,-1-7-11 0,-1-3-4 16,-3-3 5 0,0-1-3-16,0 7 3 0,0 12-1 15,0 13 7-15,0 14 12 16,-1 9 1-16,-4 5-3 15,5 0-15-15,-4 0-7 16,-3 20-8-16,1 11-5 16,-2 10 13-16,1 8 2 15,5 7-2-15,0 1 0 16,2 1 1-16,0 0 1 16,8-2-2-16,7-4 1 15,4-3-1-15,1-11 1 0,1-12-2 16,3-7 1-1,-2-9-1-15,-1-7-1 0,-2-3 0 16,4-2 4-16,-2-19-2 16,1-9 5-16,0-8-4 15,-1-9-1-15,-4-4-2 16,-3-6 0-16,-5 0 0 16,-6 7 2-16,-3 7 0 15,0 13 0-15,0 11 1 16,0 8 0-16,0 7 8 15,-1 4-5-15,-1 0-1 16,-1 0-3-16,-7 5-10 16,3 19-4-16,-2 8 9 0,-1 5 5 15,6 5 0 1,4 2 0-16,0 0-1 0,0 1 1 16,6-3 0-16,8-5 2 15,3-7-2-15,0-8 0 16,2-8 1-16,2-4-1 15,-1-7-3-15,0-3 2 16,3 0 1-16,-2-17 0 16,4-8 0-16,2-6-6 15,-2-9-4-15,-1-2-13 16,-6-2-13-16,-5 5 24 16,-5 5 12-16,-4 10 2 15,-4 10 1-15,0 8 4 0,0 5 6 16,0 1 8-16,0 0-19 15,0 13-2 1,-7 9-19-16,-5 9 19 0,6 3 1 16,3 3-1-16,3-2-1 15,0-1 1 1,0-6 0-16,11-7 3 0,6-4-2 16,4-7 1-16,0-6 4 15,3-4-3-15,3 0 0 16,0-5 0-16,-2-18-1 15,-1-4-2-15,-3-5-15 16,-3-3 2-16,-6-2-13 16,-5 2 0-16,-7 3 22 0,0 8 4 15,0 9 3-15,0 8 4 16,-4 7 10 0,-7 0 6-16,-2 4-17 0,1 16-6 15,-2 4-2-15,4 2-1 16,4 0 3-16,5-1-2 15,1-2 1-15,0-2 1 16,4-4-1-16,12-4 1 16,3-5 0-16,4-6 1 15,4-2-1-15,1 0 0 16,4-10-8-16,-5-6-85 0,-11 0-72 16,-14 7-44-1,-2 1-328-15</inkml:trace>
  <inkml:trace contextRef="#ctx0" brushRef="#br0" timeOffset="185317.34">21580 4676 987 0,'0'0'18'16,"0"0"30"-16,0 0-10 15,0 0-17-15,94-6-12 0,-43-5-8 16,8 0-1-16,-1-1-56 16,-39 8-97-1,-5-1-197-15</inkml:trace>
  <inkml:trace contextRef="#ctx0" brushRef="#br0" timeOffset="186086.72">23554 4486 570 0,'0'0'98'16,"0"0"34"-16,0 0 23 16,0 0-60-16,0 0 2 0,-14-16-26 15,12 16-26-15,2 0-23 16,0 14-13-16,0 10-8 15,0 9 51 1,0-2-17-16,0 0-18 0,3 0 4 16,3-3-13-16,-3-4-6 15,-2-3 0 1,-1-7 1-16,0-4-1 0,0-4-4 16,0-6 1-16,0 0-31 15,0-12-121-15,0 0-69 16,0-5-404-16</inkml:trace>
  <inkml:trace contextRef="#ctx0" brushRef="#br0" timeOffset="186221.59">23468 4352 751 0,'0'0'226'0,"0"0"-222"0,0 0 28 15,0 0-32-15,0 0-82 16,0 0-48-16,27-21-115 15</inkml:trace>
  <inkml:trace contextRef="#ctx0" brushRef="#br0" timeOffset="186606">23712 4623 551 0,'0'0'106'15,"23"76"50"-15,-20-55-80 0,-3-7-9 16,0-4-11-16,0-7-34 15,0-3-15-15,0 0 6 16,-12 0-2-16,0-13-3 16,0-8-3-16,0-4-2 15,5-3-1-15,2-2 0 16,4-6 2-16,1-2 6 16,0 3 7-16,3 1 0 15,10 8 15-15,5 8-13 16,-1 7 4-16,2 4 1 15,2 7 9-15,-2 0-7 0,7 0 0 16,0 16-9 0,-2 10 2-16,-2 8 10 0,-5 6-11 15,-9 1-4-15,-1 1-5 16,-7-4-6 0,0 0 1-16,-2-4 2 0,-11-3-6 15,-2-5-36-15,0-10-65 16,2-10-62-16,5-6-92 15,7-4-576-15</inkml:trace>
  <inkml:trace contextRef="#ctx0" brushRef="#br0" timeOffset="187989">24309 4623 361 0,'0'0'366'16,"0"0"-324"-16,0 0 83 16,0 0-44-16,0 0-22 15,0 0-6-15,17-78-10 16,-17 63-2-16,-5-1-2 16,-7 2-7-16,-1 0-10 15,-3 4-4-15,2 4-8 16,-1 3 5-16,2 3-15 0,-4 0-1 15,2 3-5-15,-1 17 6 16,1 4-8-16,3 4 8 16,0 4-4-16,3-2 1 15,6 2 0-15,2 0-1 16,1-2-2-16,0-3 6 16,0-4 0-16,6-4-2 15,6-8-5-15,-1-4 1 16,2-7 0-16,4 0 6 15,-2-4 6-15,5-18 0 16,3-5 11-16,-3-6-7 16,5-4-2-16,-1-7-4 15,-2-4-3-15,-2-7 2 0,-4-4 0 16,-7 0 5-16,-4 0 2 16,-4 6-8-1,-1 15 7-15,0 11 0 0,-4 13 6 16,-5 7 3-16,4 7-8 15,0 0-1-15,-1 0-5 16,-4 11-4-16,0 13-17 16,-5 10 14-16,5 6 3 15,4 5-2-15,0 3 1 16,6 1 0-16,0 1 1 16,0-5 2-16,15-3-2 0,1-4-1 15,4-5-1 1,-1-9 0-16,-1-7-2 0,3-5 4 15,-5-7-5 1,4-4 4-16,-3-1 1 0,0 0 3 16,-1-14-3-16,-2-6 0 15,-3-3-8-15,-2-5 8 16,-1-5-15-16,-2-4 5 16,-4-2 7-16,-2 2 3 15,0 7 0-15,0 9 0 16,0 10 1-16,0 5 11 15,0 6 14-15,0 0 1 16,0 0-18-16,0 0-9 16,0 9-18-16,0 13 5 15,0 6 13-15,3 5 0 0,7-1 2 16,0-1-1-16,3-2 1 16,1-7 3-16,0-3 0 15,2-3-5-15,-4-5 6 16,3-3-6-16,-5-6-2 15,5-2 2-15,0 0 1 16,3-1-1-16,0-18 12 16,1-3-9-16,-2-7-3 15,-2-6-12-15,-5-4-2 16,0-2 3-16,-4 4 5 16,-3 7 6-16,-1 7 2 15,-2 10-1-15,0 6 5 16,0 5 6-16,0 2 14 0,0 0-12 15,0 0-14-15,0 3-18 16,0 14 11-16,0 9 1 16,0 5 6-16,0 0 1 15,0 3 1-15,3-5-1 16,2 0 1-16,1-7-2 16,4-3 0-16,-1-4-1 15,3-5-1-15,1-6-72 16,2-3-25-16,4-1-16 15,1 0-39-15,-14-2-48 16,-2-7-145-16</inkml:trace>
  <inkml:trace contextRef="#ctx0" brushRef="#br0" timeOffset="188554.34">25091 4385 26 0,'0'0'577'15,"0"0"-490"-15,0 0 75 16,0 0-62-16,0 0-37 16,0 0-4-16,0 0-26 15,-3-35-15-15,-7 48-14 16,-2 4 0-16,1 4-4 0,1 6 0 16,2 0 1-1,2 5 0-15,3 1-1 16,3-3 5-16,0-3-1 0,0-2 3 15,5-4 2 1,4-6 2-16,6-2-6 0,-2-4 4 16,3-4-7-16,1-4 5 15,4-1-2-15,-2 0-1 16,2-4 6-16,-2-10-8 16,-2-4 3-16,1-2 1 15,-5-6-1-15,-2-1-5 16,-4-3 9-16,-2 0-2 15,-5 4 1-15,0 7 10 16,0 8 6-16,0 6 1 16,0 4 14-16,0 1-6 0,0 0-11 15,-5 0-18-15,-4 10-4 16,-3 11-13 0,2 9 13-16,1-2 2 0,2 0-2 15,5-4 1-15,2-1 0 16,0-6-2-16,6-1-2 15,16-2-5-15,10-2 4 16,11-5-22-16,5-6 0 16,8-1-40-16,1 0-71 15,-2-10-22-15,-4-7-48 16,-36 8-114-16,-8-1-122 16</inkml:trace>
  <inkml:trace contextRef="#ctx0" brushRef="#br0" timeOffset="189004.12">25670 4496 267 0,'0'0'199'0,"0"0"-39"15,0 0-39 1,0 0-30-16,0 0-7 0,0 0-39 16,-101-60-15-16,79 77-1 15,-3 7-18-15,3 5-7 16,3 1-1-16,3 3 0 16,7-5-1-16,4-4 1 15,5-4 1-15,0-6-4 16,4-4 2-16,8-5 14 15,3-3 6-15,1-2-2 16,8 0-10-16,3-17 13 16,3-8-1-16,1-8-11 15,0-4-6-15,-5-8-5 0,-5-9 4 16,-8-3-4 0,-11-4-4-16,-2 2 4 0,0 12 1 15,-11 15 8-15,-4 14 30 16,2 12 35-16,1 6-6 15,-4 0-35-15,1 8-26 16,-3 18-7-16,3 6 0 16,2 9-5-16,4 6 3 15,6 2 2-15,3 3 7 16,0-2 14-16,0-4 2 16,12-4-10-16,7 0-7 15,5-9-5-15,8-2-1 16,3-6-14-16,1-10 5 15,3-7-66-15,-4-8-48 0,-26 0-109 16,-1-14-313-16</inkml:trace>
  <inkml:trace contextRef="#ctx0" brushRef="#br0" timeOffset="190140.43">26807 4446 809 0,'0'0'82'16,"0"0"-30"-16,0 0 27 15,0 0-16-15,0 0 4 16,0 0 8-16,22-80-18 15,-22 67-7-15,-7 2-17 16,-4 2-10-16,-4 2-9 16,2 4-8-16,-5 3 8 0,-1 0-11 15,-4 0-3-15,-2 22-5 16,0 4 5-16,1 7 0 16,4 4-4-16,2 2 3 15,8 4-2-15,1-6 1 16,8 3 0-16,1-6 1 15,0-6 0-15,4-2-3 16,9-8 1-16,1-6-4 16,1-5-5-16,-3-7 0 15,2 0 12-15,2 0-3 16,4-16 9-16,3-10-4 16,1-4 1-16,0-5-3 15,-2-4-8-15,-3-5 6 0,-2-1 2 16,-7 3 8-16,-3 8-7 15,-4 9 11-15,-3 13 0 16,0 8 14-16,0 4 3 16,0 0-9-16,0 0-20 15,0 7-10-15,-6 12 3 16,-2 10 0-16,2 2 7 16,1 0 0-16,5-1 1 15,0-4-1-15,0-2 1 16,8-2-5-16,6-7 4 15,2-2-1-15,3-6 0 16,-1-4-2-16,4-3 6 0,0 0-4 16,4-3 1-16,1-15 0 15,-3-8 3-15,1-7-3 16,-7-3-6-16,-8-4 2 16,-4 1 0-16,-6 2 4 15,0 7 0-15,0 10 1 16,0 8 0-16,-1 8-2 15,-2 4-2-15,1 0-6 16,1 0 7-16,1 16-19 16,0 9 0-16,0 4 21 15,0 4 1-15,0 0 0 16,3 5 0-16,4-3 1 16,2 0 0-16,-1-2 9 0,-1-3 4 15,4-1-2-15,-1-5-10 16,2-6 0-1,1-5-3-15,1-5 0 0,7-5-33 16,7-3-31 0,9 0-55-16,-20-14-114 0,1 0-34 15</inkml:trace>
  <inkml:trace contextRef="#ctx0" brushRef="#br0" timeOffset="191320.29">27359 4476 615 0,'0'0'76'0,"0"0"0"15,0 0 72-15,0 0-99 16,0 0-10-16,0 0-5 16,6-64-12-16,6 56 8 15,3 1-6-15,1 1-4 16,3 3-7-16,1 3 11 15,-1 0-12-15,-1 0-2 16,0 4-2-16,1 15 5 16,-5 2-5-16,-3 6 7 15,-3 4 2-15,-2 0-9 16,-6-2 1-16,0 0 1 16,0-5-7-16,0-4 3 15,-4-5-5-15,-2-7 6 16,-2-3-3-16,7-5-1 0,-4 0 8 15,2 0-5-15,-1 0 4 16,-2-17-10-16,1-3-5 16,3-4-9-16,2-6 13 15,0-2-3-15,0-5 7 16,5 2-8-16,10 3 6 16,3 5-2-16,-1 7 2 15,0 7 0-15,-1 9-1 16,-2 4 2-16,1 0-2 15,0 1-4-15,0 18-3 16,0 8 3-16,-3 4 4 16,-1 2 10-16,-3 2-6 0,-3-2 1 15,-4-2-1-15,-1-4-2 16,0-7 1-16,0-7-3 16,0-8 0-16,0-2-1 15,0-3-6-15,0 0 7 16,0 0 0-16,0-4 1 15,0-16-1-15,0-7-33 16,0-5 12-16,6-3-4 16,5-2 7-16,7 3 6 15,-1 6 4-15,0 8 6 16,2 7 0-16,-4 5 2 0,-1 6 2 16,-4 2 9-1,1 0 2-15,-1 9-8 0,1 12 0 16,-4 9 7-1,0 2 5-15,-1 4-5 0,-3 0-5 16,2-5-6-16,1-2-1 16,0-6-1-16,4-6-26 15,4-6-66-15,5-6-5 16,1-5-38-16,5 0-57 16,-16 0-135-16,-2-9 34 15</inkml:trace>
  <inkml:trace contextRef="#ctx0" brushRef="#br0" timeOffset="191791.35">28203 4480 206 0,'0'0'142'0,"0"0"42"16,47-85-49-16,-47 74 0 15,0 4-21-15,-5 1-4 16,-10 5-41-16,-4 1-35 16,-4 0 3-16,-5 0-37 15,2 12 0-15,0 11 4 16,0 7-3-16,4 3-1 15,4 5-1-15,3-2 1 16,5-2 0-16,8-4 1 16,2-5-6-16,0-7 5 15,0-4-2-15,6-5 1 16,5-5-4-16,3-4 3 16,3 0 2-16,4 0 1 0,3-13 6 15,-2-7-7-15,2-2-4 16,-3-7 3-16,-4-4-7 15,-1 1 7-15,-4-1 1 16,-2 9 2-16,-2 9 4 16,-7 6 6-16,-1 8 12 15,0 1 30-15,0 0 1 16,0 0-55-16,0 10-11 16,0 8-13-16,0 5 24 15,2-1 5-15,4-1-4 16,1 0 4-16,5-4-3 15,0-1 0-15,9-5-2 16,4-4-1-16,5-4 0 16,1-3 0-16,-1 0-81 0,-3-12-2 15,-5-11-96 1,-20 8 28-16,-2 1-187 0</inkml:trace>
  <inkml:trace contextRef="#ctx0" brushRef="#br0" timeOffset="192064.44">28509 4246 486 0,'0'0'138'0,"0"0"7"16,0 0-20-16,0 0-28 15,0 0-8-15,0 0-24 16,3-40-27-16,-3 63-38 16,0 8 0-16,0 8 67 15,0 4-30-15,0-1 1 0,0-1-10 16,0-2 8-16,0-2-16 15,0-4-3-15,1-8-11 16,6-7-3-16,-3-6-3 16,4-8-5-16,-1-3 4 15,2-1-34-15,1 0-19 16,4-11-39-16,-5-10-16 16,-6 7-59-16,-3 0-227 15</inkml:trace>
  <inkml:trace contextRef="#ctx0" brushRef="#br0" timeOffset="193153.22">28533 4382 663 0,'0'0'120'0,"0"0"-43"15,0 0 14-15,0 0-49 16,0 0-42-16,0 0 0 16,0 0 5-16,71-37-3 15,-42 28 1-15,4 1-3 16,-2 1 1-16,-1 1 1 15,-10 3 5-15,-6 3-5 16,-6 0-2-16,-7 0 0 16,-1 16 0-16,0 5 27 15,0 4 7-15,0 2-7 16,0 0-11-16,0-3-2 16,0-3-6-16,0-4-1 15,0-3-3-15,0-3-1 16,0-3 2-16,3-3 2 0,3-5 14 15,1 0-15-15,3 0-3 16,0-11 1 0,3-10 3-16,1-7-1 0,1-1-6 15,-3-2-16-15,-2-2 3 16,0 6 10-16,-3 5 3 16,-4 8 0-16,-3 10 6 15,0 4 9-15,0 0 4 16,0 0 6-16,0 3-25 15,0 17-21-15,0 5 8 16,0 4 13-16,0 1 3 16,0-3-3-16,1-2 0 0,8-4 0 15,1-5 0 1,-1-5 0-16,-3-5 0 0,-3-4 0 16,1-2 1-16,0 0-1 15,2-2 6-15,3-16-2 16,1-8 1-16,5-2 8 15,-1 0-13-15,0 2-10 16,0 5-7-16,-1 7-3 16,-5 7 14-16,-1 6 3 15,1 1-2-15,-1 0-2 16,-1 8-15-16,2 10 10 0,-2 6 9 16,-3 1 3-1,-2-3 1-15,-1-1 1 0,0-3-1 16,0-3 3-16,0-7 2 15,0-4 1-15,0-4 2 16,0 0 15-16,0 0 19 16,0 0 11-16,0-5-8 15,0-17-7-15,2-5-36 16,8-3-3-16,5 1-17 16,4 7-15-16,0 3-6 15,1 10-20-15,1 3 27 16,3 6 2-16,-2 0 7 15,4 0 15-15,2 0 0 16,-1 7 7-16,-1 0-2 0,0-3 2 16,-8 0 1-1,-2-4 0-15,-8 0 0 0,-2 0 1 16,-3 0 4-16,-3 0 13 16,3-1 17-16,-3-11-5 15,0 0-8-15,0 1-15 16,-2 4-4-16,-11 3 4 15,-7 4 7-15,-2 0-15 16,-5 10-8-16,0 11-6 16,6 1 8-16,9 3-1 15,4 3-2-15,8-5 4 16,0 0 2-16,13-2-2 16,14-2-2-16,7-5 7 15,11-5 12-15,9-4 0 16,4-5 10-16,-3 0-6 0,-7-2-7 15,-8-7-8-15,-10-4-1 16,-6-1-24-16,-6 1-58 16,-8-1-82-16,-10 11-82 15,0 0-383-15</inkml:trace>
  <inkml:trace contextRef="#ctx0" brushRef="#br0" timeOffset="195285.08">2627 7210 510 0,'0'0'119'0,"0"0"-13"15,0 0 29 1,0 0-53-16,-15-76 13 0,15 72-33 16,0 4 4-16,0 0-10 15,0 0-13 1,0 0-11-16,0 0-5 0,0 7-27 15,0 17-8-15,9 8 8 16,6 10 17-16,0 7-1 16,1 3-6-16,2 12 2 15,3 0-4-15,-4 3-1 16,0 2 5-16,1-7-8 16,-4-9-2-16,-2-8 3 15,-1-13-5-15,-6-15 0 16,1-7 0-16,-3-8 2 15,-3-2-1-15,3 0 5 0,0 0 23 16,1-18-8 0,-1-14-5-16,3-14 5 0,0-5-6 15,-1-9-2 1,-2-4-11-16,3-2 7 0,-2 0-4 16,-4 8-5-16,3 12 4 15,-3 14-4-15,3 15-1 16,-3 10-1-16,0 6 0 15,3 1-4-15,2 0-26 16,4 10-18-16,7 12-111 16,2 5 55-16,4 2-89 15,-14-17-29-15,5-5-118 16</inkml:trace>
  <inkml:trace contextRef="#ctx0" brushRef="#br0" timeOffset="196102.67">3151 7391 743 0,'0'0'133'15,"0"0"-22"-15,0 0-8 16,0 0-42-16,0 0 10 16,0 0-20-16,-17-21-38 15,7 34-8-15,2 8-5 16,-1 6-6-16,3 3 4 0,5 6-1 15,1 0 3 1,0 0-6-16,0-5 3 0,12-3 2 16,7-5 0-16,1-8-1 15,-1-3 1 1,3-9-1-16,-2-3 2 0,-1 0 4 16,2 0 1-16,-3-15 1 15,4-6 0-15,-5-7 2 16,1-3-3-16,-5-7 5 15,-1-3-9-15,-6-2 3 16,-3-3 4-16,-3-2-2 16,0 3 4-16,-6 4 3 15,-10 9-4-15,-1 9-3 16,-2 12 10-16,4 5-5 16,-3 6 0-16,4 0-3 0,-2 18-8 15,1 10-2-15,5 3 0 16,4 5-3-16,6 0 2 15,0 3 1-15,0-3-1 16,16-1 1-16,4-2 1 16,2-6-3-16,3-8-2 15,2-6-14-15,6-7-34 16,1-6 11-16,4 0-19 16,2-9-21-16,0-12-17 15,2-3-42-15,-6-4-42 16,-3 0 12-16,-8 0 6 15,-6 0 91-15,-8-1 31 16,-8 0 44-16,-3-1 24 0,0-3 46 16,0 3 21-16,0 3 32 15,-6 4-19-15,1 7-8 16,1 9-10-16,2 5 24 16,-1 2-13-16,3 0-13 15,-1 1-24-15,1 19-46 16,0 8-10-16,0 9 7 15,0 4 14-15,0 2-6 16,0 1-1-16,0 3-2 16,4-1-1-16,4 2 4 15,-1-4-4-15,1-7-7 16,5-8-8-16,-4-9 3 16,3-6-3-16,-3-7-2 15,3-7-32-15,6 0-55 16,-3-1 1-16,4-17-69 0,-4-7-72 15,-11 11-125-15</inkml:trace>
  <inkml:trace contextRef="#ctx0" brushRef="#br0" timeOffset="196379.01">3816 7279 362 0,'0'0'188'0,"0"0"-49"16,0 0-1-16,0 0-28 15,0 0-42-15,0 0-32 0,0 0-16 16,9 56 31-16,-3-20-14 16,1 3-10-1,1-3 0-15,1-1 6 0,0-3-8 16,1-6 4 0,2-6-10-16,0-6-13 0,0-7-1 15,0-4-4-15,0-3 0 16,-2 0-1-16,1-3-10 15,-1-14-38-15,1-4-70 16,-11 8-94-16,0 1-154 16</inkml:trace>
  <inkml:trace contextRef="#ctx0" brushRef="#br0" timeOffset="197887.37">3864 7343 589 0,'0'0'126'15,"0"0"-104"-15,0 0 25 16,0 0-47-16,0 0 51 16,0 0-38-16,95-8-9 15,-56 5-3-15,3-3 2 16,2-1-1-16,-5 0 12 16,-4 1-11-16,-7 4-3 15,-4-3 0-15,-11 2 2 16,-5 1 1-16,-5-1-2 15,-3 1 2-15,0-1 1 0,0 1 19 16,0-4 44 0,0 0-25-16,-11 1-21 0,1 1 12 15,-2-2-4-15,0 1 1 16,3 2-7 0,-3 0 0-16,0 3 2 0,0 0-5 15,-3 1-19-15,3 12 1 16,-1 4-2-16,1 5 0 15,6 5-1-15,-1 4-2 16,4 3 2-16,3 0-2 16,0 1 0-16,0-4 3 15,0-4-1-15,8-6-1 16,3-7 2-16,-2-4-6 16,3-6 5-16,0-4-4 15,0 0-16-15,4-1 16 0,2-13 2 16,-3-5 1-16,4-3-8 15,-1-2-1 1,-3-3 5-16,0 0 1 0,-3-1 5 16,-3 3 3-16,-3 1-1 15,2 4 1-15,-4 6 4 16,-1 6 16-16,-2 3 5 16,1 5 0-16,-2 0 6 15,0 0-12-15,0 0-22 16,0 16-6-16,0 5 2 0,0 3 4 15,0 3 0 1,0-2 1-16,0-1-1 16,0-1 0-16,4-3-3 0,10-1-5 15,8 0-36 1,5-4-2-16,6-4 1 0,3-6 24 16,-2-5 21-16,-3 0-54 15,1-2 15-15,-4-12-28 16,-1-1 2-16,0-6 17 15,-2-2 21-15,-1-3 17 16,3 0 8-16,-3 2 2 16,-2-2 0-16,-7 1 2 15,-2 2 6-15,-8 1 16 16,-5 5 20-16,0 2 34 16,0 7 22-16,-11 4-23 0,-8 4-19 15,-8 0-25 1,-4 14-20-16,-5 11-6 0,3 7-7 15,3 1-1-15,8 3 0 16,8-3 0-16,6-3-3 16,6-1 3-16,2-10-1 15,0-4-4-15,6-6 2 16,9-8-3-16,3-1-2 16,3 0 9-16,1-14 0 15,-1-4 1-15,-1 0 5 16,-3 4 0-16,-6 5-5 15,-1 8 0-15,-1 1 1 16,0 2 3-16,4 24 3 16,1 15 14-16,5 16-2 15,-4 10-6-15,-3 12-1 0,-1 1-3 16,-5 5 21-16,-3-2-23 16,-3-2 16-1,0-5 0-15,0-9-9 0,-11-13-4 16,-5-11-2-16,-1-18-2 15,1-12-1-15,4-13-3 16,0 0 2-16,0-10 2 16,3-17-7-16,-1-11-2 15,7-4-4-15,3-3 1 16,0 1-7-16,3 2 1 16,16 2 1-16,5 1 5 15,6 0-13-15,3 3 17 0,1-3-1 16,8 0 0-16,-2-3 1 15,-1-3 0-15,0-1 1 16,-3 1 3-16,-5-1-2 16,2-1 0-16,-8 0 1 15,-3 1-1-15,-8 5 2 16,1 3 1-16,-9 7 3 16,-5 10 0-16,-1 2 2 15,0 8-1-15,0 3 0 16,-12 2-4-16,-9 6 1 15,-1 0-3-15,-1 11 1 16,-2 17-3-16,3 8-5 16,1 5 3-16,9 4 0 15,4 0 0-15,7-4 4 0,1-6-2 16,1-8 3-16,18-7-3 16,7-9 3-1,4-8 0-15,5-3 0 0,3-3 1 16,-1-17 1-16,-2-1-3 15,-7 0-2-15,-8 4-33 16,-7 4-57-16,-10 6-41 16,-3 7-62-16,0 0-135 15</inkml:trace>
  <inkml:trace contextRef="#ctx0" brushRef="#br0" timeOffset="199238.6">3792 7185 303 0,'0'0'76'0,"0"0"-67"15,0 0 7-15,0 0 5 16,0 0 14-16,0 0 21 16,0 0 20-16,19-17 1 15,-19 14-11-15,0-2-12 16,0 2-21-16,0 0-4 15,0-1-5-15,0 3 3 16,0-2 1-16,0 3-16 16,0 0 2-16,0 0 5 15,0 0-3-15,0 0-2 16,0 0-1-16,0 0-11 16,0 0 0-16,0 0-2 15,0 11 0-15,0 6 6 16,0 4 4-16,0 4-6 0,0 4 1 15,0 1-4-15,0 2 4 16,0-1-4-16,0 1 3 16,0 1-2-16,0-2 2 15,0 0 2-15,0-3 2 16,0-4-4-16,0-3 0 16,0-5 1-16,0-5-4 15,2-3 0-15,4 0-1 16,0-6-3-16,10 0-57 15,-1-2-45-15,-10 0-59 16,2 0-262-16</inkml:trace>
  <inkml:trace contextRef="#ctx0" brushRef="#br0" timeOffset="200559.24">5560 7474 614 0,'0'0'49'0,"0"0"-21"15,0 0 21-15,0 0 7 16,0 0 17-16,0 0-13 15,0 0 9-15,-10-8-6 16,4 3-18-16,-5 4 20 16,4 0-20-16,-2 1-12 15,0 0-31-15,1 0-2 16,1 0-37-16,7 5-60 16,0-2-69-16,0-1-162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2-07T16:16:26.44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1187 1086 676 0,'0'0'124'0,"0"0"-58"0,0 0 61 16,0 0-73 0,0 0-9-16,0 0 13 15,0 0 2-15,-16-30 25 16,11 29-24-16,-1 0-40 0,-4 1 3 16,-2 0-12-16,-3 0-5 15,-3 0 1-15,-1 8-8 16,1 8-1-16,-6 4-4 15,2 5 1-15,2 3 3 16,-1 8-5-16,2 1 8 16,4 2-2-16,3-1 0 15,5 0 5-15,5-1-5 16,2 1-1-16,0-3 1 16,2-3 1-16,12-2-1 15,3-4-2-15,5-4 2 16,-1-7 1-16,3-2-1 15,0-6 0-15,-2-4 0 0,2-3-1 16,-1 0-1-16,-4-4 2 16,0-9 2-16,-7 0 2 15,-7-1 2-15,-4 0-1 16,-1-1 5-16,0-2 14 16,-3 2 5-16,-13 4-3 15,-5 1-2-15,-3 5-7 16,-3 2-11-16,-1 3-6 15,0 0-2-15,2 10 2 16,1 11-1-16,1 5-3 16,9 5 2-16,5-1-1 15,5-5 1-15,5-1-3 0,0-9-11 16,6-2-14 0,18-2-11-16,4-7-22 15,8-4-88-15,3 0-13 0,-23-1-61 16,-4-9-143-16</inkml:trace>
  <inkml:trace contextRef="#ctx0" brushRef="#br0" timeOffset="483.85">1308 1008 286 0,'0'0'523'0,"0"0"-485"16,0 0 54-16,0 0-1 15,-3-81-51-15,9 73 5 16,3 0-10-16,6 4-15 15,4 4-9-15,5 0-5 16,6 9 9-16,3 21-1 16,-2 17-4-16,2 12 4 15,-8 12 0-15,-5 7 7 16,-7 2-2-16,-5 5 0 0,-8-2 2 16,0-2 8-16,-11-5-12 15,-14-6 0-15,-10-9 3 16,-9-7-2-16,-4-8 3 15,-6-6 3-15,2-9-1 16,4-9-3-16,5-9-12 16,12-8-3-16,11-5-2 15,4 0-3-15,7-2 0 16,6-17-7-16,3-7-40 16,0-7-39-16,12-4-73 15,3 20-79-15,-3 4-252 16</inkml:trace>
  <inkml:trace contextRef="#ctx0" brushRef="#br0" timeOffset="2986.26">2603 1216 832 0,'0'0'64'15,"0"0"-9"-15,0 0 9 16,0 0-37-16,0 0 2 15,0 0 2-15,0 0-6 0,4 14-23 16,-4 15-1-16,0 14 2 16,-3 12 5-16,-7 9 11 15,3 3 16-15,-4 3-12 16,4-4-3-16,1-10-6 16,-2-9 6-16,4-11-11 15,1-7 1-15,0-8 0 16,0-7-4-16,0-4-2 15,2-6-1-15,1-1 0 16,0-3-2-16,0 0 1 16,0 0 3-16,-2 0 2 15,-1-3-7-15,3-17-41 0,-3-6-49 16,3-6-75-16,0 2 29 16,0-7-14-16,0-3 44 15,0-3-108-15,0 24 20 16</inkml:trace>
  <inkml:trace contextRef="#ctx0" brushRef="#br0" timeOffset="3316.44">2530 1369 251 0,'0'0'131'0,"0"0"57"15,0 0-63-15,6-82-9 16,4 69-39-16,1-1 9 16,5 1-18-16,1 2-9 15,-1 2-9-15,2 5-6 16,1 2-18-16,1 2-8 0,1 0 4 15,1 13-1 1,2 12-4-16,-3 7-1 0,1 6 7 16,0 9 6-16,-5 2-13 15,-2 9 3-15,-5 1-7 16,-5 3 7-16,1-3-9 16,-6-8 3-16,4-9-8 15,-4-5-1-15,0-7 0 16,0-6-2-16,0-7-2 15,0-9 2-15,0-3-1 16,0-4-1-16,0-1-1 16,0 0-1-16,0 0-39 0,-4-16-80 15,-2 4-74 1,1-4-265-16</inkml:trace>
  <inkml:trace contextRef="#ctx0" brushRef="#br0" timeOffset="3527.25">2518 1677 820 0,'0'0'90'0,"0"0"-27"16,0 0 36-16,0 0-83 16,0 0-9-16,0 0 16 15,61-21 21-15,-22 10 14 16,6-3-32-16,1-3-19 15,3-1-3-15,-1-2-4 0,-32 13-72 16,-4-2-211-16</inkml:trace>
  <inkml:trace contextRef="#ctx0" brushRef="#br0" timeOffset="6050.61">3852 1165 711 0,'0'0'41'0,"0"0"54"0,0 0 24 16,0 0-65-16,0 0 4 15,0 0 1-15,0 0-4 16,-14-18 8-16,13 18-17 16,1 0-19-16,-2 0-24 15,0 21-3-15,0 14-16 16,-1 12 16-16,0 6 3 15,3 6 1-15,-3 0 0 16,-3 0-1-16,0 0-2 16,-3-5 1-16,0-8-1 15,0-8 0-15,0-9-1 16,-3-8 2-16,3-9-1 0,0-5 1 16,2-5 0-16,-2-2 2 15,3 0 6-15,-2 0-1 16,0-6-2-16,0-6 0 15,2-2 4-15,3 0-1 16,3-1 3-16,0 0-9 16,0 1-4-16,8 0-6 15,11-2 2-15,8 1-3 16,4-1 3-16,5 2 0 16,4 0 4-16,2 0-4 15,0-2 4-15,-3 2 0 16,-5 1-1-16,-7 3-1 15,-8 3-1-15,-5 2 1 0,-5 0 1 16,-6 1-4-16,-3-3 2 16,0-1 3-16,0-3 0 15,0-3 3-15,-8 2 4 16,-2-1-4-16,-2 5-1 16,6 4-1-16,1 1 9 15,2 3-1-15,0 0-6 16,3 0-1-16,-1 0-2 15,-1 5-14-15,-1 17-4 16,0 8 15-16,2 4 3 16,1 6 1-16,0-1 0 15,0 3 0-15,0-4 1 0,6-4-1 16,0-2 5-16,0-3-4 16,-3-3 1-16,0-2-3 15,0-7 2-15,1-3-2 16,-4-4 1-16,0-5 0 15,0-2-1-15,0-3 0 16,3 0-18-16,0 0-72 16,2 0-62-16,-2-7-86 15,0-3-149-15</inkml:trace>
  <inkml:trace contextRef="#ctx0" brushRef="#br0" timeOffset="6813.57">4392 1613 611 0,'0'0'135'0,"0"0"-58"0,0 0 7 16,0 0-38-16,0 0 4 16,0 0 7-16,0 0-8 15,34 0-10-15,-9 0 13 16,0 0-9-16,0 0-17 15,-1-3-13-15,-2 1-9 16,1-2-4-16,-1 1 0 16,0-2-1-16,-4-4-104 15,-12 6-172-15,-5-1-453 16</inkml:trace>
  <inkml:trace contextRef="#ctx0" brushRef="#br0" timeOffset="7198.04">4778 1401 830 0,'0'0'243'0,"0"0"-215"16,0 0 55-16,0 0-20 15,0 0-36-15,0 0 0 16,12 68-3-16,-6-17 9 15,3 10-10-15,0 7-2 16,3 3 8-16,-3 2-12 16,5 1-1-16,-4-3-4 0,-1-2 0 15,-3-6-1 1,0-8-7-16,1-6 0 0,-1-8 0 16,-4-7-1-16,1-10 0 15,-2-6-3-15,-1-8 3 16,0-5-3-16,0-4-2 15,0-1 2-15,0 0 0 16,2 0 0-16,-2-16-42 16,1-12-41-16,-1-7-79 15,0-4-72-15,0 23-79 16,0 2-301-16</inkml:trace>
  <inkml:trace contextRef="#ctx0" brushRef="#br0" timeOffset="7570.55">4813 1574 553 0,'0'0'240'15,"-2"-76"-191"-15,2 56 35 16,18 2-17-16,2 2-13 16,3 0-3-16,3 4-4 15,-1 7-19-15,2 5-8 16,1 0-9-16,0 11 3 15,0 15 6-15,-3 4 1 16,-3 6 13-16,-7 2-6 16,-3 0-7-16,-6-2-6 15,-6-3 1-15,0-3-2 16,-3-5-1-16,-13-2 7 16,-7-7-5-16,-1-1 6 0,-4-5-7 15,0-3-3-15,-2-3-3 16,5-2-2-16,3-2 0 15,5 0-6-15,3 0-3 16,7 0 0-16,4-12-31 16,3-1-35-16,0-4-64 15,16 1-49-15,-5 9-93 16,2 1-236-16</inkml:trace>
  <inkml:trace contextRef="#ctx0" brushRef="#br0" timeOffset="8797.2">5268 1577 617 0,'0'0'261'15,"0"0"-240"-15,0 0 93 16,0 0-28-16,0 0-13 15,0 0-15-15,6-15 11 16,-12 15-19-16,1 0-30 16,-1 0-20-16,-1 0 1 15,-1 7-2-15,1 10-3 16,-1 4 3-16,2 3-1 0,2 4 0 16,4-4 1-16,0 0 0 15,0-1-3-15,13-4 1 16,4-3 1-16,4-2 0 15,-1-5 1-15,0-4 0 16,2-3-4-16,2-2-6 16,0 0-5-16,-1-3 3 15,-4-10-1-15,-7-3 11 16,3-2-10-16,-9-1 7 16,-2-4 5-16,-4-4 1 15,0-4 2-15,0-1 7 16,-12-4 6-16,-4 4-9 0,-2 7 4 15,0 5 10-15,1 8-2 16,1 7 3-16,1 2-6 16,-1 1-2-16,2 2-13 15,4 0-2-15,4 0-1 16,3 2-6-16,0 8 3 16,3 1 1-16,0 3-1 15,0 1-13-15,6-3-7 16,15-1-1-16,-3-1 2 15,7-4-8-15,-1-6 2 16,12 0-15-16,4 0 6 16,6-18 10-16,5-8 23 15,-5-2 6-15,-8-2-40 16,-10 1 15-16,-7 0 8 16,-12 0 6-16,-8-1 12 0,-1 0 3 15,0 1 2-15,-7 2 3 16,-8 3 25-16,0 7 14 15,6 6 45-15,-3 4-79 16,6 4 38-16,2 2-5 16,1 1 9-16,3 0-31 15,0 0-8-15,-2 0-16 16,-1 1-5-16,-3 17-8 16,-1 8 11-16,1 5 2 15,3 4 0-15,3 6 1 16,0 4 1-16,0 5 1 0,0-1 0 15,3 0 7 1,6-1-9-16,4-5 0 0,-1-7 0 16,3-6 2-16,0-7-3 15,4-5 0-15,-2-4-1 16,4-6 1-16,-1-2-1 16,0-5 1-16,4-1-1 15,0 0 2-15,-1 0 2 16,2-14-2-16,-2-4 3 15,0-4-1-15,-3-2-2 16,-6-4 1-16,-2-2 1 16,-3-6 1-16,-6-1-1 0,-3 4 4 15,0 4-1-15,0 11-1 16,-3 7-1-16,-9 5 5 16,0 6 13-16,-3 0-10 15,-3 4-12-15,-1 19-3 16,1 10 1-16,3 3-1 15,9 2 2-15,3 0-3 16,3-7 2-16,0-1-1 16,9-7 2-16,16-4 1 15,5-6-1-15,6-6 2 16,7-6 0-16,-1-1 1 16,0 0-1-16,1-2 3 15,-4-8 4-15,-9 0-4 16,-7 0 12-16,-9 0-13 0,-3 2 0 15,-6-5-3-15,-5-2-6 16,2-3-31-16,-2 10-148 16,0 1-300-16</inkml:trace>
  <inkml:trace contextRef="#ctx0" brushRef="#br0" timeOffset="12129.55">7080 1634 484 0,'0'0'187'0,"0"0"-175"15,0 0 56-15,0 0-22 16,0 0-10-16,0 0-12 16,12 76 6-16,-3-72 2 15,3 2-7-15,0-3-1 16,3-2-1-16,3 1 5 0,0-2 9 15,-2 0 3-15,2 0-5 16,3-14-1-16,-3-3-1 16,1-6-13-16,2-7 2 15,-3-4-3-15,0-8-6 16,-1-7-3-16,-4-2-5 16,-6-1 0-16,-2 1 1 15,-5 5-2-15,0 7 2 16,0 11-1-16,-8 11 5 15,-2 8 4-15,1 8 2 16,0 1 10-16,3 0-19 16,0 0-4-16,-3 6-1 15,3 15-2-15,3 7-7 16,3 10 1-16,0 5 6 16,8 4-3-16,11 6 1 0,11-2 2 15,0-1 0-15,-2-7 0 16,-1-7 1-16,-9-8 0 15,-5-9 0-15,-8-6 0 16,-4-6-1-16,-1-3 0 16,0-1 2-16,0 0 0 15,-9-2 7-15,-9 1 5 16,-5-2-1-16,-3 0-7 16,7 0-6-16,2-7-7 15,10-9-44-15,7-1-82 0,0-3-73 16,4 12-105-16,8 1-235 15</inkml:trace>
  <inkml:trace contextRef="#ctx0" brushRef="#br0" timeOffset="12579.46">7585 1580 378 0,'0'0'241'15,"0"0"-233"-15,0 0 69 16,0 0 9-16,0 0 0 15,0 0-19-15,52-17-9 16,-45 7 0-16,1-2-15 16,-1-5-14-16,-2 0-4 0,-2-2-6 15,-3 0 0 1,0-4 7-16,0 2-8 16,0 0 0-16,-5 2 0 0,-5 5 11 15,2 5-6-15,1 3 1 16,1 5 16-16,3 1-10 15,1 0-23-15,-3 0-2 16,-1 0-5-16,-5 9-2 16,2 10-3-16,-3 6 5 15,6 6-1-15,3 1 1 16,3 4-2-16,0-2 1 16,0-4-1-16,5 0 1 15,9-4 1-15,3-5-1 16,1-3 1-16,3-5 4 0,4-7-3 15,2-5-1-15,6-1-2 16,0-4-63-16,0-16-53 16,-4-5-36-16,-3-5-48 15,-4-6-62-15,-21 21-48 16,-1 0 7-16</inkml:trace>
  <inkml:trace contextRef="#ctx0" brushRef="#br0" timeOffset="12879.23">7897 1428 1 0,'0'0'294'0,"0"0"-136"16,8-75 33-16,-8 68-71 15,0 3-1-15,-3 4-1 16,2 0-1-16,1 0-30 0,-4 0-10 16,1 13-47-1,0 19-23-15,-2 17-4 0,5 12 7 16,0 9 12 0,0 9-1-16,0 6 2 0,16 7 8 15,5-2-11-15,3-1-16 16,0-4 27-16,-2-12-17 15,-5-6-9-15,-5-11 0 16,-3-9-4-16,-3-10 3 16,-5-10-3-16,-1-7 3 15,2-8-4-15,-2-7 2 16,0-4 0-16,1-1-3 16,-1 0 1-16,0-11-15 15,-15-17-34-15,-7-14-75 16,-2-11-107-16,15 26-15 15,0 1-215-15</inkml:trace>
  <inkml:trace contextRef="#ctx0" brushRef="#br0" timeOffset="13147.56">7883 1601 495 0,'25'-71'81'15,"5"46"27"-15,3 8 22 16,6 7-30-16,-3 10-15 15,-5 0-10-15,-1 14-23 16,-6 14-11-16,-7 1 13 16,-6 3-1-16,-11 1-12 0,0-1-10 15,0-1-21-15,-19-2 3 16,-11-2 3-16,0-7-1 16,0-4-5-16,6-7-8 15,3-6 0-15,5-3-2 16,7 0-26-16,6-16-45 15,3-8-102-15,0 11-156 16,3 1-465-16</inkml:trace>
  <inkml:trace contextRef="#ctx0" brushRef="#br0" timeOffset="14345.35">8372 1628 100 0,'0'0'318'16,"0"0"-234"-16,0 0 59 16,0 0-43-16,0 0-22 15,88-38-13-15,-76 19-21 16,-1-3-14-16,-4 1-12 15,-4 0-3-15,-1-2-8 16,-2 3 6-16,0 1 11 16,-5 2 14-16,-11 1-18 0,1 6 3 15,-3 3-1 1,3 6 10-16,-3 1 11 0,-1 0-3 16,2 2-32-16,0 14-7 15,3 7 0 1,1 5 1-16,4 7-1 0,4 6-1 15,4 4 4-15,1 1-1 16,0-6 5-16,7-4-1 16,12-5-3-16,4-3 0 15,-1-2 0-15,5-8 1 16,0-4-4-16,-2-7 0 16,-1-6 1-16,-1-1-4 15,-1 0 4-15,0-18 1 16,-5-7-3-16,1-5-18 0,-8-4 8 15,-2-4 8-15,-1-2-4 16,-4 2 3-16,3 3 3 16,3 4-1-16,0 9 2 15,1 3-1-15,1 6 0 16,-1 6 0-16,5 4 2 16,3 3 1-16,2 0-1 15,3 22 2-15,1 9-1 16,-2 9 11-16,-3 6 0 15,-8 0 4-15,-6 1-10 16,-4-4 2-16,-1-5-7 0,0-10 6 16,0-7-7-1,-1-10 8-15,-2-7-5 16,-1-4 0-16,-1 0 15 16,-4-18 7-16,3-11-3 0,-4-13-15 15,7-7 0-15,3-3-6 16,0 0-1-16,0 1-1 15,10 10 0-15,2 7 0 16,1 10-1-16,-1 9 0 16,2 5-3-16,-1 7-1 15,1 3-16-15,3 0-58 16,-1 16-57-16,1 7-63 16,-14-10-76-16,0 0-343 15</inkml:trace>
  <inkml:trace contextRef="#ctx0" brushRef="#br0" timeOffset="14945.14">9148 1591 464 0,'0'0'208'0,"0"0"-153"15,0 0 85-15,19-81-61 16,-19 62-9-16,0 4-20 15,-3 2 9-15,-7 5-11 16,1 2-3-16,-3 3 22 16,-1 3-21-16,1 0-21 15,-4 0-18-15,-1 10-7 16,-1 11-2-16,3 6-3 0,-1 4 5 16,4 3-2-16,3 0 1 15,5 1 1-15,4-1-1 16,0-4 1-16,0-5 1 15,3-6-1-15,10-3 0 16,0-6 0-16,2-4-2 16,-1-5 2-16,2-1 0 15,1 0 3-15,0-16 6 16,0-8-6-16,1-5 3 16,-5-8-6-16,-1-3 0 15,-6-6-1-15,0-2 1 16,-3 6 1-16,-3 5 1 15,0 15-1-15,0 10 3 0,0 8-3 16,0 4 5-16,0 0 26 16,0 0-24-16,0 13-8 15,0 12-8-15,0 7 8 16,0 8 2-16,0 1-2 16,6-3 2-16,4-1 0 15,-1-6 0-15,2-7 2 16,4-3-4-16,-3-4 0 15,1-6 1-15,2-5 2 16,1-5-3-16,4-1-3 16,2 0-45-16,2-13-64 15,1-6-79-15,-19 8-60 0,0-2-200 16</inkml:trace>
  <inkml:trace contextRef="#ctx0" brushRef="#br0" timeOffset="15312.96">9454 1308 633 0,'0'0'180'0,"0"0"-136"15,0 0 62-15,0 0-29 16,0 0-19-16,0 0 14 16,-9-48-26-16,9 51-1 15,-2 15-20-15,2 9-10 0,0 8 10 16,0 6 0-16,0 6-3 15,0 3-1-15,0 3-2 16,0-3 4-16,0-4-9 16,8-9-4-16,0-4 2 15,1-9-8-15,1-4-4 16,-1-8 3-16,0-2-1 16,4-5-2-16,-2-3-1 15,2-2 1-15,-1 0 0 16,3 0 0-16,0-12-1 15,-3-7-23-15,-2-2-14 16,-4-1-59-16,-3-2-69 16,-3 1-57-16,0 15-76 0,0 2-214 15</inkml:trace>
  <inkml:trace contextRef="#ctx0" brushRef="#br0" timeOffset="16694.49">9435 1539 656 0,'0'0'58'16,"0"0"65"-16,0 0-46 16,0 0-43-16,0 0-9 15,0 0 9-15,22-4-1 16,2 1 0-16,6-2-20 16,4-4-1-16,8-1-5 15,7-1 1-15,-4-2 19 0,-5 2-21 16,-9 0-4-16,-11 0 1 15,-2 4-1-15,-12 1-1 16,-3-1 2-16,-3 2 4 16,0-2 8-16,0-1-8 15,0 2 1-15,-9 0-2 16,-2 2 3-16,4 1-3 16,1 2 5-16,-2 1-1 15,1 0-9-15,-2 0-1 16,0 0-4-16,-2 11 2 15,1 5 1-15,1 5-1 16,3 4-3-16,3 6 5 16,3 4 0-16,0-1-2 15,0 1 2-15,0-6 0 16,8-2 0-16,4-6-1 16,1-4-2-16,8 0 0 0,1-6 1 15,8-1-2-15,3-6 4 16,3-4 5-16,-1 0-5 15,0-11-1-15,-4-7-22 16,-1-2-8-16,-5-3-1 16,-5-1 1-16,-2-1-1 15,-6-6-13-15,-3-1 6 16,-2-5 18-16,-3-3 16 16,-2 0 4-16,-2-6-4 15,3-2 1-15,-3 2-4 0,0 3-7 16,0 5 2-1,0 9 13-15,0 6 1 0,-3 7 8 16,-3 5 16-16,0 5 86 16,2 5-108-16,2 1 52 15,1 0 3-15,-1 0-10 16,1 0-14-16,-5 10-33 16,0 16-1-16,-3 9 0 15,1 7 4-15,5 7 7 16,2 4-7-16,1 3 7 15,0 5 0-15,0-3 6 16,0-4-8-16,7-1 6 16,7-7-7-16,-1-4-1 15,3-12-5-15,0-9 8 16,0-9-5-16,0-6-2 0,2-6-3 16,3 0 4-16,-1 0 1 15,0-20-5-15,4-7-10 16,-3-4-1-16,0-7 6 15,-6 0-10-15,0-2 4 16,-6 2 6-16,-6 6 5 16,0 6 1-16,-3 11 9 15,0 8 3-15,0 4 15 16,0 3 4-16,0 0 2 16,0 0-14-16,0 0-12 15,0 5-8-15,0 14-4 16,-3 6 0-16,-2 8 4 0,5-2 2 15,0 0-2-15,0-3 0 16,2-7 0-16,11-5 0 16,-1-8 0-16,3-6 0 15,0-2 2-15,6 0 2 16,-3-22-4-16,7-6-10 16,-3-7-3-16,-5-2 0 15,-4 5 0-15,-7 6 11 16,-4 13 2-16,-2 8 2 15,0 5 3-15,0 0 4 16,0 0 13-16,0 4-9 16,-8 22-13-16,-3 13-10 15,-3 15 10-15,6 8 2 16,0 15-1-16,3 12 1 16,2 10 2-16,3 6 2 0,-1-5 4 15,-2-4-2-15,0-8-1 16,-5-14 5-16,1-12-1 15,1-17-2-15,1-15 1 16,1-15-4-16,1-8-3 16,-2-7 3-16,-5 0-1 15,-5-11 2-15,-6-18-1 16,-4-10 0-16,2-11-6 16,1-10 2-16,6-4 0 15,7-5 0-15,6-1-2 16,3 4-2-16,0 1 0 0,13 3-2 15,10 4 2-15,3 3-5 16,1 7-3-16,0 6-14 16,3 6-32-16,1 8-69 15,-20 27-167-15,-2 1-249 16</inkml:trace>
  <inkml:trace contextRef="#ctx0" brushRef="#br0" timeOffset="17965.68">11273 1416 311 0,'0'0'287'0,"0"0"-287"0,0 0 31 16,0 0 1-16,0 0-5 16,86-29-4-16,-78 13 15 15,-2 2-3-15,-5-1 9 16,-1 0-12-16,0 3-4 15,0 0 35-15,-6 5 1 16,-7 2-9-16,-2 2-3 16,-2 3-20-16,-2 0 5 15,0 0-19-15,-1 6-15 16,2 9-2-16,3 2 4 16,2 6 0-16,1 6 2 15,7 2 9-15,4 5 2 16,1 2 0-16,0-1 3 0,3-2-1 15,12-4-2-15,3-6-4 16,0-5-3-16,3-3-3 16,-1-6-1-16,4-4-1 15,2-4-5-15,1-3 1 16,3 0-2-16,-2-13-7 16,0-6-41-16,-4-7-73 15,-6-2-45-15,-5-3-45 16,-7 1-43-16,-6 2 9 15,0 3 144-15,0 8 101 16,-1 1 70-16,-4 4 42 16,4 2 27-16,1-2-38 15,0 2-8-15,0 1-18 16,13 0-15-16,5 2 6 0,3 2-6 16,-1 3-2-16,-1 2-2 15,-1 0-19-15,0 4-10 16,-2 15 3-16,-1 3-5 15,-6 7 3-15,-4 1-5 16,-5 1-11-16,0 1 0 16,0-6-8-16,-2-6-2 15,-5-7 5-15,2-8-6 16,2-5 8-16,3 0-5 16,0 0 7-16,-3 0-6 15,0-17 7-15,1-11-12 16,1-8-15-16,1-3-2 0,0 2 13 15,0 4 4-15,4 6 0 16,1 8-2 0,1 6 2-16,-3 6 0 0,-1 4 6 15,-1 3 17-15,-1 0-18 16,0 0 4-16,3 1-9 16,3 19-5-16,0 8 5 15,1 7 4-15,-1 2 5 16,-1 0-7-16,5-2 3 15,-2-4-2-15,-1-4-3 16,2-6 1-16,3-5-2 0,3-6-1 16,3-5 1-1,4-3-9-15,4-2-44 16,2 0-87-16,2-7-38 16,-21-3-88-16,-2 1-168 0</inkml:trace>
  <inkml:trace contextRef="#ctx0" brushRef="#br0" timeOffset="18560.37">12083 1392 317 0,'0'0'156'16,"0"0"-22"-16,0 0-6 16,0 0-34-16,0 0-34 15,0 0 14-15,0 0-17 16,-18-57-11-16,13 57 26 15,-2 0-37-15,0 0-22 0,-4 1 1 16,-4 12-8-16,2 8-5 16,-2 4 4-16,9 5 0 15,1 4 4-15,4 5 1 16,1 1 3-16,0-2-2 16,0-3 0-16,0-5 0 15,12-5-3-15,6-6-5 16,-1-4-3-16,0-5 0 15,4-6 0-15,0-4 1 16,1 0 1-16,2 0 0 16,3-9-2-16,0-10-2 15,-3-5-4-15,0-5-3 16,-4-5-6-16,0-10-7 0,-5-1 11 16,-5-1 3-16,-1 7 4 15,-3 9 4-15,-6 12 0 16,0 8 1-16,0 6 2 15,0 3 24-15,0 1 18 16,0 0-11-16,0 0-5 16,0 1-19-16,0 16-10 15,3 7 1-15,3 10 16 16,6 2 2-16,1 1-8 16,5 0 10-16,-4-6-9 15,-1-4-8-15,0-7-1 16,-3-4-1-16,0-3-1 0,-3-6 1 15,-1-3-1 1,-1-4-1-16,-1 0-5 0,1-14-51 16,4-12-72-16,-9 8-120 15,0 0-389-15</inkml:trace>
  <inkml:trace contextRef="#ctx0" brushRef="#br0" timeOffset="18716.62">12350 1208 867 0,'0'0'58'16,"0"0"-11"-16,0 0 27 15,0 0-74-15,0 0-1 0,0 0-38 16,-6-17-103-16,12 17-52 16,0 0-292-16</inkml:trace>
  <inkml:trace contextRef="#ctx0" brushRef="#br0" timeOffset="18996.59">12539 1160 534 0,'0'0'273'16,"0"0"-230"-16,0 0 37 16,0 0-30-16,0 0-17 15,0 0 70-15,29 97-23 16,-23-55-13-16,0 5-15 15,2 2-7-15,0 7-4 0,0-5-20 16,-4-1 9-16,-2-6-22 16,0-12-1-16,-2-7-1 15,0-8-5-15,0-7 3 16,0-4-4-16,0-6-1 16,0 0-3-16,0-6-85 15,0-16-123-15,0 6-144 16,-4-2-353-16</inkml:trace>
  <inkml:trace contextRef="#ctx0" brushRef="#br0" timeOffset="19464.37">12497 1424 671 0,'0'0'139'0,"0"0"-74"16,0 0 5-16,0 0-43 15,0 0 4-15,0 0-18 16,77-10 7-16,-44 10-2 15,8 0 4-15,1 0-5 16,7-2 7-16,-2-5 43 16,-7-2-42-16,-3 0-12 15,-10-1-3-15,-9-1-2 16,-5 1-1-16,-5-1-2 16,-5-1 6-16,-2-1 4 0,-1-1 7 15,0 3-9 1,0 0-8-16,-4 1 6 0,-4 3-5 15,-1 3 19 1,0 2-9-16,-1 2-8 0,0 0-8 16,-4 0-2-16,2 6 1 15,2 11-2-15,-2 4 3 16,0 4 0-16,9 2-1 16,0 4 2-16,3 2 5 15,0-1 0-15,0 0 1 16,6-2-1-16,6-3 8 15,1-6-10-15,5-1-2 16,3-4 4-16,6-5-5 16,10-4 0-16,0-6-1 15,5-1-42-15,0 0-61 16,1-17-39-16,-1-3-87 16,-32 8-63-16,-4-1-121 0</inkml:trace>
  <inkml:trace contextRef="#ctx0" brushRef="#br0" timeOffset="20049.34">13282 1426 48 0,'0'0'292'0,"0"0"-168"16,0 0 31-16,24-79-15 16,-24 69-32-16,0 2 3 15,0 2-15-15,-6 3-16 16,0 2-13-16,-4 1-21 16,5 0-6-16,-5 0-26 0,-3 0-14 15,-1 16 0 1,-2 5-8-16,4 4 7 0,3 2 2 15,3 0-1 1,0 0 0-16,6-2 0 16,0-1 1-16,0-3-1 0,0-4 0 15,13-7 0-15,-5-5 0 16,4-3 3-16,1-2 5 16,2 0 18-16,6-6 7 15,0-16-4-15,0-8-11 16,0-7-7-16,-1-5-5 15,-5-6-1-15,-3-10-1 16,-3-8-2-16,-4-3 0 16,-5 0-1-16,0 11 2 15,0 16-2-15,-2 16 5 16,-5 15-6-16,2 8 7 0,-2 3 12 16,7 0-15-16,-6 3-4 15,-5 21-11-15,-5 11 1 16,-2 12 10-16,6 5 1 15,6 2 1-15,6 1-2 16,0-3 0-16,3-3 0 16,13 2 0-16,10-3 2 15,2-3-2-15,5-2-1 16,3-13 1-16,1-8 0 16,-1-11 0-16,-2-10 0 15,-1-1 2-15,0 0 2 16,-6-17 1-16,-2-1 3 15,-6-3-8-15,-3 0-2 0,-6 1 0 16,-4 1-15-16,-6 5-50 16,0 10-121-16,0 1-233 15</inkml:trace>
  <inkml:trace contextRef="#ctx0" brushRef="#br0" timeOffset="23745.13">14758 1323 601 0,'0'0'155'0,"0"0"-95"16,0 0 43-16,0 0-41 16,0 0-18-16,0 0 36 15,0 0 3-15,0-60-4 16,0 60-10-16,0 0-24 15,0 0-17-15,0 0-7 16,0 8-21-16,0 15-4 16,0 12 4-16,0 10 3 15,0 6 4-15,0 5-3 16,0 0-3-16,8-9 1 16,0-5-1-16,-2-15-1 15,2-7 0-15,-1-8 0 16,0-7-3-16,-2-2 2 0,0-3 0 15,1 0 1-15,3-1 4 16,7-19-1-16,2-8 5 16,-3-6-4-16,-3-6-3 15,-1 0 2-15,-4 5-2 16,-4 10 2-16,-2 11-3 16,1 9 1-16,-2 3 4 15,0 2 1-15,0 0-3 16,1 3-3-16,5 21-11 15,4 8-11-15,4 8 22 16,2-1 7-16,2-3-5 16,2-7 0-16,0-5-2 15,-3-8 2-15,-1-5-3 16,-4-7 2-16,-1-4 0 0,-1 0 1 16,-1 0 1-16,2-7-2 15,0-13 4-15,0-7 5 16,-5-5-10-16,-1-8 7 15,-5-6-3-15,0 1 0 16,0 4 9-16,-5 7-10 16,-3 13 2-16,1 8-2 15,2 6-3-15,1 6-2 16,1 1-3-16,0 0-25 16,3 0-26-16,0 5-57 15,0 12-129-15,10 2 28 16,-2-12-78-16,2 0-223 0</inkml:trace>
  <inkml:trace contextRef="#ctx0" brushRef="#br0" timeOffset="25114.26">15384 1510 108 0,'0'0'540'15,"0"0"-472"-15,0 0 71 16,0 0-44-16,33-84-15 15,-33 67 8-15,0 2-16 16,0 1-23-16,-4 4 21 16,-4 2-20-16,-1 2-14 15,0 2-8-15,-1-1-5 0,1 5-15 16,-3 0-1-16,-3 0-7 16,0 0-4-16,-4 9 2 15,-2 11 1-15,3 3-2 16,2 6 1-16,5 3 1 15,5 3 0-15,3 1-3 16,3-4 4-16,0-4 0 16,0-3 0-16,0-6 0 15,9-5 0-15,2-3 0 16,2-4-3-16,1-2 1 16,0-4-1-16,3-1 0 15,-1 0-8-15,-1 0 4 0,0-13 6 16,-1-5 1-16,-2-3 3 15,-2-3-1-15,-3-4 2 16,-1-3 1-16,-3-5 6 16,-1 4-10-16,-2 3 5 15,0 6-1-15,0 7 6 16,0 5 7-16,0 4-8 16,0 6 1-16,0 1-6 15,0 0 0-15,0 0-4 16,0 0-1-16,0 1-13 15,0 14 2-15,0 10-2 16,0 6 13-16,0 2 5 16,0 1-3-16,9-1-1 0,1-4-1 15,-1-3 0-15,6-8 0 16,-3-4-1-16,0-5 3 16,-3-5-2-16,0-3 0 15,0-1 0-15,1 0 0 16,-1 0-1-16,0-10 1 15,0-8-2-15,0-4 2 16,-1-7 2-16,-2-3-1 16,-3-5 2-16,1 3 0 15,-4 5-3-15,0 8 2 16,0 8 0-16,0 6 0 16,0 2 5-16,0 5-2 15,0 0 5-15,0 0-10 16,0 0 0-16,0 0-6 0,0 9-2 15,0 9-7-15,0 11 15 16,4 1 2-16,2 3 1 16,2 0-3-16,4-5 2 15,-2-6-2-15,2-5 0 16,3-5-1-16,-4-5 1 16,-1-3-2-16,3-3 5 15,1-1-4-15,4 0 1 16,2-4-1-16,0-16-2 15,-2-4 2-15,-3-6 1 16,-3-2 0-16,-6-5-2 16,-3 2 4-16,0 4-2 15,-3 8 2-15,0 9-1 0,0 6 1 16,0 7 1-16,0 1-1 16,0 0 1-16,0 0-3 15,0 0 0-15,0 1-7 16,0 14-4-16,3 7 2 15,8 2 9-15,6 0 0 16,5 1 3-16,8-2-3 16,1-5 3-16,4-4-3 15,-1-8 1-15,-2-5 1 16,-4-1 0-16,-1 0-1 16,-2-12 3-16,-5-7-4 15,-3-4 0-15,-5-2 0 16,0-1 0-16,-4-4 1 15,-4 3-1-15,-4 3 1 0,0 7-1 16,0 7 1-16,0 4 0 16,-1 6-1-16,-13 0-1 15,-10 3-1-15,-4 23-6 16,-3 10 2-16,1 8 2 16,8 4 4-16,8-1-2 15,5-1 1-15,9-6 1 16,0-7-2-16,18-4-2 15,12-8 2-15,13-1 0 16,14-2 2-16,7-5 0 16,2-5 3-16,-5-8 13 15,-12 0-14-15,-10 0 2 16,-12-1-4-16,-10-9-2 0,-6 0-6 16,-5-1-39-16,-4 0-72 15,-2 5-167-15,0 2-692 16</inkml:trace>
  <inkml:trace contextRef="#ctx0" brushRef="#br0" timeOffset="33237.3">17569 1234 878 0,'0'0'28'16,"0"0"62"-16,0 0-8 15,0 0-51-15,0 0 6 16,0 0-8-16,0 0-16 16,0 0-13-16,-5 36-3 15,2 0 3-15,0 5 9 16,3 3 0-16,0 1-6 16,0 0 1-16,0-5 1 0,6-6 0 15,6-8-3 1,0-8-2-16,0-7 3 0,-2-7-6 15,1-4 3-15,1 0 0 16,1 0 2-16,5-13 15 16,-1-12 7-16,0-10-6 15,-3-1-4-15,-5-2-10 16,-2 9 1-16,-5 7 0 16,-1 8 7-16,-1 10-4 15,0 2 33-15,0 2-9 16,0 0-16-16,0 0-16 15,0 10-9-15,5 9-7 16,2 8 16-16,4 2 6 16,4 0-5-16,0-2 0 15,4-5-1-15,-1-7 4 0,-2-3-2 16,0-7-2-16,-2-5 3 16,1 0 1-16,-3 0-2 15,0-12 3-15,3-8 0 16,-8-8 2-16,-2-5 1 15,-5-2 0-15,0-2 10 16,0-1 0-16,-8 2-12 16,-4 3 0-16,-1 9-6 15,2 7-1-15,-2 5 1 16,3 3-7-16,-1 3-20 0,1 4-12 16,5 2-36-1,2 0-67-15,3 0-93 0,0 0-144 16</inkml:trace>
  <inkml:trace contextRef="#ctx0" brushRef="#br0" timeOffset="35872.69">18164 1292 312 0,'0'0'411'16,"0"0"-360"-16,0 0 55 16,0 0-31-16,0 0-10 15,0 0 7-15,0 0-21 16,4-19 6-16,-4 19-8 15,0 0-13-15,0 0-5 16,0 0-18-16,0 1-13 16,0 14-11-16,-3 6 11 15,-3 6 0-15,5 2 0 0,1 1 3 16,0 3-3-16,0 0 0 16,3-3 1-16,9 2-1 15,4-5 0-15,-1-8-2 16,1-2 2-16,0-7-1 15,0-4 1-15,0-5-1 16,2-1 0-16,-4 0 1 16,4 0 4-16,-5-8-2 15,-1-9 8-15,-2-6-4 16,-5-2 4-16,-4-8-6 16,-1-1 3-16,0-1-2 15,-1 0 0-15,-16 3 1 0,-3 3-2 16,-4 6 1-16,2 8-3 15,3 3-1-15,2 6 1 16,5 3 6-16,0 2-5 16,4 1-3-16,4 0-4 15,4 0 3-15,0 0-5 16,0 0 1-16,0 0-5 16,0 0 0-16,0 0-2 15,7 0-4-15,10 4 11 16,2-1 0-16,5 0 1 0,3-3 3 15,3 0 1-15,1 0-5 16,-1 0 4 0,1-3-4-16,-1-1 4 0,-8-1 1 15,-5 4 1-15,-6 1-1 16,-3 0 2-16,-3 0-2 16,-1 0-5-16,1 8 0 15,2 12 0-15,-1 5 5 16,-2 5 1-16,1 2 3 15,0 1 1-15,1 0 1 16,4-4-4-16,0-4-2 16,5-2 0-16,0-5-3 15,1-2 0-15,1-9 3 16,2-3-1-16,-1-4 0 16,5 0 1-16,-3-7 7 0,0-11-2 15,-1-8 1-15,-1-4-2 16,-4 0-2-16,-2-3 5 15,-4 0-7-15,-5 3 7 16,-3-1-1-16,0 6 0 16,0 7 6-16,0 9 2 15,0 3 1-15,0 3 3 16,0 3 1-16,0 0 5 16,0 0-19-16,0 0-5 15,0 0-2-15,0 2-10 16,0 11 2-16,0 7 3 15,0 6 7-15,3 2 0 16,6 0 1-16,3 3 3 0,0 2-4 16,0-1 1-16,3-4-2 15,-1-2 3-15,-1-8-4 16,-4-7 3-16,-3-4-4 16,-3-4 3-16,-1-3 0 15,-1 0-1-15,-1 0 1 16,4-1-5-16,1-19-12 15,-1-7 10-15,2-8 6 16,0 0 1-16,0-2 2 16,3 3 0-16,0 5-1 15,0 2-1-15,3 7 0 16,3 3 0-16,0 3 0 0,-2 6 0 16,2 1-3-16,-1 7 2 15,-2 0-5-15,4 0-2 16,-1 15 0-16,1 6 8 15,-2 4-1-15,-1 5 1 16,-1 2 0-16,-2 0 4 16,-5-1 3-16,-1-3-6 15,-2-6-1-15,-2 0 2 16,0-7 3-16,0-5-5 16,0-2 3-16,0-2-3 15,0-5 0-15,0-1 1 16,0 0 2-16,0 0 0 15,0 0 4-15,0 0 1 16,0 0 3-16,0-16-2 16,0-7-8-16,0-4 1 15,-2-3-2-15,2 3 0 0,0-3-1 16,0 4 1-16,0 5-1 16,2 1-1-16,7 8 2 15,3-1-3-15,-2 6 0 16,1 4 0-16,-1 3-1 15,1 0 0-15,-1 0-5 16,3 17 0-16,1 6 3 16,1 3 6-16,-5 7 0 15,-2 0 1-15,-2-1 1 16,-1-1-2-16,-2-7-6 16,4-3-40-16,0-7-32 15,6-6-60-15,2-3-34 16,-7-5-77-16,-3 0-151 0</inkml:trace>
  <inkml:trace contextRef="#ctx0" brushRef="#br0" timeOffset="36454.55">19623 1385 376 0,'0'0'158'0,"0"0"-71"15,0 0 102-15,35-84-111 16,-35 70 13-16,0 1-8 15,0 3-17-15,-7 3-6 16,-2 3-6-16,-4 1-8 0,0 3-30 16,-4 0-16-16,-2 0 0 15,-2 7-4 1,2 12 1-16,2 4-2 0,2 4 2 16,9 2 2-16,3 3-4 15,3 0 5-15,0 1-2 16,0-4-1-16,13-6 0 15,1-6 2-15,2-6 1 16,-1-6-1-16,3-5 1 16,-1 0 1-16,1-6 2 15,1-15 9-15,0-5 0 16,1-6 1-16,-4-6 1 16,2-6-8-16,-4-9 1 15,-5-4-3-15,-4-5 0 0,-5 1 4 16,0 10-5-16,0 13-3 15,0 17 3-15,0 11 17 16,-3 10 1-16,-2 0 6 16,-1 0-20-16,-3 11-7 15,-2 16-13-15,-2 13 12 16,4 6-2-16,6 5 2 16,3 0-1-16,0-2 1 15,1-2 0-15,16-5 2 16,8 2 0-16,10-3 0 15,7-2 2-15,7-5-2 16,0-10 4-16,-6-10-4 0,-2-8 3 16,-3-6-3-16,-4 0-2 15,-2-13-36-15,-6-12-73 16,-24 10-160-16,-2-1-480 16</inkml:trace>
  <inkml:trace contextRef="#ctx0" brushRef="#br0" timeOffset="37972.54">21275 1171 467 0,'0'0'595'16,"0"0"-564"-16,0 0-3 15,0 0-3-15,0 0-25 16,0 0 19-16,15 106 21 16,-11-64 4-16,5 5-6 15,-2 3-4-15,1 3-11 16,-2-1-1-16,1-7-7 15,-2-4 8-15,-1-10-16 16,-1-7-4-16,-1-6 0 16,1-6 0-16,-3-7-2 15,0-3-1-15,0-1 0 0,0-1-1 16,0 0-82-16,-2-18-78 16,-4 3-113-16,-1 0-377 15</inkml:trace>
  <inkml:trace contextRef="#ctx0" brushRef="#br0" timeOffset="38303.75">21202 1266 593 0,'0'0'66'15,"-8"-84"9"-15,8 62-2 16,15 3-18-16,3 4 3 16,7 1 13-16,4 5-6 0,3 7-11 15,4 2-12 1,3 0-6-16,0 11-8 15,-2 15 1-15,-3 7-6 0,-4 5-7 16,-4 2 0-16,-8 2 2 16,-5 0-7-16,-9 1 6 15,-4 2-7-15,0-4-1 16,-17-1 7-16,-9-4-16 16,-4-7 16-16,0-3-3 15,1-11-3-15,-1-6-4 16,3-6-3-16,0-3-3 15,3 0-6-15,8 0-36 0,3-10-36 16,10-1-52 0,3-7-37-16,0 10-106 15,7-1-112-15</inkml:trace>
  <inkml:trace contextRef="#ctx0" brushRef="#br0" timeOffset="38680.58">21909 1243 752 0,'0'0'96'0,"0"0"9"15,0 0 5-15,0 0-26 16,0 0-22-16,0 0-18 15,-90-52-44-15,65 64 0 16,1 8 2-16,3 4-2 16,6 5 0-16,2 1 1 15,5 3-1-15,8-1 1 16,0-1 2-16,5-4 0 16,19-4 4-16,4-5-3 15,6-5-3-15,4-5 1 16,-1-7 2-16,0-1 1 0,-6 0 2 15,1 0-3 1,-3-8-3-16,-3-2-1 16,0 0-1-16,-9 1-47 0,-17 5-104 15,0-2-153-15</inkml:trace>
  <inkml:trace contextRef="#ctx0" brushRef="#br0" timeOffset="39888.17">22923 1280 574 0,'0'0'51'0,"0"0"41"16,0 0 70-1,0 0-137-15,0 0 16 0,-24-77-16 16,24 63-3-16,0 0-1 15,8 0 10-15,7 0-16 16,7 2 10-16,3 3 3 16,2 3-3-16,3 6 1 15,1 0-14-15,-1 0-2 16,-2 17 0-16,0 9 1 16,-6 6 0-16,-1 3 1 15,-8 4 0-15,-7-2-8 16,-1-3-4-16,-5-3 5 15,0-7-5-15,0-5 5 16,-11-7-5-16,4-6 0 0,-1-3 3 16,2-3-2-16,-2 0 5 15,-5-3-6-15,3-15-4 16,-2-7-5-16,8-5 9 16,4-3 2-16,0-1 7 15,0 1-7-15,3 3-1 16,13 2 9-16,1 5-2 15,2 5-4-15,3 2 11 16,-2 9-7-16,2 4 3 16,2 3-2-16,-3 0-9 15,3 20 0-15,-1 8 0 16,-6 6 0-16,-1 0 8 16,-5 3-7-16,-8-4-2 0,1-3 6 15,-4-3-3-15,0-8 0 16,0-4-4-16,0-8-2 15,0-4 0-15,0-3-2 16,0 0 6-16,0-3-5 16,0-16 1-16,-4-9-33 15,4-4 21-15,0-6 10 16,0-4 5-16,9 3 1 16,7 3 0-16,3 9 0 15,-2 8 0-15,-2 9 0 16,-2 6 1-16,-1 4 12 15,2 2-9-15,2 22-2 16,1 7 5-16,0 8 11 0,-5 2-4 16,0-1-11-1,-4-4 7-15,-4-4-6 0,-1-5-2 16,0-4-2-16,-1-4 0 16,1-8-1-16,1-5-32 15,9-6-53-15,8 0-108 16,-9-10-67-16,3-4-469 15</inkml:trace>
  <inkml:trace contextRef="#ctx0" brushRef="#br0" timeOffset="40721.82">23963 1298 628 0,'0'0'230'0,"0"0"-209"15,0 0 62-15,0 0-50 16,0 0 38-16,16-78-8 16,-16 64-23-16,-4 2-2 15,-6 0 14-15,-1 5 0 16,-1 2-6-16,2 0-24 16,-1 5-1-16,-2 0-18 0,1 0-3 15,-4 2 2-15,-2 16-5 16,-2 7 2-16,2 6-2 15,2 4 0-15,4-2 3 16,3 3 0-16,6-1 0 16,3-3-5-16,0 0 5 15,0-5-5-15,3-7 4 16,9-3-5-16,2-10 1 16,0-4 4-16,1-3-14 15,5 0 4-15,-1-16 5 16,4-8-6-16,0-5 11 15,-2-4-5-15,-3 0 6 16,-5-4 0-16,-2 0-2 0,-6 5 2 16,-2 6 6-16,0 11-5 15,-3 6 5-15,0 8 20 16,0 1 3-16,0 0 0 16,0 0-29-16,0 11 0 15,0 11-19-15,0 6 19 16,0 2 3-16,0 3-3 15,1-3-1-15,9-2 1 16,1-2 1-16,1-7 1 16,1-3-2-16,2-4 0 15,3-2 0-15,1-6-4 16,2-4-28-16,2 0-47 0,-1-1-45 16,-18-9-70-1,1-1-156-15</inkml:trace>
  <inkml:trace contextRef="#ctx0" brushRef="#br0" timeOffset="41053.21">24291 1184 747 0,'0'0'44'16,"0"0"82"-16,0 0-31 15,0 0-8-15,0 0-13 16,0 0-33-16,-10-12-41 15,0 32 8-15,-3 7-8 16,5 3 7-16,3 1-5 0,2-1 1 16,3 0 8-16,0-1-3 15,0-3 11-15,3-2-11 16,10-5 10-16,1-4-8 16,2-5-8-16,2-3-1 15,2-6-1-15,3-1 1 16,0 0 7-16,4-5-8 15,0-12-17-15,-1-1-19 16,-3-2-76-16,-8 0-55 16,-15 13-126-16,0 1-327 15</inkml:trace>
  <inkml:trace contextRef="#ctx0" brushRef="#br0" timeOffset="41670.72">24605 1000 184 0,'0'0'426'0,"0"0"-331"16,0 0 23-16,-5-81-42 16,-1 72 0-16,-1 5 4 15,4 2-9-15,-2 2-11 16,1 0 20-16,2 0-42 15,-4 0-35-15,-1 9-2 0,0 13-1 16,-3 12 0-16,3 6 1 16,4 3 2-16,3 7 4 15,0 2 1-15,0-1-5 16,1 1 7-16,10 0 3 16,3-5-7-16,0-4 0 15,-2-6 10-15,-1-11-8 16,-8-11-5-16,-2-7-3 15,-1-5 2-15,0-3 0 16,0 0 1-16,0 0 4 16,0-11 5-16,0-11-12 15,0-9-12-15,0-8-47 16,-3 1 55-16,3 1-10 0,0 4 4 16,0 7 2-16,0 5-2 15,6 5 9-15,5 4 0 16,2 5-1-16,-1 3-1 15,0 1-2-15,1 3 2 16,1 0-1-16,2 8-2 16,-2 13 6-16,0 5 4 15,-1 4 15-15,-2 2-6 16,-2 0-3-16,-3-2 6 16,-1-2-9-16,-1-2-2 15,-1-6-5-15,2-3 0 16,-2-8 4-16,0-3-4 15,1-3-4-15,4-3-81 16,2 0-85-16,-4-7-86 16,-2-6-337-16</inkml:trace>
  <inkml:trace contextRef="#ctx0" brushRef="#br0" timeOffset="41917.49">24973 1205 569 0,'0'0'334'16,"0"0"-325"-16,0 0 2 15,0 0 14-15,0 0 31 0,8 97-3 16,-7-69 14 0,2-2 1-16,0-2-27 0,-1-3-15 15,-1-4-18-15,-1-4-4 16,0-6-2-16,0-4-1 15,0-3-1-15,3 0-11 16,-3-13-134-16,0 0-125 16,0-3-408-16</inkml:trace>
  <inkml:trace contextRef="#ctx0" brushRef="#br0" timeOffset="42057.14">24945 1026 728 0,'0'0'40'0,"0"0"-40"16,0 0-8-16,0 0-84 16,0 0-40-16,0 0-128 15,10 25-12-15</inkml:trace>
  <inkml:trace contextRef="#ctx0" brushRef="#br0" timeOffset="42702.81">25042 1161 42 0,'34'52'74'0,"-13"-12"126"15,-4-4-41-15,-6-3-27 16,-2-5-20-16,-6-4-27 15,-1-9-5-15,-2-6-42 16,0-5-14-16,0-4 5 16,0 0-4-16,0 0 2 15,0-6 21-15,-6-13-19 16,-2-5-27-16,2-3 8 16,3-3-1-16,3 0-7 15,0-2 0-15,2 4 3 0,11 3-4 16,4 5 1-16,1 4-2 15,1 4 9-15,1 3-5 16,2 5 6-16,3 4-4 16,-3 0 11-16,1 7-4 15,-2 17 4-15,-3 5 6 16,-3 4-3-16,-6 0 5 16,-1-1-7-16,-3-4-7 15,0-4-3-15,-2-1-3 16,0-3 0-16,3-6-4 15,-1-5-1-15,0-4 0 16,-1-5 0-16,2 0 2 0,5 0-2 16,5-7 1-16,6-13 10 15,3-4-5-15,0-7-1 16,3-5-2-16,-4-6-3 16,-3-1-1-16,-8 3-5 15,-8 9 0-15,-4 9 4 16,-1 9 2-16,0 6 4 15,-4 6 0-15,-10 1 5 16,-5 0-3-16,-3 19-6 16,-1 11-10-16,1 5 3 15,6 5 3-15,2 1 2 0,8-2 2 16,4-2 0 0,2 0 0-16,6-5-3 0,21-4 3 15,11-4 7 1,5-10-4-16,9-7 16 0,2-7 6 15,-5 0-8-15,-1 0 4 16,-11-11-10-16,-7-1-9 16,-5-3-1-16,-4 1-1 15,-4-3-15-15,-1-3-32 16,-16 12-128-16,0-2-207 16</inkml:trace>
  <inkml:trace contextRef="#ctx0" brushRef="#br0" timeOffset="45805.49">27466 1158 744 0,'0'0'118'0,"0"0"-23"16,0 0 31-16,0 0-52 16,0 0-8-16,0 0-8 15,0 0-12-15,0-15-15 16,0 23-18-16,0 18-13 0,0 11-1 15,0 12 1 1,0 0 5-16,0 2-3 0,0-5-2 16,8-6 0-16,6-6 0 15,0-9 0 1,-2-8 0-16,3-7 2 0,2-10-1 16,3 0 0-16,2-14 0 15,4-16-1-15,-4-3-11 16,-2-6 1-16,-3 1-1 15,-6 0 9-15,-5 3-1 16,-1 7 3-16,-4 9 3 16,-1 9-1-16,0 8 5 15,0 2 13-15,0 0 2 0,0 1-22 16,0 15-15 0,0 5-5-16,0 5 20 0,0-2 1 15,0 1-1 1,10-4 0-16,4-5-5 0,2-4 5 15,-1-5 1-15,0-4 0 16,0-3-1-16,-3 0 1 16,3-5 3-16,-1-13 3 15,-1-4 0-15,-6-5 2 16,-4-3-2-16,-3-4 5 16,0-1-1-16,0 2-3 15,-1 10-1-15,-7 4-5 16,-2 9 0-16,-1 3-2 0,-1 2-5 15,2 2-30-15,1 1-11 16,5 2-31 0,1 0-62-16,3 0-97 0,0 0-6 15,0 2-267-15</inkml:trace>
  <inkml:trace contextRef="#ctx0" brushRef="#br0" timeOffset="46088.98">28008 1154 502 0,'0'0'208'15,"0"0"-96"-15,0 0-23 16,0 0-23-16,0 0-18 0,0 0-8 16,9 33 0-1,-8-6 6-15,1 5 19 0,-1 0-24 16,2-1-14-16,2 0-10 15,-1-5-11-15,-1-4-2 16,0-4-1-16,0-8-3 16,0-4 1-16,-3-4-1 15,3-2-1-15,1 0-56 16,0-15-95-16,-4 2-94 16,0-3-380-16</inkml:trace>
  <inkml:trace contextRef="#ctx0" brushRef="#br0" timeOffset="46215.18">28024 1035 687 0,'0'0'136'0,"0"0"-61"0,0 0-19 15,0 0-44-15,0 0-12 16,0 0-90-16,-10-43-97 16,10 43-214-16</inkml:trace>
  <inkml:trace contextRef="#ctx0" brushRef="#br0" timeOffset="46439.47">28024 1035 683 0,'119'-66'126'15,"-115"66"-51"-15,-1 0 0 0,3 19-43 16,1 8 16 0,3 6 57-16,2 5-18 0,-1 4-41 15,-2 2-11-15,-2 4-9 16,-2-1-13-16,-1-5-3 15,-1-1-2-15,-3-7-7 16,0-9-1-16,0-5-4 16,0-11-4-16,0-9-107 15,0 0-98-15,0-12-109 16</inkml:trace>
  <inkml:trace contextRef="#ctx0" brushRef="#br0" timeOffset="47067.92">28184 1276 806 0,'0'0'114'0,"0"0"6"16,0 0-34-16,0 0-56 16,0 0-13-16,0 0-7 0,30-45-8 15,-6 35-2-15,5-3-1 16,4-4 1-16,2-3 0 16,-3-6 0-16,-3-3 0 15,-6-9 0-15,-3-6 1 16,-5-2 3-16,-8 2 0 15,-2 11 0-15,-3 13 35 16,-2 12-30-16,0 6 47 16,0 2 22-16,0 0-37 15,0 0-23-15,-2 2-18 16,-7 19-11-16,-5 13 6 0,-3 11 4 16,3 9 2-1,4 5-1-15,5 0 1 0,5 2 0 16,0-7-2-16,0-8-1 15,8-7 2-15,6-13 0 16,-1-8 2-16,0-8-2 16,0-7 0-16,5-3 0 15,2 0 0-15,7-13 0 16,2-10-2-16,1-6 1 16,-3-5-6-16,-2-3 0 15,-3-2 0-15,-6 7 5 16,-6 8 0-16,-5 14 2 15,-3 7 0-15,-2 3 0 16,0 0 0-16,0 21-10 0,0 11-27 16,-2 8 30-16,0 2 7 15,2-2 2-15,0-6-1 16,12-5-1-16,8-6-2 16,5-6 0-16,3-5 2 15,1-7 3-15,-1-5 0 16,-3 0 1-16,-3 0-1 15,-3-1 5-15,-5-9-7 16,-5-3 3-16,-1-1-4 16,-4-3-19-16,0-2-93 15,-4 13-125-15,0-3-316 16</inkml:trace>
  <inkml:trace contextRef="#ctx0" brushRef="#br0" timeOffset="48135.19">29545 1237 560 0,'0'0'83'16,"0"0"-14"-16,0 0 24 16,0 0-35-16,0 0 9 15,0 0-4-15,71-74-9 16,-51 69-16-16,2 5-11 15,0 0 0-15,-2 5-9 16,2 14-8-16,0 9 2 16,-3 5 4-16,-2 2-10 15,-6 3 3-15,-7-2 1 16,-4-3-6-16,0-4-4 16,0-7 0-16,0-7 0 0,-3-8 0 15,0-5 6 1,3-2-4-16,0 0 9 0,-3 0 0 15,-1-11-1-15,-2-10-10 16,1-9-5-16,2-1 4 16,3-4 2-16,0-2 1 15,0 1 0-15,6 4-2 16,5 6-2-16,3 6 2 16,0 6 5-16,1 5 4 15,0 4 2-15,-1 5 0 16,3 0-4-16,1 0 0 15,0 15-4-15,3 9 10 0,-3 7-2 16,-2 5-1 0,-4-1-1-16,-5 0 5 0,-2-1-7 15,-2-3 0-15,-3-3-5 16,0-1 1-16,0-5 0 16,0-3-3-16,0-7-12 15,6-6-76-15,5-6-98 16,-6 0-88-16,3-6-267 15</inkml:trace>
  <inkml:trace contextRef="#ctx0" brushRef="#br0" timeOffset="48535.47">30156 1435 728 0,'0'0'82'0,"0"0"-25"15,0 0 0-15,0 0-15 0,0 0-3 16,0 0-6-1,58-37-6-15,-50 30-7 0,-1-1-6 16,-1-2 4-16,-1-1-1 16,-4-4-1-16,-1-2 7 15,0-3-9-15,0 1-2 16,0-1-3-16,-6 5-2 16,-4 5 7-16,-1 3 18 15,1 4 5-15,0 1-4 16,-2 2-9-16,-1 0-21 15,-1 0-3-15,-3 17-4 16,-1 8 4-16,1 4-4 0,3 2 3 16,6 2 1-16,7 2-2 15,1 2 1-15,0-2 0 16,6-1 0-16,11-3 1 16,3-5 0-16,7-3 0 15,5-3-3-15,2-7-2 16,5-6-52-16,2-3-42 15,-2-4-49-15,-3 0-58 16,-27 0-109-16,-2-7-190 16</inkml:trace>
  <inkml:trace contextRef="#ctx0" brushRef="#br0" timeOffset="49134.88">30536 1441 412 0,'0'0'171'15,"17"-72"-20"-15,-15 46-33 16,-1 3-7-16,-1 5-28 15,0 4 16-15,0 4-13 16,0 2 6-16,-6 2-20 16,-8 3-30-16,-2 3-25 15,-8 0-17-15,-2 6-1 16,-3 12-2-16,4 5 0 16,-1 2 1-16,7 1 1 15,9-2-2-15,3-5 0 0,7-2-3 16,0-4-5-1,7-3-6-15,12-4-5 16,5-5-9-16,1-1-4 16,2 0 13-16,0-14 14 0,-6-3 7 15,-5 4 1-15,-7 4 0 16,-4 5 3-16,-5 4 2 16,0 0 23-16,0 0 8 15,0 9-13-15,0 22-23 16,-3 18-2-16,0 21 2 15,3 12 10-15,3 9-2 16,21 6 31-16,2 1-21 16,0-5-9-16,-10-7 1 15,-3-10 0-15,-11-11-5 0,-2-10-1 16,0-15 6-16,-9-12-4 16,-4-10 0-1,1-9-1-15,0-4 4 0,-3-5-5 16,-3 0 6-16,-5-7-4 15,-5-20-4-15,-2-12-2 16,0-12-3-16,4-12 1 16,5-9 0-16,9-3-5 15,9-1-2-15,3 5 5 16,9 3 2-16,19 4-4 16,11 2-1-16,12-4-9 15,7 0-12-15,3 3-27 16,0 6-66-16,-43 48-116 15,-5 7-217-15</inkml:trace>
  <inkml:trace contextRef="#ctx0" brushRef="#br0" timeOffset="50033.47">30737 1027 492 0,'0'0'148'15,"0"0"-47"-15,0 0 53 16,0 0-46-16,0 0-28 16,0 0 3-16,0 0-30 15,4-42-5-15,-4 42-19 16,0 0-10-16,0 0-8 15,0 20-11-15,0 8-4 16,0 11 4-16,0 4 19 16,0 3-10-16,2 2 2 15,2-1 0-15,3-1 2 16,4-1 1-16,0-1 7 16,2 0-5-16,2-2-8 15,-1-4 1-15,3-4-9 0,-1-7 2 16,-2-9-4-16,2-5 2 15,-1-9 0-15,3-2-6 16,0-2-39-16,3-6-8 16,0-17-38-16,-3-10-5 15,-3-7-26-15,0-4-14 16,-4-1 47-16,-2 3 19 16,1 5 40-16,-9 9 30 15,1 7 7-15,-2 7 50 16,0 7 27-16,0 4 23 15,0 3-10-15,0 0-24 16,0 0-7-16,0 1-26 0,0 17-20 16,0 9-14-16,0 6 26 15,0 2 4-15,0-3-10 16,0 3-9-16,0-5-2 16,3-4-10-16,5-6-4 15,0-5 0-15,1-9-2 16,4-6-19-16,1 0-88 15,0-26-52-15,-9 6-74 16,-5 1-351-16</inkml:trace>
  <inkml:trace contextRef="#ctx0" brushRef="#br0" timeOffset="50140.9">31102 1135 141 0,'0'0'587'0,"0"0"-575"16,0 0-3-16,0 0-9 15,0 0-87-15,0 0-258 16</inkml:trace>
  <inkml:trace contextRef="#ctx0" brushRef="#br0" timeOffset="51107.58">31384 1380 750 0,'0'0'87'0,"0"0"-2"16,0 0 39-16,0 0-65 0,0 0-12 15,0 0-11-15,58-55-11 16,-58 40 15-16,0 1-12 16,0 3 23-16,-7 2-10 15,-6 0-8-15,-1 5-10 16,-1 0-4-16,2 4-16 15,-7 0 0-15,1 0-3 16,-5 17 0-16,-1 8-1 16,-1 1-2-16,7 6 3 15,2 0 0-15,10-2-2 16,5 0-3-16,2-5 2 0,0-6 0 16,6-3 3-1,10-6-1-15,4-6 0 0,3-4-1 16,5 0-9-16,0-7 5 15,0-11-3-15,-2-4 5 16,-4-1 1-16,-2-3-3 16,-8 2 3-16,-5 6 3 15,-1 7 2-15,-6 4 2 16,0 5 4-16,0 2 7 16,0 0 6-16,-3 6-19 15,-10 20-2-15,-1 16 0 16,3 15 1-16,6 12-1 0,5 10 2 15,0 8 1 1,15 0 3-16,3 3 3 0,-2-4-1 16,-1-4 2-16,-5-8 3 15,-5-9-1-15,-5-11-7 16,0-8 5-16,0-10-6 16,-3-12 4-16,-6-9 2 15,0-8-6-15,0-6-3 16,-4-1 2-16,-2 0 1 15,-8-21 1-15,-3-12-5 16,-1-9-4-16,-1-11-9 16,5-10-5-16,2-7-1 15,9-1-1-15,6 5 1 16,6 8 9-16,0 10-31 16,12 4 21-16,8 8-7 0,3 2-14 15,6 4-39-15,4 1 30 16,4-4-22-16,6-2-21 15,0-5-19-15,0-3 21 16,-4-1-35-16,-7 8 14 16,-9 9 84-16,-9 11 28 15,-8 4 33-15,-4 5 75 16,-1 3 31-16,-1 1-25 16,0 3-26-16,0 0-16 15,0 0-2-15,0 0-18 16,0 0-8-16,0 10-25 15,0 14-9-15,0 7 7 0,0 4 12 16,0 4-6-16,4-6-10 16,-1-4-5-16,2-5-6 15,1-9-2-15,-2-5 0 16,6-7-14-16,1-3-90 16,0-4-97-16,-8-9-94 15,-2-4-477-15</inkml:trace>
  <inkml:trace contextRef="#ctx0" brushRef="#br0" timeOffset="51235.17">31715 1234 140 0,'0'0'651'0,"0"0"-596"16,0 0 61-16,0 0-89 16,0 0-27-16,0 0-11 15,0 0-152-15,-24-43-313 16</inkml:trace>
  <inkml:trace contextRef="#ctx0" brushRef="#br0" timeOffset="51732.86">31878 1120 658 0,'0'0'191'0,"0"0"-118"16,0 0 21-16,0 0-57 15,0 0-14-15,0 0 30 16,8 110 36-16,-8-67-49 0,-10 0-15 16,1-2-14-16,1-3-9 15,2-7 2-15,4-6-2 16,1-12-2-16,1-6-1 16,0-4 1-16,0-3 0 15,3 0-2-15,16 0 2 16,9-12 6-16,7-5 17 15,0 0-8-15,-2 3-15 16,0 4 3-16,-5 1-3 16,-2 8 0-16,-6 1 1 15,-3 0 1-15,-2 0-1 16,-5 15 5-16,0 7 3 16,-6 5 2-16,-1 2 11 0,-3 4 9 15,0-4-14 1,-3-1-10-16,-11-6-1 0,-3-7-1 15,0-5 4-15,-4-7-6 16,2-3 10-16,-1 0-9 16,1-13-4-16,4-12-6 15,3-12-16-15,6-5-20 16,5-2-38-16,1 2-42 16,0 6-32-16,0 28-80 15,6 1-139-15</inkml:trace>
  <inkml:trace contextRef="#ctx0" brushRef="#br0" timeOffset="52287.66">32182 1064 583 0,'0'0'119'0,"0"0"26"16,0 0-25-16,0 0-30 15,0 0-14-15,0 0-24 16,15-34-4-16,-15 38-17 15,0 18-31-15,-1 13 3 16,-5 7 16-16,-2 6-6 16,5 2 7-16,3 0-4 15,0 1 4-15,2-6-7 16,14-1-4-16,7-5 3 16,2-5-5-16,6-3-1 15,1-10-6-15,2-7 1 0,0-8-1 16,1-6 2-16,0 0 2 15,-2-14-1-15,-2-13 4 16,-1-7-5-16,-6-6 0 16,-1-6-2-16,-7-2-6 15,-6 3 6-15,-4 7-5 16,-4 11 5-16,-2 13 1 16,0 8 2-16,0 6 1 15,-17 0-2-15,-3 7-2 16,-4 15-1-16,3 5-4 15,3 3 1-15,9 0-1 16,6 1 4-16,3-1-1 0,0-3-1 16,13-2 3-16,11-3 2 15,6-3 0-15,4-2 0 16,4-7 1-16,2-3 4 16,-1-4 5-16,-3-3-4 15,-7 0 0-15,-2 0-8 16,-6 0 2-16,-3 0-2 15,-4-2-5-15,-1-3-56 16,-6-1-108-16,-7 2-83 16,0 1-373-16</inkml:trace>
  <inkml:trace contextRef="#ctx0" brushRef="#br0" timeOffset="55366.94">1571 3624 737 0,'0'0'42'0,"0"0"49"0,0 0-8 16,0 0-13 0,0 0-14-16,0 0-16 0,4-72-11 15,-16 57 8-15,2 3-10 16,-2 0 4-16,0 4-4 15,-3 2-4-15,3 6 0 16,-4 0 4-16,-4 0-15 16,-1 8-11-16,-4 11-1 15,4 4-3-15,0 5 2 16,5 6-1-16,2 1-1 16,7 3-2-16,1 2 5 15,6-2-3-15,0-3-1 16,0-4 2-16,10-6 1 15,4-8 1-15,2-7-1 16,1-5-1-16,2-5 1 0,5 0 1 16,0-12 1-16,3-12 1 15,-5-5 4-15,0-7-3 16,-5-2-2-16,-1 2 1 16,-5-3 0-16,-5 6 0 15,-3 3 1-15,-3 7 3 16,0 11 8-16,0 7 10 15,0 5 2-15,0 0 11 16,0 3-33-16,-2 18-4 16,-5 12 0-16,2 8 0 15,2 4 0-15,3-1 0 16,0-2-1-16,6-5 0 16,12-6 1-16,0-6-1 15,6-5 1-15,-2-7 7 0,8-6-7 16,-2-6 2-16,5-1 0 15,0 0-2-15,-2-14-3 16,-4-7-43-16,-9-5-68 16,-8-3-31-16,-5-4-13 15,-5-2-23-15,0-1-18 16,0 1-26-16,-3 4 98 16,-9 8 121-16,0 4 6 15,6 5 100-15,6 5 60 16,-3 4-29-16,3 0-33 0,0 4-30 15,0 1-16 1,14 0-25-16,5 0 2 0,5 7 11 16,0 12 4-16,-5 2 8 15,-1 1-10-15,-6 5-13 16,-3 0-5-16,-6 1-3 16,-3 0-1-16,0-6-3 15,0-7-17-15,0-8 16 16,0-4-1-16,0-3-1 15,0 0-3-15,0-7 40 16,-3-13-7-16,0-7-23 16,0-1-12-16,3 0 3 15,0-1-12-15,0 3 0 16,6 1 0-16,10 2-2 16,1 3-28-16,5 3-50 0,3 5-48 15,-17 10-74-15,4 2-178 16</inkml:trace>
  <inkml:trace contextRef="#ctx0" brushRef="#br0" timeOffset="56531.24">1966 3563 610 0,'0'0'91'15,"0"0"-40"-15,0 0 11 16,0 0-34-16,0 0 10 15,0 0-7-15,0 0-7 0,69-14-3 16,-53 32-1-16,-4 4 1 16,-3 4-5-16,1 4 4 15,-5 0-8-15,-2 2-12 16,-3 0 17-16,0-4-9 16,0-4 5-16,-2-5-12 15,-5-6 2-15,-2-6 2 16,3-3 20-16,0-4-13 15,0 0-1-15,-1 0 1 16,2-10 9-16,-1-14-4 16,2-2-11-16,2-6 15 15,2-3-5-15,0 3 3 0,6 3 1 16,12 5-19 0,0 6-1-16,9-1 2 0,0 7-1 15,-2-1 0-15,-1 3-1 16,-3 3-1-16,-2 1-5 15,2 5-63-15,-6 1-107 16,-15 0-64-16,0 0-404 16</inkml:trace>
  <inkml:trace contextRef="#ctx0" brushRef="#br0" timeOffset="57731.11">2361 3645 502 0,'0'0'124'15,"0"0"-52"-15,0 0 40 16,0 0-48-16,0 0-13 15,0 0-4-15,0 0-15 16,84-64 3-16,-66 64-1 16,-3 0-9-16,6 0-13 15,-4 7 1-15,0 9 0 0,-1 5 1 16,-4 4-5-16,-4 3 10 16,-4 4-7-1,-4-1-11-15,0-2 7 0,0-2-2 16,0-6-4-16,-7-7-2 15,-1-7 1-15,1-3-1 16,1-4 4-16,-1 0-2 16,-1-1 4-16,-1-16-6 15,4-5-1-15,1-5 1 16,4-3 5-16,0-1-3 16,0 3-2-16,0 1 9 15,9 5-3-15,6 2 9 16,4 4-5-16,-1 3 0 15,6 4-4-15,-3 3 5 16,1 3-2-16,-2 3 0 0,1 0-9 16,-2 13 0-16,-1 11 0 15,-3 6 4-15,-6 5-3 16,-5 2 3-16,-4-1 3 16,0-2-5-16,0-6-2 15,0-8 0-15,0-9-21 16,0-5 6-16,-1-6 4 15,1 0 11-15,-2 0 1 16,-1-18-1-16,2-6-4 16,1-6-2-16,0-4 0 0,0-1 2 15,0-1 4-15,12 4 0 16,6 5 0 0,1 6 1-16,-1 4 0 0,4 8 3 15,-2 2 0-15,5 7 6 16,-4 0 2-16,0 0-3 15,-3 18-1-15,-2 7 2 16,-4 5-1-16,-4 2-6 16,-4 5 4-16,-4-3-7 15,0-1 4-15,0-3-1 16,-6-6-3-16,2-4-3 16,2-8-61-16,2-10-55 15,0-2-101-15,0 0-234 16</inkml:trace>
  <inkml:trace contextRef="#ctx0" brushRef="#br0" timeOffset="58601.59">3225 3684 631 0,'0'0'28'0,"0"0"58"15,0 0 20 1,0 0-27-16,0 0-7 0,23-72 9 15,-23 58-1-15,0 4-29 16,0-1-4 0,0 1-15-16,-3-1-13 0,-6 1-2 15,-2 0-4-15,-2 4 6 16,2 5-4-16,-2 1-15 16,-2 0-2-16,-3 0 0 15,2 13-2-15,-2 5 4 16,3 4-3-16,2 4 1 15,2 4 1-15,5 0 0 16,6 2-3-16,0-2 1 16,0 0-2-16,6-3 0 15,10-4 5-15,1-5 0 16,2-8 1-16,1-3-1 16,-1-7-1-16,0 0-1 0,-2 0-2 15,-1-11-3-15,2-9 4 16,-3-4-2-16,-3-6 4 15,3 0-2-15,-8 0 3 16,1 1 0-16,-5 3 2 16,-3 3 0-16,0 7 0 15,0 9 4-15,0 4 11 16,0 3 1-16,0 0 1 16,0 0-19-16,0 12-2 15,0 9-9-15,0 5 11 0,0-1 1 16,0 2-1-1,3-4 1-15,7-3-1 16,1 0 0-16,1-7-1 16,1-2-2-16,4-2-1 0,0-6 2 15,-3-3-50-15,5 0-51 16,-3-9-23-16,-2-11-43 16,1-5-24-16,-12 11-31 15,-2 1-144-15</inkml:trace>
  <inkml:trace contextRef="#ctx0" brushRef="#br0" timeOffset="58881.43">3522 3453 351 0,'0'0'160'15,"0"0"-5"-15,0 0-10 16,0 0-38-16,0 0-22 16,0 0-14-16,0 0-23 0,6-20-29 15,-6 50-18-15,0 5 48 16,0 2-2-16,0 2-12 15,0-1-5-15,1 2-2 16,7-2-8-16,-2-4 0 16,6-3-12-16,-2-7 4 15,1-6-10-15,-2-5 0 16,7-7-3-16,-1-6 3 16,3 0-4-16,1-10-2 15,-1-15-37-15,-3-3-62 16,-6-1-60-16,-9 13-118 15,0 6-276-15</inkml:trace>
  <inkml:trace contextRef="#ctx0" brushRef="#br0" timeOffset="60047.18">3562 3609 605 0,'0'0'107'0,"0"0"-59"15,0 0 22-15,0 0-51 16,0 0-15-16,0 0 40 15,63-8-22-15,-32 3-8 16,-1 1-3-16,1 0 2 16,-2 0 0-16,-8 1-1 15,-3 2 6-15,-11 1 0 16,-4 0-10-16,-3 0-5 16,0 4-3-16,0 14 0 0,0 6 31 15,0 6 21-15,-4 4-21 16,-2 0-13-1,1-1-5-15,5 0-7 0,0-5 0 16,0-5-1-16,0-5-5 16,11-7-1-16,3-2 1 15,3-8 4-15,2-1-3 16,1 0 2-16,4-11 3 16,-5-6-4-16,2-3 1 15,-3-6-2-15,-6-1 1 16,3-4-2-16,-8-2 0 15,-1 2 2-15,-3 4 0 0,-3 4 5 16,0 7 23-16,0 6 11 16,0 4 6-16,0 6 1 15,0 0-6-15,0 0-18 16,0 0-21-16,0 0-3 16,0 14-1-16,0 11-16 15,0 8 17-15,0 4 3 16,12 1-3-16,6 0 1 15,1-5 2-15,-1-8-1 16,-3-7-1-16,-4-8-1 16,-4-4 1-16,-4-6 3 15,0 0-4-15,0 0 2 16,0-16-2-16,3-9-3 16,4-7 3-16,-5-5 0 0,1-2-11 15,0 0 7-15,0 7 0 16,1 5 4-16,4 6-1 15,1 6-1-15,4 6 0 16,6 4 1-16,4 5-7 16,5 0 6-16,2 0-4 15,-3 14 1-15,-5 6 4 16,-7 5 0-16,-6 0-3 16,-4 3 3-16,-6-1 0 15,-2-3-1-15,0-3-7 16,-2-6 9-16,-6-6 9 15,-1-6-7-15,1-3 15 0,1 0-8 16,0-16-1-16,-1-9-8 16,5-7 3-16,3-3-1 15,0 3-2-15,3 4-1 16,12 4-3-16,3 8-2 16,3 5-4-16,0 7 1 15,0 4 2-15,1 0 1 16,8 0-4-16,-2 0-3 15,3 0-1-15,-2 0 12 16,-5 3 1-16,-3-2-11 16,-5-1 12-16,-10 0 0 15,0 0 0-15,-3 0 0 16,-3 0 1-16,0-7 6 16,0-3-3-16,0-1 0 0,0 0 2 15,-9 3-3-15,-3 6-3 16,-1 2-1-16,-5 0-1 15,1 10-7-15,-2 11 2 16,5 5 6-16,4 4-2 16,6 1 0-16,4-3 1 15,0-2 1-15,0-3 1 16,14-6-3-16,6-6-2 16,4-6 5-16,4-3 1 15,11-2 2-15,7 0 8 16,-1 0-2-16,-2-9 0 15,-10-2-4-15,-8 0-5 0,-8-1-3 16,-8 1-91-16,-9 7-108 16,0-1-318-16</inkml:trace>
  <inkml:trace contextRef="#ctx0" brushRef="#br0" timeOffset="61379.75">5611 3542 340 0,'0'0'393'0,"0"0"-325"16,0 0 23-16,0 0-46 16,0 0-8-16,0 0 10 15,0 0-11-15,97-67 0 0,-64 67-15 16,-5 0-5 0,2 3 0-16,-3 14-2 15,-5 7 1-15,-4 3 2 0,-3 4-1 16,-9 3-9-16,-6 0-1 15,0-4 6-15,0-3-12 16,-5-5 2-16,-7-9-2 16,2-7 10-16,1-4 4 15,3-2 10-15,0 0-4 16,0-7 9-16,5-14-14 16,-1-8 7-16,2-3-7 15,0-6-1-15,5-3-6 16,11 0-5-16,8 3-1 15,-3 4-2-15,4 11-2 0,-7 8 0 16,0 9-1 0,-5 6-3-16,-2 0-30 0,2 4-29 15,1 16 17-15,0 4 14 16,0 1 19-16,0 1 0 16,0-5 3-16,0-1 8 15,2-3 2-15,-1-3 2 16,0-4 0-16,-1-2 0 15,-3-3 0-15,0-5 0 16,1 0 3-16,3 0 1 16,0-9 3-16,1-8 4 15,-1-1-2-15,0-3 3 16,-6-2-8-16,-3-1 2 0,-3 3 6 16,-3 3 2-1,0 4-7-15,0 5 8 0,-11 5 0 16,-1 4-4-16,-2 0-5 15,-3 10-1-15,-1 11-4 16,3 7-1-16,0 2 0 16,6 2 0-16,5-1 0 15,2-1-2-15,2 0-2 16,0-4 4-16,3-3-1 16,9-6 1-16,3-6 0 15,-1-6-1-15,2-5 1 16,-1 0 4-16,9-5-4 15,1-15 7-15,3-4-5 16,1-4-1-16,-5-1-1 0,1 0 1 16,-4 7-3-16,-3 6 2 15,-3 6 0-15,-3 6 0 16,1 4 0-16,-2 0 0 16,2 0 0-16,2 12 0 15,3 8 6-15,-3 4 6 16,-6 3 11-16,-2 0-5 15,-7 1 4-15,0-1-6 16,0-1-5-16,-10-4-1 16,-7-2 0-16,-5-6-10 0,-2-6 9 15,-1-6 3-15,4-2-11 16,-3 0-1-16,6-13-14 16,6-5-37-16,8-5-66 15,4 2-77 1,0 13-30-16,0-1-247 0</inkml:trace>
  <inkml:trace contextRef="#ctx0" brushRef="#br0" timeOffset="61587.61">6594 3557 613 0,'0'0'122'0,"0"0"-4"15,22 72-11-15,-20-49-28 0,1-2-27 16,-3-2 3-16,1-1-13 16,-1-6-22-16,0-4-8 15,0-4-12-15,0-4 0 16,0 0-63-16,0-10-110 16,0-3-269-16</inkml:trace>
  <inkml:trace contextRef="#ctx0" brushRef="#br0" timeOffset="61746.38">6591 3347 736 0,'0'0'127'0,"0"0"-21"0,0 0-29 16,0 0-75-16,0 0-2 16,0 0-19-16,-6-6-21 15,9 13-118-15,3-3-202 16</inkml:trace>
  <inkml:trace contextRef="#ctx0" brushRef="#br0" timeOffset="64932.56">6803 3646 533 0,'0'0'124'16,"0"0"-98"-16,0 0 51 15,0 0-41-15,0 0-1 16,0 0 9-16,0 0-5 0,-15 17 4 16,14-17-5-16,1 0 1 15,0 0 2-15,0 0-4 16,0 0 6-16,0 0-7 16,0 0-3-16,0 0 0 15,0 0-2-15,0 0 4 16,1-4-15-16,11-9-7 15,1-2-12-15,-1-4 1 16,5-1-2-16,-4-2 1 16,-4-3-1-16,-3-1-6 15,-6 0 0-15,0 4 1 16,0 7 2-16,0 6 3 16,0 6 3-16,-6 3-3 0,3 0-7 15,0 0 0-15,0 10-10 16,1 10 16-16,2 6-1 15,0 1-3-15,6 5 3 16,13 0 2-16,4-1 2 16,1 0 0-16,0-4-2 15,-4-5 0-15,-4-3 1 16,-7-8 0-16,-5-2 1 16,-4-7 3-16,0 4 5 15,0-2 6-15,-7 2-1 16,-7-2 4-16,-5-3-11 0,1-1-6 15,2 0-2 1,-1 0-44-16,7-12-42 0,7-6-71 16,3-4-52-16,0 12-54 15,1-1-222-15</inkml:trace>
  <inkml:trace contextRef="#ctx0" brushRef="#br0" timeOffset="65235.45">7140 3324 792 0,'0'0'76'0,"0"0"2"16,0 0 31-16,0 0-59 16,0 0-7-16,0 0-3 15,6 31-21-15,-6 10 45 0,0 4-20 16,0 3-9-16,0-2 1 15,3-3-12-15,2-5-7 16,-2-5-4-16,2-5-4 16,0-5-2-16,-1-6-5 15,-1-7-1-15,-1-6-1 16,-1-3 0-16,1-1-2 16,-1 0-64-16,-1-10-77 15,0-1-90-15,0-2-221 0</inkml:trace>
  <inkml:trace contextRef="#ctx0" brushRef="#br0" timeOffset="66311.42">7128 3589 430 0,'0'0'189'15,"0"0"-107"-15,0 0 35 16,0 0-79-16,0 0-25 16,0 0-12-16,0 0 4 15,106-27 5-15,-66 24-4 16,5 0 2-16,-3-1-3 15,0-1 7-15,-4 0 1 16,-5-2 0-16,-6-1 7 0,-12 3 8 16,-3 0 0-1,-6 1-14-15,-6 1 10 0,0-2 23 16,0-1 16 0,-2 0-26-16,-9 1 8 0,-3 1-13 15,-1 2-15-15,-1 2-6 16,-2 0 9-16,1 0-17 15,-2 0-2-15,1 13 0 16,2 4-2-16,-2 7 0 16,3 2-1-16,3 0 1 15,3 5 0-15,9-1-4 16,0 2 5-16,0-3-1 16,0-4 1-16,16-1-3 15,-1-7 3-15,5-3 4 16,-1-7-4-16,2-6-1 0,3-1 1 15,-2 0 4 1,-1-17 1-16,0-7-4 0,-2-3 1 16,-2-5-2-16,-4 0 0 15,-1-2 0-15,-4 3 1 16,-2 1 0-16,-2 5 1 16,-3 6 2-16,-1 7 2 15,0 7 15-15,0 4 9 16,0 1-6-16,0 0-7 15,0 0-17-15,0 7-2 16,3 12-16-16,0 5 18 16,-1 4 5-16,4-1-4 15,2 1 0-15,0-4-1 16,1-3 1-16,-1-6 0 16,-2-3 0-16,0-8-1 0,-2-2 1 15,-4-2 2 1,5 0-3-16,-1 0 0 0,4-8 3 15,5-12 3-15,-4-2-1 16,3-3-5-16,0-2 1 16,-2 3-1-16,1 4 3 15,-1 3-3-15,-1 6 0 16,3 2 3-16,1 7-3 16,3 2-1-16,1 0 0 15,0 5-3-15,5 15-1 16,-3 4 5-16,-2 1 1 15,-1 5-1-15,-4-3 1 0,-4-3-4 16,-4-4 4 0,-4-6-2-16,0-6 0 0,0-3-2 15,0-4-1-15,0-1 6 16,0 0-2-16,0 0 8 16,-7-16-8-16,2-6-6 15,2-8 3-15,3-1-1 16,0-3 4-16,0 6-3 15,0 6 1-15,8 3 0 16,4 6 0-16,-2 6 1 16,1 4 1-16,-1 3-2 15,2 0-3-15,-1 6-4 0,3 14 3 16,-3 3 6-16,-1 3 5 16,-2 7-4-16,-7 2-1 15,-1 1 1-15,0 0-1 16,0-5 2-16,0-6-2 15,0-5-4-15,5-8-30 16,9-7-27-16,6-5-44 16,7 0-35-16,-18-4-72 15,6-7-208-15</inkml:trace>
  <inkml:trace contextRef="#ctx0" brushRef="#br0" timeOffset="66845.57">8365 3549 250 0,'0'0'418'0,"0"0"-317"16,0 0 10 0,0 0-12-16,15-72-18 0,-15 70-8 15,-5 2 4-15,-7 0-16 16,-7 13-18-16,0 9-38 16,1 5-5-16,0 4 2 15,6 2-1-15,2 0 0 16,5 0-1-16,5 0 5 15,0 1-1-15,0-1-2 16,18-4 7-16,0-8 2 16,6-6 6-16,-2-6-13 15,5-7 1-15,1-2 0 0,5 0 5 16,0-15 1-16,0-10 3 16,-2-8-5-16,2-3-2 15,-5-4-6-15,-6-1 1 16,-6 2-1-16,-7 2 1 15,-5 9-1-15,-4 9-1 16,0 9 2-16,0 9 0 16,-13 1-2-16,-4 0-3 15,-5 20 0-15,-1 7 4 16,5 2-2-16,2 7 0 16,10-3 0-16,4-2 0 15,2-1 1-15,2-6 0 16,22-2 1-16,9-3 2 15,10-6-2-15,9-8 8 16,5-5 10-16,-2 0-10 0,0 0-2 16,-4-10-5-16,-11-1 0 15,-7 0-2-15,-9-2-6 16,-6 2-16-16,-6 1-62 16,-12 7-69-16,0 2-150 15</inkml:trace>
  <inkml:trace contextRef="#ctx0" brushRef="#br0" timeOffset="71503.83">10170 3447 29 0,'0'0'604'0,"0"0"-520"0,0 0 19 16,0 0 23-16,0 0-41 16,0 0-8-16,0 0-22 15,0 0-17-15,21-30 1 16,-21 53-28-16,0 7-11 15,3 5 35-15,0 0-14 16,-1-1-3-16,-1-3-10 16,1-4-2-16,-2-4 1 15,1-5-4-15,-1-9-1 16,0-3-1-16,2-4 1 16,-1-2-2-16,-1 0-3 0,2-8-50 15,-2-15-63-15,0-10-46 16,0-2-95-16,0 19-107 15</inkml:trace>
  <inkml:trace contextRef="#ctx0" brushRef="#br0" timeOffset="71613.92">10170 3447 267 0,'-1'-117'134'15,"-4"99"1"-15,1 6-19 16,-1 3-36-16,4 4-33 16,-1 3-21-16,2 0-26 15,0 2-67-15,0 0-94 0,0 0-183 16</inkml:trace>
  <inkml:trace contextRef="#ctx0" brushRef="#br0" timeOffset="72092.57">10379 3470 329 0,'0'0'121'0,"0"0"-9"16,0 0 19-16,0 0-40 15,0 0-20-15,0 0 13 16,28 11-1-16,-22-15 2 16,5-7-5-16,-1-4 0 15,-4-2-28-15,0 0-16 16,-6-1-5-16,0 0-9 0,0 2-3 16,0 6-1-1,-6 5-12-15,-4 3 6 0,-2 2-12 16,-2 0-8-16,0 4 8 15,0 15 1-15,5 4-1 16,2 2-1-16,4 3 0 16,3 0-7-16,0 2 3 15,8 0 4-15,12-1 1 16,2-1 0-16,2-1 5 16,-1-3-2-16,-7-4 1 15,-4-8-4-15,-9-3 1 16,-3-3-3-16,0 1 1 15,-6 1 1-15,-15-1 7 0,-6-1 2 16,-3-3-3-16,-1-3-6 16,6 0-3-16,2 0-18 15,10 0-10-15,4-10-35 16,8-9-88-16,1 8-14 16,0 0-193-16</inkml:trace>
  <inkml:trace contextRef="#ctx0" brushRef="#br0" timeOffset="72894.22">11312 3374 741 0,'0'0'97'0,"0"0"-55"16,0 0 59-16,0 0-66 16,0 0-21-16,0 0-6 15,80-54 9-15,-50 54 0 16,3 4 8-16,-2 19-1 15,0 8 4-15,-2 8-1 16,-7 7-7-16,-7-3 6 16,-6 1-16-16,-5-6-2 15,-4-4-5-15,0-8-2 16,0-8 1-16,-2-9 0 16,-4-6 2-16,1-3 17 15,2 0-1-15,-3-3 5 16,0-16 25-16,-3-8-41 15,2-6 5-15,4-3 6 0,3-7-3 16,0-1-1 0,0 0-1-16,7 4-4 0,5 8-8 15,0 8-2-15,-4 10 1 16,-2 5-4-16,4 6 1 16,2 3-4-16,6 0-15 15,1 6-61-15,5 15-47 16,3 5-18-16,0 1-45 15,-18-16-59-15,1-3-79 16</inkml:trace>
  <inkml:trace contextRef="#ctx0" brushRef="#br0" timeOffset="73475.41">11908 3478 158 0,'0'0'151'0,"0"0"-32"16,0 0 42-16,0 0-42 0,0 0-16 15,0 0-38-15,58-44 17 16,-58 27-16-16,0 2 5 15,0 2-5-15,0 2-8 16,-8 4 0-16,-3 3-14 16,2 1-10-16,-3 3-7 15,-3 0-20-15,-1 0-5 16,-2 4 2-16,-6 13-4 16,5 5-1-16,1 5-5 15,0 3 6-15,6-1-1 16,3 1-3-16,6-3 1 0,3-2 1 15,0-4 0-15,2 1-1 16,11-6 2-16,2-4 2 16,7-3 1-16,-1-7-1 15,2 0-1-15,0-2 2 16,1 0 0-16,0-11 3 16,-4-9-5-16,0-3-1 15,-3-2-5-15,-4-3 2 16,-4-4-2-16,0-3 1 15,-8-1 4-15,-1 1 1 0,0 9 4 16,0 9-4 0,0 8 2-16,0 7 1 15,0 2 11-15,0 0 9 16,0 0-23-16,0 18-11 0,-5 9-6 16,0 8 17-16,4 0 1 15,1 2 2-15,0-4-3 16,0-4 3-16,0-4 0 15,8-3 0-15,3-4-3 16,6-4 2-16,0-4-1 16,1-5-1-16,0-5-2 15,3 0-2-15,0 0-68 16,-3-13-55-16,1-8-25 16,-1-4-42-16,-15 12-74 15,-1 1-139-15</inkml:trace>
  <inkml:trace contextRef="#ctx0" brushRef="#br0" timeOffset="73758.72">12274 3275 360 0,'0'0'290'15,"0"0"-243"-15,0 0 108 16,0 0-45-16,0 0-23 16,0 0-21-16,0 0-26 15,6-29-15-15,-6 55-22 16,0 7 45-16,0 3 4 15,0 4-19-15,0 0-8 16,0 0-7-16,4-3 4 16,2-2-1-16,2-4-6 15,0-7-5-15,0-4-6 16,3-4 2-16,-4-6-5 16,3-5-1-16,-2-2-1 0,1-3 0 15,3 0-52 1,-2-13-67-16,-8 2-81 0,-2-2-208 15</inkml:trace>
  <inkml:trace contextRef="#ctx0" brushRef="#br0" timeOffset="74741.48">12277 3468 488 0,'0'0'333'0,"0"0"-319"16,0 0 45-16,0 0-20 0,0 0-7 15,0 0 1 1,43-2 22-16,-15 2-24 0,2 0-4 16,3 1-7-16,1-1 4 15,2 0-1-15,-3 0-7 16,-3 0-8-16,-5-8 2 16,-4-1-8-16,-3 0 5 15,-3-1-1-15,-5 0-1 16,-5-2 0-16,1-1 9 15,-6 2 2-15,0-3 1 16,0 3-5-16,0 2-8 16,-12 3 4-16,0 4-1 0,-4 2 26 15,-3 0-31-15,2 0 5 16,-4 14-7-16,4 6-2 16,4 2-2-16,4 3 1 15,5 4-1-15,4-1-1 16,0-2 5-16,0-1 0 15,12-4-1-15,5-3 1 16,6-2 0-16,1-4-4 16,4-5-20-16,0-4-59 15,4-3-4-15,-1 0 0 16,8 0 15-16,1-11-6 16,2-5 30-16,2-3 42 15,-3-4 5-15,-5-4-127 16,-3-1 106-16,-8-3 1 15,-7 1-3-15,-14 4 24 0,-4 6 13 16,0 6 49-16,-6 5 30 16,-12 5-2-16,-1 4 2 15,-2 0-26-15,-1 0-53 16,1 10-9-16,3 10 3 16,-1 2-7-16,3 8-5 15,2 1 4-15,2 1 1 16,3-1 2-16,6-2-2 15,3-5 0-15,0-5 2 16,0-4 1-16,6-5 1 16,6-6 5-16,3-4-2 15,3 0 9-15,2 0 21 16,0-17-6-16,2-6-20 16,2-5 3-16,4-5 8 15,-1-6-16-15,-1-6-3 0,-8-7 3 16,-8-6-2-16,-3-6 2 15,-7 4-1-15,0 9 2 16,0 14-3-16,-1 17 54 16,-14 12-25-16,1 8 5 15,-2 0-15-15,-6 11-22 16,2 22-2-16,0 9-3 16,0 7 1-16,7 5 1 15,5-2 1-15,5-1 1 16,3-3 0-16,0-6-2 0,11 0 1 15,8-6 1 1,7-7 3-16,0-5 2 0,4-5 2 16,9-5-6-16,-2-5 3 15,2-2-3-15,-2-5 1 16,-10-2 1-16,-5 0 0 16,-5 0-3-16,-2-8-41 15,-3-5-105-15,-12 5-182 16,0 1-556-16</inkml:trace>
  <inkml:trace contextRef="#ctx0" brushRef="#br0" timeOffset="76891.24">14731 3296 606 0,'0'0'67'16,"0"0"-21"-16,52-87 66 16,-41 48-44-16,-4-6-13 15,-7-7 10-15,0-6-24 16,0 5-3-16,-13 7-16 15,-2 14-1-15,-3 12 17 16,4 9 7-16,3 8-5 16,5 3-21-16,3 0 2 0,-5 0-17 15,-5 20-4-15,-4 14-5 16,-2 14 5 0,5 8 2-16,1 10 0 0,6 8-2 15,2 3 5-15,5 7-2 16,0 1 13-16,0-2-5 15,3-1-2-15,5-6 8 16,2-4 9-16,-3-10-2 16,-2-7-4-16,-2-12-7 15,-2-11-2-15,-1-11-1 16,0-7-9-16,0-7 0 16,0-5 0-16,0 0-1 15,-7-2 5-15,-14-3-5 0,-7-19-18 16,-7-11-81-16,22 12-140 15,-2-2-153-15</inkml:trace>
  <inkml:trace contextRef="#ctx0" brushRef="#br0" timeOffset="77657.14">14328 3509 573 0,'0'0'212'0,"0"0"-195"16,0 0 22-16,0 0-13 15,0 0 5-15,110-49-4 16,-63 40 20-16,5 1-7 16,5-2 1-16,1 0-4 0,1 0-12 15,-2 0 0 1,-9-1-2-16,-7 3-20 0,-10 1 4 16,-9 2 0-16,-10 1-7 15,-6 3 6-15,-5-1-1 16,-1 2 8-16,0 0 36 15,0 0 7-15,0 0-14 16,0 0-11-16,0 0-10 16,0 0-2-16,0 0-19 15,0 2-3-15,-1 12-10 16,-5 3 11-16,0 6 2 16,5 2 2-16,1-1-2 15,0-1-1-15,0-4 0 16,10-1 1-16,3-3 0 15,4-5 4-15,-2-2 0 0,-1-5-3 16,-3-2 0-16,-2-1 1 16,-1 0 0-16,-4-3 3 15,-3-9-2-15,-1-5-3 16,0-3-5-16,-5-2-11 16,-14 0-12-16,-1 1 1 15,3 4-3-15,1 3 16 16,7 4 11-16,6 3 3 15,1 3 2-15,2-3 0 16,0-2 8-16,11-2 4 16,14-2-14-16,6 3-2 15,5 2 0-15,3 5 2 0,0 3 4 16,-2 0 0-16,-4 6 2 16,-3 13 4-16,-6 7-3 15,-8 2-1-15,-7 3-5 16,-3-1 2-16,-6-4-1 15,0-3 3-15,0-9-5 16,0-5 1-16,-4-5-3 16,2-4-2-16,-1 0 4 15,0 0 25-15,-3-10-9 16,0-10-14-16,0-4-2 16,5-5 0-16,1-2 3 15,0-1-3-15,0 3 0 0,12 5-2 16,4 4-2-16,5 6-12 15,4 1-41 1,4 2-46-16,-19 11-75 0,2 0-147 16</inkml:trace>
  <inkml:trace contextRef="#ctx0" brushRef="#br0" timeOffset="78526.35">16353 3241 654 0,'0'0'191'0,"0"0"-170"16,0 0 78-16,0 0-29 15,80-65-24-15,-59 62-3 16,3 3-1-16,0 0-6 16,-2 0-2-16,1 20-12 15,1 10 7-15,-5 5-6 16,-6 5-1-16,-3 5-8 0,-9-1-2 16,-1-1-9-16,0-2-3 15,-17-5 3-15,-11 0-3 16,-6-5 2-16,-4-6 12 15,-2-3-11-15,3-9-3 16,4-8-15-16,5-5-12 16,6 0-1-16,5-11-12 15,2-11 12-15,8-2-1 16,2-2 5-16,5-4 6 16,0 2 15-16,0 3 3 15,5 5 7-15,8 4-3 0,0 6 6 16,5 4 2-1,-1 4-3-15,5 2 4 16,-1 0 4-16,3 5 9 0,-2 15 3 16,-1 4-11-16,0 3-1 15,-5 3 0-15,-3 0-10 16,0-3 0-16,-6-1-7 16,1-2 3-16,0-7-2 15,0-3-1-15,3-6-1 16,-2-4-13-16,5-4-89 15,2 0-58-15,-9-7-64 16,-3-5-236-16</inkml:trace>
  <inkml:trace contextRef="#ctx0" brushRef="#br0" timeOffset="79060">16743 3249 915 0,'0'0'39'16,"0"0"16"-16,0 0-19 15,0 0-4-15,94-33 12 16,-72 33-6-16,-2 0-9 16,-2 9-3-16,-4 12-11 15,-7 7-3-15,-5 1-5 16,-2 3-3-16,-5 4 0 0,-17-2 3 15,-8-2-7-15,-3-6 0 16,5-8-12-16,5-7-5 16,9-7-20-16,8-2 34 15,4-2 5-15,2 0-2 16,0 0 14-16,0-3-8 16,5-8 1-16,11-2-7 15,2 2-1-15,7 1 1 16,2 3 3-16,0 5 1 15,0 2 3-15,-4 0 6 16,-3 0 4-16,1 15-4 16,-6 2 3-16,-2 1 5 15,-5 4-2-15,-8 1-6 0,0 1-6 16,0-2 1 0,-14 0 1-16,-8-4 8 0,-5-2-15 15,-3-5 9-15,0-3 3 16,1-5-9-16,3-3 1 15,5 0-6-15,5-1-13 16,7-13-40-16,7-2-54 16,2-1-72-16,0 10-33 15,9-2-169-15</inkml:trace>
  <inkml:trace contextRef="#ctx0" brushRef="#br0" timeOffset="79532.07">17175 3333 774 0,'0'0'129'16,"0"0"-67"-16,0 0 63 16,0 0-60-16,0 0-23 15,0 0-20-15,13 4-22 16,-22 16 0-16,2 5 3 15,0 2 0-15,2 3-3 16,3 1 0-16,2-2 0 16,0-3 0-16,0 1 1 0,2-6-2 15,11-3-1 1,2-4-2-16,4-7 2 0,1-4-6 16,1-3 8-16,0 0 3 15,-2 0-1-15,1-10 2 16,-4-4 2-16,0-4 2 15,-3-2 3-15,-5-4 18 16,0-3 12-16,-5-5-5 16,-3-1 9-16,0-1-19 15,0 8-4-15,-12 4-2 16,-6 7-11-16,0 6-5 16,-1 2-4-16,-2 4 0 15,0 3-4-15,-2 0-8 16,4 0 6-16,2 9-36 0,6 4-30 15,6-2-72-15,5-1-43 16,0-9-120-16,0-1-258 16</inkml:trace>
  <inkml:trace contextRef="#ctx0" brushRef="#br0" timeOffset="80059.11">17548 3289 905 0,'0'0'62'16,"0"0"16"-16,0 0 31 15,0 0-65-15,0 0 0 16,0 0 11-16,0 0-15 15,6-10-3-15,-6 10-18 16,0 0-4-16,4 7-15 16,7 14-1-16,4 12 1 15,0 7 9-15,-2 6 1 16,1 2-4-16,0 1-1 16,1-1-5-16,3-3 1 15,-1-6 8-15,-3-10-5 16,-6-9 1-16,-4-10-5 0,-2-9 1 15,-2-1-1-15,0 0 4 16,2 0 1-16,3-13 19 16,3-14-3-16,1-9 11 15,5-5-24-15,-1-4-8 16,2-8 3-16,-1-4 3 16,-1-5 3-16,1 5-8 15,-6 12 0-15,-1 15 0 16,-2 16-2-16,-5 9 1 15,1 5-4-15,-1 0-13 16,3 0-11-16,1 5-37 16,1 11-117-16,-2-6-84 15,-3-2-93-15</inkml:trace>
  <inkml:trace contextRef="#ctx0" brushRef="#br0" timeOffset="83189.05">19111 3487 227 0,'0'0'205'0,"0"0"-164"15,0 0 111 1,0 0-37-16,0 0-26 0,0 0-3 15,0 0-18-15,45-80-5 16,-45 65-19-16,0 0-11 16,-1-2-10-16,-10 0 1 15,-2-1-7-15,1 3-4 16,-3 4 4-16,1 6-2 16,0 0 5-16,0 5-13 15,-2 0 11-15,-1 0-9 16,0 6-9-16,-2 9-1 15,2 5 1-15,3 4-1 16,1 6-1-16,5 0 0 16,4 5-1-16,4-3 3 15,0-3 1-15,0-6-1 0,1-6-1 16,10-5-2-16,4-6 3 16,-3-1 0-16,4-5-4 15,2 0 4-15,1-2 0 16,3-14 7-16,0-6 2 15,-5-4-5-15,-3-1 0 16,-4-3 1-16,-5 3-5 16,-4 0 8-16,-1 6-2 15,0 6-5-15,0 6 7 16,0 6 5-16,0 3 7 16,0 0 6-16,0 0-23 15,0 4-3-15,0 15-16 16,0 9 10-16,0 6 5 0,0 0 2 15,2-2-1-15,8-4 1 16,2-5-1-16,2-7 1 16,0-5 2-16,-3-6-3 15,-4-2 0-15,1-3 0 16,1 0 0-16,0-1 2 16,4-16 8-16,2-4 0 15,-3-6-6-15,3-5 2 16,-3-2-5-16,1 0 1 15,-1 4 3-15,-1 6-5 16,-1 9 1-16,-4 6 0 16,-3 6 8-16,-1 3 3 15,2 0-8-15,5 3-4 0,4 18-15 16,6 5 15-16,1 3 0 16,-1 1 0-16,0-2 4 15,-3-4-4-15,-7-4-1 16,-1-9 1-16,-1-4 0 15,-6-4 2-15,1-3-1 16,-1 0 0-16,1 0 1 16,-1 0 7-16,4-4-3 15,1-19 0-15,1-6 2 16,5-8-8-16,0-3-1 16,1 3 1-16,-1 4 2 15,-1 9-1-15,-2 10-1 0,-3 7 0 16,-3 6-1-1,-2 1 0-15,4 0-6 0,-2 15-5 16,3 10-10-16,4 8 22 16,-1 1 3-16,3-2-3 15,4 1-1-15,2-5 1 16,5-7-21-16,2-4-25 16,5-6-21-16,3-4-26 15,1-2-17-15,2-5-11 16,-1 0-12-16,-3 0-31 15,-6-9 76-15,-4-5 45 16,-6-5 43-16,-2-3 29 16,-4-2 31-16,-1-4 14 15,-3-2 11-15,-2-1-30 16,-4 0 10-16,0 4 16 0,0 5-12 16,0 8-27-16,-3 4 15 15,-7 5-1-15,-5 4-19 16,0 1-4-16,-4 0-33 15,-2 10 5-15,3 10-5 16,0 6 0-16,6 5-4 16,3 5 1-16,2-1 1 15,7-1 2-15,0-3 1 16,0-7-1-16,3-6-1 16,9-5 0-16,-2-6 1 15,-1-4 0-15,4-3 1 16,1 0 2-16,5 0 6 15,2-18 17-15,0-7 15 0,1-7-21 16,-1-6-10-16,-6-4-6 16,-3-8 2-16,-6-4-2 15,-3-8 0-15,-3-1 0 16,0 4 0-16,0 12-3 16,-3 16 0-16,-9 16 1 15,3 9 12-15,0 6 6 16,-4 0-20-16,-1 20-5 15,-2 15 3-15,1 10-1 16,6 6-5-16,3 4 8 16,6-3 0-16,0 3 0 15,0-4 2-15,15-5-5 0,2-1 5 16,3-11-3-16,1-5 2 16,-1-6 0-16,1-7 2 15,-2-4-2-15,-1-5 0 16,-2-3 1-16,-1-3-1 15,3-1 3-15,-1 0-4 16,0 0-15-16,1-1-57 16,-1-8-73-16,-16 4-96 15,1-1-327-15</inkml:trace>
  <inkml:trace contextRef="#ctx0" brushRef="#br0" timeOffset="96317.67">21303 3155 699 0,'0'0'65'16,"0"0"11"-16,0 0 49 16,0 0-42-16,0 0 9 15,0 0-14-15,0 0-13 16,-5-32-23-16,4 32-15 15,-2 0-11-15,0 0-16 16,-1 16-5-16,-4 13 0 16,1 5 5-16,-4 2 9 15,5 0-5-15,2-4-3 16,-1-3 2-16,4-4-1 16,-1-8 0-16,2-5-2 15,0-6 0-15,0-3-1 0,0-2 3 16,0-1-3-1,0 0 2-15,0 0 10 0,5 0-5 16,10-10-4-16,6-2 17 16,2-1-7-16,-2 4-12 15,-3 2 0-15,2 3 0 16,-2 3 0-16,2 1 0 16,3 0 0-16,-5 0 0 15,1 8 0-15,-1 9-2 16,-5 4 1-16,-2 4-2 15,-2 4 3-15,-9-1 2 16,0-3-1-16,0 1 2 16,-2-5-1-16,-13-1 11 0,-4-3-11 15,0-5 5-15,-2 0 11 16,-4-5-12-16,-2-3 12 16,-3 0-14-16,1-4 2 15,-2 0-2-15,4 0-3 16,2 0 1-16,4 0-4 15,7-7-3-15,3-4-20 16,8-3 0-16,3-5-38 16,0 0-78-16,6-3-14 15,11 4-43-15,-7 11-26 16,-2 1-120-16</inkml:trace>
  <inkml:trace contextRef="#ctx0" brushRef="#br0" timeOffset="96639.79">21336 3159 741 0,'0'0'118'0,"0"0"-27"16,0 0 41-16,0 0-69 0,0 0-15 15,0 0 5 1,10-36 0-16,13 24-22 0,6 0-17 16,4-1 9-16,5-2 1 15,2 3-5 1,-1 2-4-16,-7 0-7 0,-6 6-4 16,-10 1-2-16,-5 2-2 15,-6 1-2-15,-1 0-24 16,-3 0-60-16,-1 0-44 15,0 3-64-15,0 1-56 16</inkml:trace>
  <inkml:trace contextRef="#ctx0" brushRef="#br0" timeOffset="97501.97">21939 3182 768 0,'0'0'57'15,"0"0"84"-15,0 0-23 16,0 0-56-16,0 0 19 0,0 0-13 16,-9-10-21-1,9 10-14-15,-2 0-8 0,2 0-15 16,0 6-10-16,0 15-7 16,0 12 7-16,0 10 3 15,0 5 17-15,0 0-12 16,0 0 7-16,0-3-6 15,0-7-3-15,0-3 1 16,0-6-4-16,0-7-2 16,0-4 0-16,0-5-1 15,0-4 2-15,0-5-2 16,0-1 0-16,0-3-24 16,3 0-54-16,6-6-68 15,7-11-37-15,-2-8-5 16,4-5-45-16,-14 16-45 15,1-2-7-15</inkml:trace>
  <inkml:trace contextRef="#ctx0" brushRef="#br0" timeOffset="97938.82">22067 3371 11 0,'0'0'217'0,"0"0"-91"15,48-86 54-15,-39 73-55 16,-4 6-15-16,-2 3-6 16,-1 2-13-16,-2 2 0 15,0 0-22-15,0 0-12 16,0 0-8-16,-3 9-49 15,-12 11 11-15,-7 4-1 16,-4 1-6-16,-4 0-4 16,-1 1 8-16,3-5-8 0,4-4-5 15,5-7 0 1,5-5-4-16,8-2 5 0,3-3-1 16,3 0 5-16,0 0 3 15,0 0-3-15,0 0 1 16,0 0-1-16,6 0 19 15,9-3-1-15,3-1-6 16,0 1 0-16,3 3 3 16,1 0-2-16,-1 0 2 15,2 7-1-15,-1 9 0 16,0 2 0-16,-2 5-1 0,-3-1-8 16,-1 4 6-1,-2-2-7-15,-5-2-3 0,0 0 4 16,-1-7-5-1,-4-2 0-15,2-3-1 0,-3-7-41 16,2-3-42-16,2 0-39 16,2-5-79-16,-2-10 28 15,-5 4-83-15,-1 1-235 16</inkml:trace>
  <inkml:trace contextRef="#ctx0" brushRef="#br0" timeOffset="98501.03">22320 3396 577 0,'0'0'123'0,"0"0"28"0,0 0 8 16,0 0-55-1,0 0-9-15,0 0-7 0,5-41-39 16,-5 41-35-16,0 13-14 16,0 11-3-16,0 5 3 15,-2 3 5-15,1-3-3 16,1-4 5-16,0 0-5 15,0-8-1-15,0-4 0 16,0-7-1-16,1-4-6 16,9-2 6-16,6 0 0 15,0-3 1-15,7-14 13 16,-1-4-6-16,-2-5-8 16,-1 3 2-16,-3 2 0 15,-4 3 1-15,-6 7 0 0,-3 5-2 16,-3 5 2-16,0 1 18 15,0 0-7 1,0 0-14-16,0 14-10 0,2 12-4 16,2 3 14-16,3 2 4 15,2-2 0-15,4-3-3 16,1-2 0-16,3-8-1 16,-1-5-2-16,1-5 2 15,2-6 6-15,0 0-1 16,-1 0-1-16,0-10 10 15,-1-9 1-15,-4-3 4 16,-1-3-3-16,-6-4 7 16,-4-1-5-16,-2-2-8 15,0-3 0-15,-10 1-5 16,-9 0-5-16,1 3-3 0,-1 4 2 16,1 6-10-16,2 7-4 15,3 7-35-15,0 7-22 16,12 0-156-16,-2 0-178 15</inkml:trace>
  <inkml:trace contextRef="#ctx0" brushRef="#br0" timeOffset="102585.23">23728 3443 788 0,'0'0'69'16,"0"0"-52"-16,0 0 66 15,0 0-59-15,0 0 19 16,-5-85 13-16,-7 68-18 15,-3 1-1-15,0 4-2 16,-1 4-9-16,2 3 17 16,2 3-9-16,-6 2-15 15,-2 0-14-15,-1 5-1 16,-6 16-2-16,0 7-2 16,3 5-2-16,3 3-2 15,9 0 3-15,8-1 0 16,2-4-5-16,2-2 5 0,0-6 0 15,6-4 0-15,9-5 1 16,2-6-2-16,-1-5 2 16,1-3 0-16,2 0-1 15,4-10 1-15,0-12 10 16,4-6-1-16,-2-5-1 16,-4-1-5-16,-6-1 3 15,-3 2-1-15,-9 7 1 16,-3 8 17-16,0 6 14 15,0 9-7-15,0 3-8 16,0 0 7-16,0 0-29 16,0 0-2-16,0 15-10 15,-7 10-3-15,4 7 15 0,3 5 4 16,0 1-3-16,0-3-1 16,4-1 0-16,12-4 0 15,2-5 0-15,2-2 0 16,-1-8 1-16,1-4 2 15,-1-6-2-15,3-5-1 16,-2 0-3-16,1-17-27 16,-2-10-8-16,-2-5-31 15,-1-8-36-15,-6-2-17 16,-2-8-17-16,-3-2 16 16,-3-3 55-16,-2 4 50 0,0 6 18 15,0 12 38 1,0 10 34-16,0 7 38 0,0 8 9 15,0 5-25-15,0 2-14 16,-2 1 4-16,2 0-38 16,-2 0-30-16,2 0-16 15,-2 14 0-15,1 16-15 16,-1 15 15-16,1 8 6 16,1 2 27-16,0 0-15 15,0-6-4-15,1-2 4 16,11-5-12-16,2-6-3 15,0-2 2-15,2-9-5 16,1-4-1-16,-2-2 1 16,5-8 0-16,-2-3 0 15,-1-8-3-15,-1 0-41 0,-5-18-52 16,-11-1-99-16,0 1-162 16</inkml:trace>
  <inkml:trace contextRef="#ctx0" brushRef="#br0" timeOffset="102760.37">23985 3464 951 0,'0'0'42'15,"0"0"49"-15,0 0 9 16,0 0-81-16,0 0-4 16,0 0-15-16,0 0 4 15,60-31 11-15,-21 21-12 16,6-1-3-16,2-3-97 0,-29 8-131 15,-3 1-115-15</inkml:trace>
  <inkml:trace contextRef="#ctx0" brushRef="#br0" timeOffset="103502.19">25179 3409 796 0,'0'0'25'16,"0"0"18"-16,0 0 49 15,0 0-39-15,-30-78 18 16,14 67-30-16,2 0 2 0,-2 4-4 16,-1 4-5-16,0 3 8 15,-1 0-10-15,0 0-17 16,-3 11-2-16,0 10-13 15,3 8-3-15,0 3 3 16,5 3 1-16,2 5-1 16,6-5 0-16,3-1 0 15,2-3-1-15,0-6 2 16,7-5-2-16,7-7 2 16,-1-4-1-16,5-7 0 15,1-2 0-15,6 0 1 16,6-17 5-16,0-7 2 15,3-5-4-15,-5-5-4 16,-4-5-6-16,-4 0 1 0,-9-3 5 16,-2 4 0-16,-5 11 3 15,-5 10 8-15,0 11 15 16,0 6 13-16,0 0-3 16,0 0-36-16,-9 17-4 15,-4 12-5-15,0 6 6 16,5 1 3-16,5 1 0 15,3-3-1-15,0-3 2 16,4-1-2-16,14-7-1 16,4-4 2-16,2-5 5 15,3-5 0-15,2-6 0 16,-1-3-4-16,-1 0 7 16,-2-5-3-16,-6-9-4 15,-4-3-1-15,-1-1-30 0,-10-1-79 16,-4 13-111-16,0-3-265 15</inkml:trace>
  <inkml:trace contextRef="#ctx0" brushRef="#br0" timeOffset="104303.13">26147 3539 685 0,'0'0'192'0,"0"0"-189"15,0 0 58-15,0 0-12 16,0 0-5-16,0 0-7 16,0 0-7-16,21 4 28 15,0-10 5-15,8-11-15 16,5-5 18-16,1-8-20 0,0-5-31 15,-2-3-10 1,-8-5 1-16,-7 1-3 0,-9 1 0 16,-9 10 1-1,0 9 1-15,0 11-5 0,-10 6-1 16,-4 5 0-16,-2 0-3 16,1 9 4-16,1 12-1 15,7 5-1-15,5 7-5 16,2 3 1-16,5 4 1 15,22 0 5-15,6-4 0 16,1 0 1-16,0-6-1 16,-5-5 2-16,-9-5 1 15,-8-10 2-15,-9-5 0 16,-3-2 5-16,0-3-4 16,0 1 9-16,0 2-3 15,-4 1-4-15,-14 3-4 16,-5 0 1-16,-6 2 8 0,0-6-13 15,7-1-2-15,4-2-35 16,8 0-47-16,10 0-70 16,0-7 21-16,3-1-186 15,10-3-139-15</inkml:trace>
  <inkml:trace contextRef="#ctx0" brushRef="#br0" timeOffset="104614.88">26616 3327 592 0,'0'0'137'0,"0"0"20"16,0 0 8 0,0 0-61-16,0 0-24 0,0 0-28 15,13-6-42-15,-13 42-3 16,-4 13 10-16,-4 6 13 16,4 9 7-16,-1 9 4 15,2 7-22-15,3 11-6 16,0-1 2-16,0-4-5 15,2-7 0-15,8-12 8 16,-1-12-13-16,-6-14-2 16,0-15-2-16,-3-7-1 15,0-11 1-15,0-4 0 16,0-4-1-16,0 0-1 16,0-14-30-16,0-20-60 15,0-16-122-15,-3 21-111 16,-4-1-443-16</inkml:trace>
  <inkml:trace contextRef="#ctx0" brushRef="#br0" timeOffset="104882.3">26598 3512 824 0,'0'0'45'0,"19"-73"31"16,2 57-5-16,6 2-16 15,3 4 1-15,1 5 17 16,-1 5-21-16,-3 0-5 15,-6 6-15-15,-3 15-20 16,-9 4-5-16,-3 0-2 0,-6 2-2 16,0 1 2-16,-9 1-4 15,-15-3 8-15,-4-2 2 16,-4-5-11-16,7-9 8 16,2-8-5-16,7-2-3 15,12 0-42-15,4-10-80 16,0-7-67-16,6 7-176 15,7 2-198-15</inkml:trace>
  <inkml:trace contextRef="#ctx0" brushRef="#br0" timeOffset="105550.08">26913 3546 503 0,'0'0'121'16,"0"0"23"-16,101-21-5 15,-66 11-28-15,1-6-27 0,-1 2-52 16,-5-1-16-16,-8-4 1 15,-5 2-9-15,-8-4-7 16,-6-1 6-16,-3-1 0 16,0 3 0-16,0 3-3 15,-9 5 14-15,-3 3 0 16,-5 4-7-16,4 3 7 16,-2 2-7-16,3 0-8 15,-3 2-2-15,-1 12 17 16,1 5-18-16,3 5-5 15,3 3 4-15,3 3 1 0,3 1 1 16,3 0 7 0,0-2-8-16,0 1 7 0,12-3-4 15,3-3 3-15,4-6-4 16,2-1 4-16,5-5-6 16,0-7 9-16,3-3-6 15,4-2-2-15,1 0 4 16,2-11-2-16,1-8 3 15,-4-2-2-15,-4-3 1 16,0-4-3-16,-7-2 2 16,-1-2 0-16,-7-1-1 15,-6 0 0-15,-8 4 1 16,0 5-1-16,0 6-1 16,-7 6-2-16,-2 5 0 0,0 4 0 15,0 2 1-15,-3 1-1 16,0 0-6-1,-2 8 6-15,1 11 0 0,3 2 0 16,1 3-2-16,3 1 2 16,5 1 3-16,1-2-1 15,0-2 3-15,0 1 0 16,7-5-1-16,8-1-2 16,2-1 2-16,2-5 0 15,3-3-2-15,2-2 0 16,5-3 1-16,2-3-3 15,2 0-33-15,-2 0-52 16,3-6-58-16,-1-5-23 0,0-3-51 16,-24 7-39-1,-3 0-48-15</inkml:trace>
  <inkml:trace contextRef="#ctx0" brushRef="#br0" timeOffset="106097.67">27832 3478 285 0,'0'0'123'0,"0"0"61"15,0 0-48-15,64-86-36 16,-58 66 3-16,-3 2 1 15,-2 4-9-15,-1 4-23 16,0 3 13-16,0 3-15 16,-4 2-44-16,-14 2-11 15,-3 0-15-15,-4 0 0 16,-1 11 0-16,3 9 0 16,0 6 0-16,4 3-7 0,4 2 5 15,6 1 0 1,7-3 1-16,2 1 0 0,0-5-2 15,0-4 2-15,14-4 0 16,1-6-3-16,4-1 4 16,4-5 6-16,5-5-1 15,2 0 7-15,0-5-1 16,-1-17-5-16,0-6 2 16,-4-5-2-16,-3-8-2 15,-5-7-1-15,-4-7-1 16,-8-10 3-16,-5-3-5 15,0 5 0-15,0 8-1 16,-13 14 2-16,-1 14-2 16,2 12 3-16,3 9 6 0,3 5 9 15,-2 1-17-15,-3 7-2 16,-3 18-7-16,-3 11 8 16,3 7 1-16,3 5 0 15,4 6 0-15,7 1 1 16,0 1-1-16,0-2 0 15,10-5 5-15,8-5 5 16,2-6-1-16,2-4-5 16,1-3-1-16,2-5-1 15,2-5-2-15,1-9 0 16,0-8-3-16,1-4-49 16,4-4-72-16,-24-11-121 0,1-2-277 15</inkml:trace>
  <inkml:trace contextRef="#ctx0" brushRef="#br0" timeOffset="107230.72">28899 3331 533 0,'0'0'340'16,"0"0"-332"-16,0 0 69 16,0 0-47-16,0 0-19 15,0 0 0-15,0 0 4 16,-80 49-2-16,70-24 1 16,3 3-2-16,2 0-2 15,5 2-7-15,0-4 2 16,0-1-2-16,8-5 1 15,8-2-1-15,2-4 11 0,4-4-14 16,-1-5 6 0,-1-5 6-16,0 0 13 0,1 0 0 15,-1-17-1-15,-1-2-9 16,-3-5-5-16,-5-2 5 16,-4-2-10-16,-4-3 7 15,-3-4 23-15,0-3 7 16,-1 1 1-16,-13 4-25 15,-2 8-14-15,-2 8 13 16,-1 6-10-16,-4 7-3 16,2 4-4-16,2 0 4 15,-2 5-1-15,6 14-3 16,2 3-3-16,5 6-3 16,5 5 0-16,3 1 0 15,0-2 6-15,10-1-2 16,10-6-1-16,7-5-4 0,6-4-10 15,3-9-23-15,7-4-17 16,0-3-10-16,2 0 25 16,0-14-13-16,-5-9-24 15,-6-2 16-15,-2-6 14 16,-5-5 15-16,-2-3 26 16,-6-5 8-16,-7 3 7 15,-4 4 6-15,-7 12 31 16,-1 8 23-16,0 10 18 15,0 3 15-15,0 4-11 16,-1 0-29-16,-4 0-24 0,-5 7-36 16,-3 17-5-1,-4 13 5-15,-1 6 5 0,4 8-2 16,0 8 5-16,2 6 15 16,4 13-1-16,7 7-7 15,1 8 10-15,0 1-14 16,9-6 23-16,6-6-20 15,-2-9-7-15,1-11 1 16,-6-12 1-16,-2-14-7 16,-3-12 1-16,-3-8-2 15,0-9-1-15,0-3 0 16,0-4-3-16,-3 0-26 16,-14-21-27-16,-9-16-177 15,13 13-143-15,1-1-501 16</inkml:trace>
  <inkml:trace contextRef="#ctx0" brushRef="#br0" timeOffset="107392.45">29054 3859 852 0,'0'0'71'15,"0"0"64"-15,0 0-41 16,0 0-77-16,79-82 17 16,-29 65 19-16,7-1-24 15,12-2-16-15,2-4-8 16,4 0-5-16,-4 2-40 15,-9-5-105-15,-50 18-160 0,-8 1-286 16</inkml:trace>
  <inkml:trace contextRef="#ctx0" brushRef="#br0" timeOffset="108975.18">30316 3248 553 0,'0'0'132'15,"0"0"-43"-15,0 0 59 16,0 0-49-16,0 0-26 16,0 0-18-16,0 0-33 15,2-7-20-15,-2 30-2 16,0 8 15-16,0 4 7 16,0 5-1-16,0 0 0 15,0 1-2-15,0-1-3 16,0-5-1-16,0-2 0 15,0-5 1-15,0-6-7 16,0-5-3-16,0-2 1 16,0-7-6-16,0-1 2 0,0-4-3 15,0-3 1-15,0 0-1 16,0 0-1-16,0 0-64 16,4 0-70-16,-3 0-68 15,1-4-108-15</inkml:trace>
  <inkml:trace contextRef="#ctx0" brushRef="#br0" timeOffset="109529.79">30478 3350 630 0,'0'0'155'15,"0"0"-90"-15,0 0 50 16,0 0-35-16,33-75-22 16,-21 65-1-16,4 0-5 15,1 4-7-15,1 2-7 16,-3 4-16-16,1 0-4 16,-1 4-12-16,0 16-6 15,-4 7 0-15,-5 5 1 16,-6 4 0-16,0-2 1 15,-5-2 5-15,-10-2-6 16,-6-5 4-16,-1-4-5 0,2-5 0 16,-2-5-11-1,7-5 5-15,5-3 1 0,4-3 5 16,3 0 2-16,1 0 2 16,2 0 2-16,0 0 0 15,0 0-2-15,0 0-4 16,0 0 9-16,0-3 13 15,0 0-12-15,0 0-5 16,5 0 0-16,4 3-1 16,4 0 1-16,4 0-3 15,0 5-2-15,-2 10-3 16,3 3 3-16,-3 5 0 16,1 0 2-16,0-1-2 15,-2-1-1-15,1-5-25 0,6-4-34 16,1-6-49-16,0-6-69 15,1 0-33-15,-18 0-41 16,-2-7-242-16</inkml:trace>
  <inkml:trace contextRef="#ctx0" brushRef="#br0" timeOffset="110033.25">30925 3375 618 0,'0'0'113'0,"0"0"-3"16,0 0 40 0,0 0-56-16,0 0-21 0,0 0-18 15,1-40-14-15,-1 40-21 16,-6 5-20-16,-5 10-10 16,-2 8 10-16,1 4 8 15,3 1-8-15,4 2 1 16,1-1 0-16,4-1 0 15,0-1-1-15,0-3 1 16,7-1-2-16,6-5 0 16,-1-5 0-16,2-3 0 15,2-6-3-15,1-4 4 16,0 0 4-16,1 0 1 16,1-11-2-16,-2-5 4 0,-3-2-1 15,-2-6-3-15,-4-1 3 16,-3-4 1-16,-2 1 15 15,-3-1 6-15,0-1 4 16,0 4-13-16,-2 5 3 16,-9 6-10-16,-2 3-5 15,-2 5-6-15,-2 2-1 16,0 2-3-16,-1 1-1 16,3 2 4-16,0 0-12 15,6 0-16-15,2 7-16 16,2 6-18-16,5 0-45 15,0 0-38-15,0-2-51 16,6-8-95-16,2-2-269 16</inkml:trace>
  <inkml:trace contextRef="#ctx0" brushRef="#br0" timeOffset="110501.17">31251 3361 859 0,'0'0'72'0,"0"0"30"15,0 0-15-15,0 0-54 16,0 0-30-16,0 0 2 0,-22 31-3 16,11-7-1-1,1 4-1-15,4-1 0 0,5 1 0 16,1-1 0-16,0-1 0 15,0-4-4-15,9-2 3 16,5-3-3-16,3-7 4 16,4-5-3-16,1-5 3 15,2 0 3-15,0-1 0 16,0-13 0-16,-3-5 5 16,-5 0-3-16,-3-5 4 15,-4 0 5-15,-4-3 8 16,-5-3 16-16,0 1 11 15,0-1-3-15,-8 2-12 16,-8 5-1-16,-2 5-12 0,-3 5-13 16,-2 5-6-16,-3 3-2 15,0 5-1-15,1 0-2 16,3 0 4-16,2 6-2 16,6 5-29-16,6 3-38 15,7 2-32-15,1-2-37 16,0-9-49-16,4-3-145 15</inkml:trace>
  <inkml:trace contextRef="#ctx0" brushRef="#br0" timeOffset="110986.17">31581 3334 702 0,'0'0'201'16,"0"0"-165"-16,0 0 43 15,0 0-65-15,0 0-7 16,0 0 21-16,97-21 1 15,-77 22 4-15,-1 13 4 16,-4 8-13-16,-2 5-12 0,-5 2 4 16,-8 4-8-16,0-1-4 15,0-1 1-15,-3-3 3 16,-12-3-8-16,1-10 0 16,4-5 5-16,1-6 0 15,5-4 0-15,0 0 6 16,3 0 5-16,1-9 18 15,0-10 0-15,0-8-12 16,0-4-6-16,0-3 9 16,5-1-17-16,8-2-5 15,0 3-2-15,2 7 0 16,-4 9-1-16,-2 7-8 0,-2 5-53 16,2 6-62-16,-2 0-56 15,-5 0-126-15,-2 0-297 16</inkml:trace>
  <inkml:trace contextRef="#ctx0" brushRef="#br0" timeOffset="111312.88">31961 3312 685 0,'0'0'160'0,"0"0"-120"15,0 0 48-15,0 0-57 16,-3 77 15-16,-1-39 11 0,-3 12 13 15,2 9-6-15,4 10-12 16,1 10-15-16,0 7-13 16,0-1 7-16,0-2-18 15,0-5-1-15,0-9-2 16,0-10-7-16,0-11 3 16,0-16-6-16,0-12 1 15,0-8 2-15,0-5-2 16,0-4 0-16,0-3 1 15,0 0-2-15,0-9-23 16,-2-19-57-16,-2-13-99 16,-6-11-43-16,5 25-8 15,0-3-264-15</inkml:trace>
  <inkml:trace contextRef="#ctx0" brushRef="#br0" timeOffset="111551.92">31899 3546 541 0,'0'0'102'15,"29"-76"13"-15,-2 57-34 16,3 4-38-16,3 3 12 16,-2 5 4-16,-1 6-2 15,-6 1 1-15,-4 0-15 16,-7 10-7-16,-3 8-14 16,-7 2-3-16,-3 3-11 15,0-1-2-15,-19-1 9 16,-8-1 3-16,-2-2-15 15,0-5 8-15,0-5-10 0,3-6-1 16,6-2-5-16,7 0-85 16,11-10-87-16,2-1-160 15</inkml:trace>
  <inkml:trace contextRef="#ctx0" brushRef="#br0" timeOffset="112279">32203 3413 898 0,'0'0'57'0,"0"0"-26"0,0 0 46 16,0 0-35-1,0 0-1-15,79 46-20 0,-69-27-5 16,-7 2-16-16,-1 0 6 15,-2 1-3-15,0-5-1 16,0-3 5-16,0-5-5 16,0-2 2-16,-3-2-7 15,1-5 6-15,0 0 9 16,2 0-2-16,-3-5-2 16,1-11 5-16,1-7-7 15,1-2-2-15,0-2-3 16,0 4 4-16,4 2-5 15,10 3 7-15,-1 3-3 16,3 3 1-16,0 2 0 0,1 5 3 16,0 3 7-16,1 2 6 15,1 0-6-15,-3 6-10 16,1 13-5-16,-5 3 0 16,-5 0 4-16,-4 1-3 15,-3-1 3-15,0-2-1 16,0-3-3-16,0-5 1 15,0-7-5-15,-1-2-1 16,-1-3 5-16,1 0 2 16,1 0 3-16,0-3-5 15,0-15-3-15,0-8-26 16,3-3-5-16,10-5 31 16,4-2-11-16,2 1 11 0,0 5-6 15,-2 6 0 1,-4 9 3-16,-5 7 6 15,-4 6 3-15,-4 2-2 0,0 0 6 16,0 10-7-16,0 14 3 16,0 6 3-16,2 3 3 15,-2 0-1-15,0-2-5 16,0-4 5-16,3-5-5 16,1-3 3-16,2-4-4 15,4-3 1-15,1-5-5 16,5-3 2-16,5-4-10 15,5 0-65-15,-3 0-63 16,-15-8-106-16,-5 1-500 0</inkml:trace>
  <inkml:trace contextRef="#ctx0" brushRef="#br0" timeOffset="112547.05">32852 3453 784 0,'0'0'96'16,"0"0"-8"-16,0 0-4 16,0 0-35-16,0 0 0 15,0 0-3-15,0 0-11 16,6-3-9-16,-6 3-4 16,0 0-11-16,0 0 4 15,0 0-1-15,0 0 3 0,0 0 6 16,0 0 2-16,0 0-9 15,0 0-10-15,0 0-6 16,0 0-30-16,-1 0-103 16,-1 0-172-16,1 0-426 15</inkml:trace>
  <inkml:trace contextRef="#ctx0" brushRef="#br0" timeOffset="115030.98">1681 5531 897 0,'0'0'104'0,"0"0"13"15,0 0-3-15,0 0-35 16,0 0-23-16,0 0-26 16,0 0-11-16,0-10-19 15,0 33 3-15,0 8-3 16,0 8 18-16,0 6 2 0,0 1-5 15,0-2 2 1,0-4-5-16,0-4-4 0,0-7-7 16,0-3 4-1,0-6-1-15,1-5-4 0,1-5 0 16,-2-4 0-16,3-5-1 16,-3-1 0-16,0 0 1 15,0 0-4-15,0 0-19 16,0-11-23-16,0-10-24 15,0-5-101-15,-10-3-39 16,4 15-37-16,-2-1-250 16</inkml:trace>
  <inkml:trace contextRef="#ctx0" brushRef="#br0" timeOffset="115211.07">1472 5471 675 0,'0'0'108'16,"0"0"-27"-16,-19-91 16 15,19 67-32-15,13 0-34 16,13 2-14-16,-1 1-10 16,5 2-2-16,0 6-5 15,-8 5-3-15,-3 8-53 16,-11 0-99-16,-8 5-48 16,0 11-167-16</inkml:trace>
  <inkml:trace contextRef="#ctx0" brushRef="#br0" timeOffset="115679.89">1514 5732 71 0,'-9'100'292'0,"9"-42"-154"16,0 5 2-16,12 0-40 15,18-4-14-15,7-3 96 16,8-18-87-16,5-11-79 16,6-13-13-16,2-13 1 15,3-1 6-15,-1-15-5 16,-11-22-5-16,-6-11-26 15,-10-11-51-15,-9-5-41 16,-5-2-23-16,-10-2-45 16,-9 0 54-16,0 2 132 15,0 9 79-15,-3 14 50 16,-7 16 24-16,4 13-50 16,0 10 31-16,3 4-21 15,3 0-43-15,-6 9-5 0,0 18-61 16,-4 12 4-16,2 9 10 15,2 7 0-15,3 6 6 16,3 7 6-16,0 10 4 16,0 5-5-16,0 3-1 15,0 5-10-15,9-2 1 16,-4-1-11-16,-1-1 2 16,-2-14 2-16,-2-11-9 15,0-14 0-15,0-11-1 16,-6-13-2-16,-5-10 0 15,2-10-1-15,-4-4-20 16,1-10-26-16,-3-19-48 16,3-11-177-16,7 15-26 15,1 1-167-15</inkml:trace>
  <inkml:trace contextRef="#ctx0" brushRef="#br0" timeOffset="115833.78">1897 6346 634 0,'0'0'146'0,"0"0"-19"16,-5-78 0-16,18 65-60 15,9-1-14-15,8-2-25 16,9 0-8-16,4-4-5 16,11-1-10-16,4-2-5 15,3-4-9-15,8 1-84 16,-2-3-49-16,-43 21-154 16,-5-1-221-16</inkml:trace>
  <inkml:trace contextRef="#ctx0" brushRef="#br0" timeOffset="117201.19">3012 5943 640 0,'0'0'238'16,"0"0"-236"-16,45-107 65 15,-29 62-25-15,-1-7-2 16,0-8-9-16,-3-6-1 16,-6-5-2-16,-3 3 0 0,1 5 31 15,-4 15-36 1,0 14 2-16,0 19 26 0,0 10 4 15,0 5-16-15,0 0-15 16,-7 0-22-16,-2 12-2 16,-5 13-8-16,-5 11 8 15,5 5 0-15,1 5 0 16,4 6 0-16,9 4 1 16,0 1-1-16,0 0 0 15,0-2 2-15,17-7-2 16,5-6-2-16,2-7-1 15,1-8 3-15,2-8-2 16,-6-8 2-16,4-8-1 0,2-3 2 16,0 0 7-16,0-20-5 15,-3-6 3-15,3-3-2 16,-2-8-2-16,-3-4 2 16,-1-8-3-16,-9-5-2 15,-6-5 1-15,-4 0 0 16,-2 5 0-16,0 12 2 15,0 10-1-15,-9 16 1 16,1 7 3-16,1 7-4 16,4 2 5-16,3 0-3 15,-8 0-3-15,1 18-11 16,-5 11 8-16,0 7 3 16,6 6-1-16,1 3 3 0,5 2-2 15,0 0 0-15,0-3 0 16,5-2 1-16,12-5 0 15,0-4 0-15,1-8 0 16,0-6-1-16,1-5-1 16,1-6 0-16,1-5 0 15,1-3 2-15,5 0 5 16,-3-1-6-16,3-15 1 16,1-2 1-16,-1-5-2 15,0-4 0-15,-5-7-3 16,-4-2-21-16,-3-5 18 15,-9 6 6-15,-3 5-7 16,-3 10 4-16,0 9 6 16,0 5-2-16,0 5 5 15,0 1 6-15,0 0-8 0,0 11-4 16,-6 12-9-16,0 7 9 16,0 0 2-16,5 4 0 15,1-4 0-15,0-2 0 16,0-2-1-16,7-4 2 15,11-2 0-15,10-3-2 16,2-6 6-16,0-10 5 16,3-1-9-16,-2 0 0 15,-1-16 0-15,-2-5 3 16,-7-5-6-16,0-4-7 16,-9-2-3-16,-3-3 1 15,-6 2 3-15,-3 2-4 0,0 9 3 16,0 7 7-16,-3 5 2 15,-6 8-2-15,1 2-1 16,-3 0 0-16,-3 9-5 16,1 16 4-16,1 3 2 15,1 3 1-15,1-1 5 16,10-2 2-16,0-3 2 16,0-4-4-16,0-2-1 15,3-4-3-15,13-3-1 16,1-4-1-16,10-4 3 15,6-4 2-15,1 0-2 16,6 0-3-16,-3-11-2 16,-5-3-48-16,-9 0-31 0,-9 0-52 15,-14 2-40 1,0 8-110-16,-3 0-415 0</inkml:trace>
  <inkml:trace contextRef="#ctx0" brushRef="#br0" timeOffset="117488.54">2973 5647 831 0,'0'0'20'0,"0"0"31"16,0 0 51-16,0 0-61 16,0 0-29-16,0 0-9 15,0 0 12-15,48-8 3 16,2 0-13-16,7-2-4 16,6-4-2-16,4 2-33 15,2-4-126-15,-47 11-33 16,-2-1-311-16</inkml:trace>
  <inkml:trace contextRef="#ctx0" brushRef="#br0" timeOffset="118444.56">5180 5786 325 0,'0'0'416'15,"0"0"-367"-15,0 0 58 16,0 0-19-16,0 0-36 16,64 74-16-16,-51-70-3 0,1-4 2 15,0 0 5-15,0 0 2 16,5-14 0-1,1-10-6-15,1-7-10 0,-1-5-17 16,0-7-6-16,-2-3 0 16,-9-3-3-16,-3 0-2 15,-6 1 2-15,0 5 3 16,-5 8 0-16,-8 14-1 16,0 12 3-16,2 7-5 15,2 2 2-15,-1 0-2 16,4 11-4-16,1 6 3 15,4 7-2-15,1 5 2 16,0 1 0-16,6 5 1 0,13 1 3 16,5 4 0-16,0-1 2 15,1-1 1-15,-4-4 4 16,0-6-2-16,-11-5 2 16,-5-7 2-16,-5-5-1 15,0-4-1-15,0-1-2 16,-14-2 2-16,-5 0 0 15,-2-3-7-15,0-1 0 16,0 0-3-16,5 0-27 16,10 0-34-16,3-5-75 15,3-2-51-15,0 1-98 16,6 0-110-16</inkml:trace>
  <inkml:trace contextRef="#ctx0" brushRef="#br0" timeOffset="119925.42">5799 5675 252 0,'0'0'127'16,"0"0"32"-16,0 0-2 15,0 0 9-15,76-75-60 16,-75 59-6-16,-1-3-27 16,0 1-11-16,-1-1-13 15,-14 4-17-15,-3 2-8 16,-1 5-5-16,-2 5-6 15,3 3-3-15,-3 0-4 16,4 0-3-16,-2 9 2 0,0 9-5 16,1 3 0-16,0 6 0 15,4 2 3-15,4 4-3 16,6 2 5-16,2 0-5 16,2-1-1-16,0-3 1 15,0-6 0-15,8-2 0 16,5-6-3-16,-1-5 3 15,1-7-2-15,1-5 1 16,-1 0 1-16,5 0 4 16,1-14 0-16,0-6 2 15,1-4-2-15,-2-2-4 16,-4-6-2-16,-5 1 1 16,-4 1 1-16,-2 4 3 15,-3 6-3-15,0 10 2 0,0 6 4 16,0 4 16-1,0 0 10-15,0 1-29 0,0 16-3 16,0 8 0-16,0 3 1 16,0 0 3-16,5 0-2 15,1-2 2-15,5-6-2 16,-3-1-1-16,1-5-1 16,2-5-1-16,-1-5 1 15,5-4-3-15,1 0-22 16,-2-4-25-16,4-13-27 15,-5-8-8-15,-2-2 22 16,-4-6 7-16,1-1 18 0,-4 3 11 16,-2 4 24-16,-1 7 3 15,1 6 17-15,1 6 27 16,-3 4 8-16,4 4-8 16,3 0-9-16,1 0-4 15,4 11-7-15,1 7 3 16,2 5 1-16,3 4-12 15,0 2 1-15,-3 1 17 16,-6-3-18-16,-3-1-9 16,-6-4-5-16,0-5 0 15,0-6 1-15,0-5-3 16,0-6 0-16,0 0 2 0,0 0 2 16,0-2 5-1,0-13-9-15,0-8-3 0,0-4-3 16,0-4 6-16,0 0-2 15,10 0 5-15,2 6-3 16,3 5 0-16,2 6 0 16,-1 7 0-16,-1 4 1 15,3 3-1-15,0 0 0 16,3 12 0-16,-2 11 2 16,-1 4-1-16,-5 3 6 15,-7 1-7-15,-4-1 1 16,-2-4-1-16,0-2 1 15,0-4 0-15,-8-6 0 16,1-5-1-16,1-8 0 0,6-1-2 16,-3 0 0-16,3-10 2 15,0-11-15-15,0-8-7 16,0-3 12-16,3-6 0 16,16-3 2-16,-2 2-4 15,1 3 11-15,1 11-5 16,-1 7 6-16,-2 8-1 15,-1 5-1-15,-4 5 2 16,2 0 0-16,-4 16 2 16,-1 10-2-16,-1 4 5 15,-6 6 2-15,1 0 1 0,1 1-4 16,0-1-1 0,6-4-2-16,3-5 16 0,0-6-13 15,0-6 0-15,4-5-1 16,-1-7-2-16,6-3 3 15,1 0-2-15,5-14 5 16,1-8-2-16,4-5-2 16,2-6 0-16,-1-5-3 15,-2-4 1-15,-2-5-1 16,-8 5-3-16,-8 5-2 16,-7 13 5-16,-6 10-1 15,0 11 3-15,-21 3 1 16,-10 7-3-16,0 17-9 15,-1 9 6-15,4 3 3 16,10 4-1-16,3-1 1 0,9 0-1 16,6-4 2-16,0-6-1 15,12-2 1-15,19-6 2 16,11-5 7-16,10-9 6 16,9-7-4-16,-1 0 3 15,-3-11-12-15,-5-8-1 16,-10 1-2-16,-2 0-1 15,-13 1-4-15,-6 1-17 16,-8 1-32-16,-7-1-67 16,-6 12-111-16,0 0-488 15</inkml:trace>
  <inkml:trace contextRef="#ctx0" brushRef="#br0" timeOffset="123744.53">8581 5578 320 0,'0'0'449'16,"0"0"-407"-16,0 0 52 0,0 0 10 16,0 0-20-1,17-86-6-15,-17 69-3 0,0 0-21 16,0-3-17-16,0-1-9 15,-14-3-8-15,-4 0-12 16,2 1-1-16,-5 5-2 16,3 6-1-16,3 5 7 15,-1 5-7-15,1 2 2 16,-1 0-6-16,-1 7 0 16,-2 14-2-16,-1 7 1 15,5 6 0-15,5 4 0 16,1 1 1-16,8-3 0 0,1-2-1 15,0-3-1-15,0-6 2 16,7-6 0-16,3-5-1 16,1-7-6-16,5-3 7 15,-1-4 4-15,3 0-4 16,3-1 2-16,-2-15-1 16,-1-7 8-16,-4 0-7 15,-3-4-1-15,0-2-1 16,-5 3 1-16,-1 2 1 15,-4 5 3-15,-1 7-5 16,0 7 3-16,0 5 5 16,0 0 9-16,0 0-9 15,0 16-8-15,0 10-11 0,0 6 10 16,0 2 2-16,2-3 0 16,11-3 1-16,2-3 0 15,3-3-2 1,-3-7-2-16,1-4 2 0,5-4 5 15,-3-4-5-15,1-3 1 16,-1 0-3-16,0-7 2 16,-3-14-12-16,0-6-5 15,-6-4 0-15,-3-1-6 16,1-4-6-16,-4 3 15 16,0 3 14-16,-1 9 0 15,-1 8 4-15,2 6-2 16,3 7 12-16,6 0-4 15,3 3-10-15,6 15 3 0,0 9-3 16,0 4 4 0,-2 4 3-16,-4 4-3 0,-3-2 0 15,-5 1-1-15,-4-5 0 16,-3-2-3-16,0-8 2 16,0-9 0-16,0-7 0 15,0-4-2-15,0-3 5 16,0 0 6-16,-4-4 0 15,-1-17 4-15,2-9-15 16,3-4 5-16,0-4 1 16,0-2-6-16,0 2 1 15,12 4-1-15,2 7 0 16,2 8 0-16,2 6 0 16,0 5-1-16,4 2-9 0,2 4-65 15,0 2-94-15,-15 0-149 16,-3 0-255-16</inkml:trace>
  <inkml:trace contextRef="#ctx0" brushRef="#br0" timeOffset="124515.34">9144 5489 321 0,'0'0'589'0,"0"0"-578"16,0 0 34-16,0 0 27 16,0 0-24-16,0 0 11 15,86-53-16-15,-68 53 8 16,0 3-9-16,-1 14-20 15,-1 6-11-15,-7 4 1 16,-3 2-6-16,-6 4 0 16,0-2-4-16,0-3 4 15,0-4-3-15,-11-7-3 16,2-6 2-16,2-5-4 16,3-6 7-16,-1 0-1 0,2 0 1 15,-3-12 6-15,3-11-11 16,3-6 2-16,0-4 3 15,0-3-5-15,0 2 2 16,12 2-2-16,7 5 5 16,2 4 0-16,2 10 0 15,-1 3 0-15,2 7-1 16,-3 3 3-16,1 0 1 16,-1 17-8-16,0 8-1 15,-5 4-1-15,-1 1 3 16,-6 1-1-16,-4-2 0 15,-5-7 3-15,0-2-1 16,0-7-1-16,0-6-1 0,0-4-4 16,0-3-1-16,0 0 5 15,0-3 0-15,0-17 0 16,0-5-22-16,0-6 14 16,0-3 2-16,7-3 4 15,8 2 2-15,2 4-1 16,3 7 1-16,-2 8 1 15,6 6-1-15,0 8 0 16,3 2 8-16,3 0 4 16,-2 14-4-16,3 8 6 15,-5 8-8-15,-7 2 0 16,-6 2-4-16,-8-2 2 16,-5 0-2-16,0-5-2 15,0-5 0-15,-6-5-3 0,-1-8-43 16,2-5-50-16,2-4-79 15,3 0-64-15,0-6-325 16</inkml:trace>
  <inkml:trace contextRef="#ctx0" brushRef="#br0" timeOffset="125393.09">10103 5550 609 0,'0'0'101'15,"0"0"19"-15,0 0-38 16,0 0-16-16,0 0-9 16,0 0 1-16,9-82-1 15,-9 69-7-15,0 0 4 16,0 0-11-16,-9 1-13 16,-2-1-13-16,-2 5-3 15,1 1-10-15,-1 3 1 16,1 4-4-16,0 0-2 15,-3 0 1-15,3 17-2 0,-1 4 0 16,2 4 0-16,2 3 2 16,3 0-2-16,6 3 2 15,0-1-1-15,0 0 1 16,0-2-2-16,6-4 2 16,8-5-2-16,2-7-1 15,1-2 3-15,2-9-6 16,-1-1-4-16,1 0-6 15,2-12 8-15,-3-11 8 16,-2-2 0-16,-2-4 0 16,-1-3 0-16,-4-4 0 15,-3 0 1-15,-3-1 0 16,-3 3 1-16,0 11 6 16,0 6-8-16,0 10 9 15,0 7 11-15,0 0 0 0,0 0-14 16,0 18-6-16,0 10 0 15,0 6 3-15,0 3-3 16,0-1 3-16,0 0 0 16,0-5 2-16,2-5-2 15,8-3 0-15,-1-7-2 16,3-5-2-16,1-4 1 16,-1-4-2-16,6-3-7 15,0 0-47-15,0-10-58 16,-3-10-18-16,-2-4-45 15,-13 11-55-15,2 0-167 0</inkml:trace>
  <inkml:trace contextRef="#ctx0" brushRef="#br0" timeOffset="125691.11">10370 5207 562 0,'0'0'92'16,"0"0"33"-16,0 0-17 15,0 0-8-15,0 0-23 16,0 0-29-16,15 14-25 16,-15 28 48-16,0 8-19 15,0 2-15-15,0 0-3 16,0-1 0-16,0-5 2 16,5-3-12-16,2-8-7 0,0-6-3 15,2-6-8-15,2-7-1 16,5-6-5-16,-2-5 0 15,2-5 0-15,6 0-3 16,-2-2 1-16,1-17-54 16,-5-4-54-16,-7-2-62 15,-9 12-45-15,0 1-139 16</inkml:trace>
  <inkml:trace contextRef="#ctx0" brushRef="#br0" timeOffset="126830.32">10413 5438 544 0,'0'0'154'0,"0"0"-122"16,0 0 4-16,0 0-33 15,0 0 38-15,0 0-6 16,87-18-20-16,-57 9 0 16,1 1 6-16,-1 0 8 15,-3 0 6-15,-4 1 11 16,-4 3 10-16,-9 1-13 15,-4 3-12-15,-3 0-2 16,-3 5-15-16,0 16-8 16,0 9 10-16,0 6 17 15,-2 2-16-15,1-3-5 16,-1-3-6-16,2-7-3 16,0-6 3-16,0-4 0 0,8-5-1 15,2-5-4-15,7-5 1 16,1 0 3-16,4 0-2 15,2-10 4-15,-2-7-1 16,1-5-4-16,-4-3-1 16,-2-3 1-16,-6-1-1 15,-2-2 3-15,-6 1-4 16,-1 3 5-16,-2 8 2 16,0 6 6-16,0 7 15 15,0 4 4-15,0 2-6 16,0 0-10-16,0 0-16 0,0 12-5 15,-3 11 2-15,-2 6 3 16,4 1 2-16,1 0-2 16,0-2 1-16,0-4 0 15,0-1-1-15,9-3 0 16,13-4-1-16,0-6 0 16,0-6 1-16,-5-4 0 15,-6 0 0-15,4-10-2 16,-3-10-8-16,1-3 4 15,-1-4 4-15,2-2-2 16,0-1 2-16,0 1 0 16,7 5 2-16,-2 6-4 15,2 7-1-15,1 7 5 0,1 4-3 16,-2 0 2-16,-2 11 1 16,0 7 1-16,-7 5 0 15,-4 1 3 1,-5-2-4-16,-3 1 1 0,0-2 2 15,-5-4-2-15,-7-4 2 16,-2-5 3-16,2-6-2 16,-1-2 5-16,2 0 0 15,2-7-1-15,1-13-5 16,7-9-1-16,1-3-2 16,0 0 0-16,1-1 0 15,14 6 0-15,6 8-4 16,0 5 0-16,-2 8 2 15,1 6-6-15,-2 0 1 0,1 0-5 16,2 14-10 0,0-1-8-16,7 1 0 0,-1-4 11 15,-2-4 18-15,-2-1 0 16,-5-5 1-16,-2 0 1 16,-4 0 0-16,-2 0 2 15,-1 0-3-15,-3-11 6 16,-1-2-4-16,-2-2 0 15,-3-2 3-15,0-1-4 16,0 6 2-16,0 3 0 16,0 8 1-16,-8 1 4 15,-7 0 3-15,-4 17-11 16,1 6-2-16,5 1 2 16,5 1 1-16,5-1 0 0,3-1 1 15,0-2 3-15,3-3-1 16,12-4 1-16,1-4 5 15,4-2-1-15,10-2-6 16,7-3 1-16,5-3 2 16,4 0-1-16,2 0-5 15,-3-14-33-15,-1-3-95 16,-33 7-155-16,-2 0-548 16</inkml:trace>
  <inkml:trace contextRef="#ctx0" brushRef="#br0" timeOffset="127823.81">12623 5250 16 0,'0'0'793'0,"0"0"-696"15,0 0 39-15,0 0-19 0,0 0-39 16,0 0-16-16,0 0-28 16,-5 16-17-16,-9 15 1 15,0 6 3-15,1 5 0 16,2 0-9-16,4-1 0 16,2-2-4-16,5-7-3 15,0-4-3-15,0-5-2 16,8-9 0-16,7-5-3 15,6-7 3-15,1-2-8 16,2 0-16-16,0-13 8 0,1-8 5 16,-1-1-8-1,-3-5 1-15,-5-3-5 16,-1 1 5-16,-6 0 8 0,-3 7 10 16,-3 5 2-16,-3 10 1 15,0 4 7-15,0 3 30 16,0 0-4-16,0 3-35 15,0 15-1-15,-6 6 0 16,0 3 3-16,6 3-2 16,0-2-1-16,0-3-1 15,0-1 1-15,15-3 1 16,1-4-1-16,1-6 1 16,7-4-2-16,-4-5 2 15,0-2-1-15,1 0 2 16,-3-3 1-16,-2-14 1 15,0-1 2-15,-5-3-1 16,-3-5-3-16,-1-1 1 0,-6-2-1 16,-1-5 3-16,0 2-3 15,0 1 4-15,-13 2 6 16,-4 8-3-16,-2 6 2 16,-3 8-3-16,1 5-6 15,-5 2-2-15,1 0-2 16,4 7 0-16,3 9 1 15,5 0-1-15,4 2-1 16,6 0-20-16,3-1-25 16,0-2-32-16,14-1-51 15,6-4-24-15,-9-8-27 16,2-2-114-16</inkml:trace>
  <inkml:trace contextRef="#ctx0" brushRef="#br0" timeOffset="128095.47">13150 5289 611 0,'0'0'306'0,"0"0"-213"16,0 0-1-16,0 0-45 15,0 0-38-15,0 0 71 16,7 98-18-16,-7-62-20 15,0-4-9-15,0-2-5 16,0-5-11-16,0-5-7 16,-1-8-7-16,1-4-1 0,0-6-2 15,0-2-3-15,0 0-54 16,7-17-101-16,8-7-14 16,-9 9-96-16,-5 0-452 15</inkml:trace>
  <inkml:trace contextRef="#ctx0" brushRef="#br0" timeOffset="128251.76">13163 5089 717 0,'0'0'147'0,"0"0"-59"16,0 0 5-16,0 0-46 0,0 0-42 16,0 0-5-1,-18-37-21-15,18 46-45 0,3-4-95 16,5-1-267-16</inkml:trace>
  <inkml:trace contextRef="#ctx0" brushRef="#br0" timeOffset="128789.78">13367 5019 478 0,'0'0'194'15,"0"0"-79"-15,0 0 18 16,0 0-33-16,0 0-21 0,0 0-17 15,8-1-32 1,-8 25-16-16,0 5 59 0,0 5-20 16,0 4-20-16,0 4 2 15,0 5-11-15,0 1-2 16,0 0-11-16,0-3-2 16,0-7-5-16,0-4-2 15,3-5-1-15,7-10-1 16,-2-3-1-16,-1-8 1 15,6-7-8-15,3-1 6 16,3 0-10-16,5-5 1 16,0-13-2-16,1-6 2 15,0-5 4-15,-1-2-7 16,-6-5 6-16,0-4 1 0,-7 1 4 16,-5 2 3-16,-2 10 5 15,-4 9-3-15,0 11 16 16,0 5 8-16,0 2-11 15,0 2-8-15,0 16-7 16,-6 7-2-16,3 5 2 16,3-1 3-16,0-2-1 15,0 5 3-15,9-1 0 16,10-2 2-16,4 1-6 16,-4-6 36-16,-5-6-34 15,-8-4-1-15,-5-5-2 16,-1-5 0-16,0-3-3 15,0-1-14-15,-12 0-32 0,-4 0-59 16,7 0-124 0,1-4-123-16</inkml:trace>
  <inkml:trace contextRef="#ctx0" brushRef="#br0" timeOffset="131992.78">15283 5250 362 0,'0'0'270'0,"0"0"-232"16,0 0 51-16,0 0-28 15,0 0-9-15,0 0 20 16,0 0 13-16,-9-53-23 16,1 37-11-16,-3-1-19 15,-3 1-12-15,-4 0 3 16,0 3-8-16,-1 2-2 15,0 4 2-15,1 1 0 0,-3 6-10 16,1 0 4-16,0 0 0 16,-1 17-4-16,1 7-2 15,2 7-3-15,2 7 0 16,3 5 0-16,3 0 0 16,2-2 1-16,6-3 0 15,2-6-1-15,0-7 0 16,0-4 0-16,7-7-1 15,4-4-1-15,1-6-2 16,3-4 2-16,0 0 2 16,4 0 10-16,2-15 0 15,-1-5 3-15,-1-4-7 16,0-6 0-16,-2-1-5 16,-5-1 1-16,-2-2 2 15,-5 7 6-15,-5 5 10 0,0 9 3 16,0 9 3-16,0 4-1 15,0 0-1-15,0 0-24 16,0 15-3-16,-5 10 0 16,0 5 3-16,2 1 1 15,3 0-1-15,0-2 1 16,0-4-1-16,8-6 0 16,4-4-1-16,3-5 1 15,0-6-3-15,3-4 3 16,3 0 1-16,0-3-1 0,1-17-2 15,-2-4 1 1,-1-5-12-16,-2-4 0 0,-3-2-2 16,-1 2 9-16,-5 5 6 15,-1 7 1-15,-2 9 1 16,-1 5-2-16,1 5 0 16,4 2 1-16,0 3-1 15,3 19-8-15,1 8 3 16,1 5 5-16,-4 3 4 15,-1-2-3-15,-3-2 0 16,-3-8 0-16,0-5 0 16,-1-8 2-16,-2-7-2 15,0-5 2-15,0-1 1 16,0 0 9-16,0 0 3 0,0-12 4 16,0-14-10-16,1-5-8 15,5-6-2-15,4 2 2 16,4 0-2-16,2 8 0 15,3 7-2-15,1 8-7 16,2 6-3-16,3 6-5 16,-2 0-1-16,4 0 1 15,1 3 2-15,-2 5 1 16,-1 0 4-16,-3-2 8 16,-5-3 2-16,-3-2 0 15,-4-1 2-15,-3 0 0 16,-1 0-2-16,0 0 5 15,-5 0 3-15,-1-8 2 0,0-2-5 16,0 2 2 0,0 1-3-16,-10 4-2 0,-2 3-2 15,-6 0-1-15,-3 7-6 16,-1 14 2-16,3 7 3 16,2 5 1-16,7 0 1 15,7-1-1-15,3-1 1 16,0-5 0-16,10-1 0 15,10-4 6-15,3-6 1 16,7-5 9-16,0-6-4 16,6-4-1-16,0 0 1 15,0 0-7-15,1-1-3 16,-3-9-2-16,-1-1-6 16,1 1-44-16,-2-1-32 0,-4-1-61 15,-27 8-202-15,1 0-430 16</inkml:trace>
  <inkml:trace contextRef="#ctx0" brushRef="#br0" timeOffset="133289.65">16917 5318 538 0,'0'0'77'0,"0"0"22"15,0 0-3-15,-15-72-27 16,15 57-18-16,16-1 15 15,5 4-36-15,3 0 15 16,3 5-4-16,1 4-1 0,-2 3-9 16,0 0-6-1,3 14-2-15,-4 12-8 16,-3 6-3-16,-5 5-3 16,-7 0-8-16,-7-1 4 15,-3-2-3-15,0-4 0 0,0-9 1 16,-11-5-3-16,0-8 0 15,2-5 5-15,-1-3 9 16,2 0 1-16,-1 0 18 16,1-11 0-16,1-12-11 15,3-4-4-15,4-5-2 16,0-7-2-16,0-1-8 16,14-4-2-16,5 3-4 15,1 7-1-15,3 10-3 16,-4 10 1-16,4 9-33 15,-4 5-34-15,2 0-27 16,3 8-27-16,-2 13-23 0,2 2 19 16,-3-2-5-16,0-1 2 15,-4-5 108-15,-4-1 23 16,-3-3 22-16,-4-2 62 16,0-3 13-16,-2-2-12 15,1-3 4-15,-1-1-33 16,1 0 14-16,5 0-1 15,-1-4-10-15,0-9-14 16,0-4-23-16,0-2-5 16,-4-2-7-16,-4-2 2 15,-1 0-1-15,0 3 14 16,0 2-9-16,-8 6 0 16,-3 3-1-16,0 6 0 0,1 3-7 15,-5 0-6 1,0 7-2-16,-1 15 4 0,3 3-4 15,3 4 2-15,4 4 1 16,3 0 1-16,3 2 5 16,0-3-5-16,0-1 3 15,9-1-2-15,9-5 2 16,3-5-3-16,0-2-3 16,1-6 0-16,4-4-1 15,-3-4 0-15,4-4-8 16,0 0-45-16,2 0-43 15,-3-8-49-15,0-6-40 0,-4-5-8 16,-17 9-89 0,-2-1-96-16</inkml:trace>
  <inkml:trace contextRef="#ctx0" brushRef="#br0" timeOffset="133893.44">17815 5197 338 0,'0'0'227'0,"0"0"-38"16,0 0-42-16,0 0-13 15,0 0-34-15,0 0-26 16,0 0-16-16,-6-22-39 16,-5 40-17-16,1 3 15 15,0 3-11-15,2 2 3 0,4 1-1 16,2-1-4 0,2-2-1-16,0-5-2 0,0-3-1 15,8-5-4-15,8-5 1 16,0-4 1-16,2-2 0 15,0 0-13-15,-1-3 13 16,-2-10-1-16,-2-3 0 16,-3-1 1-16,0-1 2 15,-2 4 0-15,-5 3 4 16,-1 4-1-16,-2 5 2 16,0 2 13-16,0 0 15 15,0 2-21-15,-2 16-12 16,-6 4 0-16,0 4 2 0,3 1-2 15,4-2-1 1,1-3 1-16,0-2-2 0,0-4 1 16,6-7 0-16,7-4-3 15,2-5 4-15,3 0-3 16,2 0 3-16,0-10 6 16,3-8 1-16,-4-4-3 15,2-3-1-15,1-1 0 16,-6-4 2-16,-5-1-2 15,-11 0 28-15,0 2-16 16,0 3 9-16,-16 6-5 16,-8 5-13-16,0 6 2 15,-6 8-8-15,0 1-2 16,2 0-1-16,3 8 2 0,6 6 0 16,5 0-1-16,8 0-5 15,4-1-18-15,2-2-41 16,0-2-27-16,15-8-96 15,-5-1-87-15,3 0-457 16</inkml:trace>
  <inkml:trace contextRef="#ctx0" brushRef="#br0" timeOffset="134774.12">18282 5225 355 0,'0'0'287'16,"0"0"-196"-16,0 0 38 15,0 0-53-15,0 0-23 16,0 0 18-16,16-50-12 15,-3 46-7-15,-2 4-5 16,4 0-11-16,3 0-18 16,1 2-1-16,-2 13-5 0,-1 8-4 15,-4 4-3-15,-4 5 4 16,-4 2-7-16,-4 1-1 16,0-1 6-16,0-1-7 15,0-7 4-15,-9-3 0 16,-1-6-4-16,0-5 0 15,2-5 4-15,2-6-2 16,0-1-1-16,1 0 2 16,-3-4-3-16,3-13-5 15,2-6-10-15,1-4 7 16,2-4 4-16,0-3 4 0,0 1 0 16,0-1 2-16,11 4 3 15,4 5-4-15,0 4 4 16,4 3 6-16,3 7-5 15,1 4 4-15,-4 4 0 16,5 3 2-16,-3 0-1 16,-3 13-1-16,0 11-7 15,-5 3 2-15,-1 4 0 16,-4 1 2-16,-2-1-4 16,-5-1-2-16,-1-5 1 15,0-2-2-15,0-6 0 16,0-3-2-16,0-4-42 15,0-7-49-15,0-3-86 16,0 0-27-16,0 0-203 0</inkml:trace>
  <inkml:trace contextRef="#ctx0" brushRef="#br0" timeOffset="135263.68">18741 5243 876 0,'0'0'82'0,"0"0"-78"15,0 0 42-15,0 0 7 16,0 0-9-16,29 86-1 16,-27-65-16-16,3-1-5 15,-2-3-6-15,0-7 11 16,-3-4-9-16,0-3-15 15,0-3 2-15,0 0-2 16,0 0 7-16,0-10 1 16,0-10-7-16,0-4-4 15,0-5 0-15,0-3 1 16,0-2 1-16,0 2-1 16,5 2-1-16,5 6-2 15,5 6 1-15,0 6 1 16,3 3 2-16,-2 5 6 15,4 4 4-15,2 0 6 16,0 1 2-16,1 18-6 0,1 6 6 16,-8 5 9-16,-6 3-28 15,-4 2 4-15,-6 3-3 16,0-4 5-16,0-1-3 16,0-3 0-16,-3-7-4 15,-4-3 0-15,2-8-5 16,5-7-84-16,0-5-76 15,0 0-138-15,0-5-247 16</inkml:trace>
  <inkml:trace contextRef="#ctx0" brushRef="#br0" timeOffset="135656.28">19106 5372 827 0,'0'0'45'16,"0"0"-9"-16,0 0 18 15,0 0-12-15,0 0 19 16,84-43-21-16,-54 28 7 16,0-2 27-16,-6-1-66 15,-7-5-3-15,-6 1-1 16,-6-4-1-16,-5 3 7 16,0 5 19-16,-6 5 8 15,-11 7-10-15,1 4-11 16,-5 2-6-16,-3 2-10 15,1 16 0-15,0 6-2 0,1 4 2 16,5 2-1 0,7 1 1-16,4 1 0 0,6-4 3 15,0 1 1-15,0-5 2 16,9-5 3-16,9-3 1 16,3-5 9-16,3-5-8 15,1-4-3-15,5-2-6 16,7 0 5-16,11-1-7 15,-2-13-33-15,3-1-10 16,-35 6-149-16,-7-1-244 16</inkml:trace>
  <inkml:trace contextRef="#ctx0" brushRef="#br0" timeOffset="136376.34">19768 5148 411 0,'0'0'125'0,"0"0"-12"16,0 0 9-16,0 0-45 16,0 0 25-16,0 0-12 15,-33-46-46-15,18 46-2 16,0 2-19-16,-3 10-3 16,3 8 0-16,-3 4-4 15,5 3 9-15,1 6-11 16,3-1-1-16,5 2 8 15,4 0 0-15,0-5 2 16,0 0-1-16,3-5 2 16,10-5-7-16,6-4-3 0,5-3-2 15,3-8-12-15,6-2 2 16,0-2 4-16,1 0-6 16,0-12-10-16,-2-5-59 15,-4-4-58-15,-4-3-42 16,-21 13-44-16,-3 0-231 15</inkml:trace>
  <inkml:trace contextRef="#ctx0" brushRef="#br0" timeOffset="136654.4">19965 5063 381 0,'0'0'226'16,"0"0"-117"-16,0 0 53 16,0 0-54-16,0 0-17 15,0 0-7-15,0 0-28 16,0-53-28-16,0 81-27 15,0 7 57-15,0 4-21 16,0 6-8-16,1 2 4 16,1 1-7-16,-1-3-2 15,3-3-10-15,-2-3-1 16,-1-8-7-16,1-8-5 16,-2-7 0-16,2-6-1 15,-1-6 0-15,-1-4-19 16,2 0-36-16,-2 0-45 15,0-16-56-15,0 4-130 0,0-1-239 16</inkml:trace>
  <inkml:trace contextRef="#ctx0" brushRef="#br0" timeOffset="137087.51">19935 5279 711 0,'0'0'93'0,"0"0"38"15,0 0-53-15,0 0-47 16,0 0-22-16,0 0 17 15,54-13 14-15,-26 13-8 16,5 0-2-16,4 0-5 16,3 0 3-16,4 0-8 0,-1-6 1 15,-1-6-10 1,-5-4-1-16,-6-1-5 0,-7 2 0 16,-9-1-1-16,-5 2 3 15,-8 1-2-15,-2 4 1 16,0-1-1-16,0 3-4 15,-12 1 0-15,-1 2-1 16,-7 4 0-16,4 0-1 16,-7 0 1-16,1 4 0 15,1 12 2-15,2 4 0 16,0 7 2-16,5 6 0 16,2 0 1-16,5 2 1 15,7-3 4-15,0-3-6 16,0-1 2-16,16-7-6 15,5-6 1-15,4-4-1 0,7-5 0 16,1-5-13-16,1-1-60 16,6 0-47-16,-4-5-39 15,3-11-79-15,0-2-95 16,0 0 0-16,-1-5 333 16,-4 0-21-16</inkml:trace>
  <inkml:trace contextRef="#ctx0" brushRef="#br0" timeOffset="137570.2">20663 5253 153 0,'0'0'146'0,"0"0"21"15,0 0 44-15,8-85-46 16,-8 77-33-16,-5 5-26 0,-9 3-48 16,-3 0-14-1,-4 0-21-15,0 17-16 0,-3 6-4 16,3 5-1 0,3 1-4-16,3 1 3 0,6-4-1 15,3-2 6-15,5-6-4 16,1-2 8-16,0-1-9 15,15-3 12-15,15-5-4 16,7-6 74-16,6-1-47 16,0-4-27-16,-2-19-2 15,-4-4-3-15,-7-8 1 16,-6-5-5-16,-5-7-1 16,-7-6 0-16,-5-5-4 15,-7-5 1-15,0-4 1 16,0 1 3-16,-13 10 1 15,-2 15 2-15,2 16-3 16,1 15 12-16,-1 10 6 0,0 0-3 16,-2 11-15-16,2 21 0 15,1 11-5-15,3 9 3 16,6 4 2-16,3 1 6 16,0 2 7-16,6-3 3 15,12 0 8-15,4-5-10 16,2-8-3-16,-1-6-9 15,-1-12 0-15,2-5-2 16,4-6-2-16,2-8 0 16,6-6-21-16,4 0-45 15,-27-3-144-15,-2-10-131 16</inkml:trace>
  <inkml:trace contextRef="#ctx0" brushRef="#br0" timeOffset="139853.19">22218 4848 656 0,'0'0'146'0,"0"0"-48"0,0 0 39 16,0 0-27-1,0 0-37-15,0 0 7 16,0 0-39-16,0-63-21 0,0 76-19 16,0 14 6-16,0 13-3 15,0 5 18-15,0 6-11 16,0 8 0-16,0 5 1 16,0 1 0-16,0-1 0 15,0-8-6-15,0-9 3 16,0-13-3-16,0-6 1 15,0-10-7-15,0-5 2 16,0-5-1-16,0-4 0 16,0-1-1-16,0-2-1 15,0-1-15-15,0 0-31 16,0-7-27-16,0-11-56 0,0-6-77 16,0 11 9-16,-5 2-126 15</inkml:trace>
  <inkml:trace contextRef="#ctx0" brushRef="#br0" timeOffset="140369.44">21992 5159 529 0,'0'0'99'0,"0"0"53"16,0 0-26-16,0 0-40 0,0 0-30 15,0 0-28 1,-7-11-20-16,34 8 6 15,10-1 13-15,6-5-7 16,9-1-9-16,5 0 4 16,1-3 1-16,-3 2 4 0,-8 1-1 15,-11 3 3-15,-11 2-5 16,-9 2-1-16,-8 3 0 16,-7 0-2-16,-1 0-4 15,0 0-5-15,0 16-5 16,0 10 2-16,0 7 11 15,0 2-6-15,0 2-6 16,0-2 0-16,0-4 0 16,8-1 1-16,1-7-2 15,6-4-1-15,1-7 0 0,2-6 1 16,3-6 1-16,0 0-1 16,1-1 5-16,0-16 0 15,-2-4 5-15,-4-2-5 16,-5-2 13-16,-4-4 5 15,-7-1-1-15,0-2 6 16,-9 1-12-16,-10 5-7 16,-4 6-8-16,3 5-1 15,0 8-5-15,4 5 3 16,1 2-8-16,0 0-11 16,6 7-22-16,3 8-35 15,6 0-63-15,0-10-69 16,0-3-154-16</inkml:trace>
  <inkml:trace contextRef="#ctx0" brushRef="#br0" timeOffset="141035.82">23568 5125 327 0,'0'0'283'0,"24"-80"-213"16,-21 40 61-1,-3-1-48-15,0 0-10 0,0 3-6 16,0 10 11 0,-3 9-10-16,-2 8 8 0,2 9 11 15,2 2-21-15,-6 0-34 16,-6 22-32-16,0 13-4 16,-3 16 4-16,2 7 3 15,4 12-1-15,5 8 0 16,4 7 10-16,1 5-1 15,0-1 1-15,0-3 3 16,0-7-4-16,0-8 6 16,3-8-1-16,0-8-6 15,-2-10-2-15,1-9-1 16,-2-13 4-16,0-6-6 0,0-8-4 16,0-6 0-16,0-3-2 15,-5 0 1-15,-8-8-8 16,-11-17-23-16,-4-7-33 15,-4-8-43-15,2-8-105 16,2-3-67-16,20 29-94 16</inkml:trace>
  <inkml:trace contextRef="#ctx0" brushRef="#br0" timeOffset="141788.75">23281 5498 318 0,'0'0'285'16,"0"0"-160"-16,0 0-22 15,-3-73-24-15,21 65-27 16,5 0-11-16,8-1-11 15,3 1-9-15,6 1-2 0,2 0 0 16,3-2 1-16,3-1 8 16,-5 0-3-16,-1-1 4 15,-12 2 1-15,-9 1-7 16,-7 1-12-16,-7 2-1 16,-4 0 0-16,-3 1 8 15,0 1 14-15,0 0-2 16,0 3-12-16,0 0 1 15,0 0-6-15,-7 0-7 16,-5 12-3-16,-1 10-1 16,1 6-2-16,3 6 0 15,6 1 0-15,3-1 0 0,0 0 2 16,0-4-2-16,15-3 2 16,3-5-4-16,5-3 4 15,0-7-2-15,1-5 2 16,-1-7-2-16,-1 0 2 15,-1 0 6-15,-3-10-2 16,-3-8-1-16,-6-3-2 16,-6-3 3-16,-3-3-4 15,0-2-1-15,-12-3-1 16,-12 1-2-16,-4 5-2 16,-2 3-12-16,1 6 3 15,7 4-4-15,2 5 10 16,10 1-1-16,3 3 6 0,7-2 2 15,0 1-1 1,4-3-5-16,17-2-1 16,7 0 2-16,8 3 5 0,4 0-2 15,1 4 2-15,-1 3 0 16,1 0 0-16,-5 5 3 16,0 12 2-16,-6 7 0 15,-6 5 0-15,-7 5-1 16,-4 0 2-16,-7 0-6 15,-5-1 1-15,-1-8 0 16,0-6-1-16,-1-6 0 0,-9-7 6 16,-1-6-4-1,2 0 8-15,1 0 2 0,-2-12 4 16,4-9-5 0,2-5-11-16,4-6 0 0,0-1 1 15,0 0-3-15,3 1 2 16,10 5-11-16,0 7-31 15,-2 8-25-15,1 4-62 16,-9 8-77-16,-3 0-255 16</inkml:trace>
  <inkml:trace contextRef="#ctx0" brushRef="#br0" timeOffset="142451.78">24250 5362 134 0,'0'0'721'16,"0"0"-707"-16,0 0 54 16,0 0-4-16,19 73-16 15,-11-50-10-15,3 1-5 16,1 0 2-16,-3-2 40 16,-1-3-59-16,-7-4-13 15,-1-5 1-15,0-3 1 16,0-5 5-16,0-2-5 15,0 0 1-15,0 0 1 16,0-3 1-16,0-14 7 16,-3-7-14-16,3-6-1 0,0-2 1 15,0-4 4 1,9 6-3-16,5 1 1 16,8 7 9-16,-3 5 1 0,-1 5 5 15,3 6 0-15,-6 3-5 16,4 3-2-16,1 0-1 15,1 11-8-15,-2 11-2 16,0 7 0-16,-5 2 4 16,-8 0-4-16,-6-3 0 15,0-2-1-15,0-4 2 16,-1-8-1-16,-7-4 3 16,2-6-3-16,4-4-3 15,1 0 3-15,1 0 13 16,0-11-13-16,0-10-4 15,0-9-26-15,1-2 22 0,13-4 0 16,2-2 6-16,1 3 2 16,4 6-5-16,-5 7 5 15,0 11 1-15,0 8-1 16,-5 3 1-16,0 0 7 16,2 19-2-16,-1 7 2 15,2 7-1-15,2 2-2 16,-2 3 1-16,0-3-2 15,-2-1-1-15,0-6-2 16,2-4-1-16,-2-5 0 0,4-6 0 16,-1-8 0-1,7-5-38-15,4 0-92 0,-16 0-118 16,3-10-158 0</inkml:trace>
  <inkml:trace contextRef="#ctx0" brushRef="#br0" timeOffset="143223.7">25861 5468 837 0,'0'0'79'16,"0"0"44"-16,0 0-11 0,6-83-26 15,-6 60-18 1,0 3-14-16,-12 2-20 0,-1 7-10 16,0 4-10-16,-3 4-8 15,0 3 5-15,-10 0-11 16,-4 18 0-16,-4 13 7 15,3 7-7-15,2 6-1 16,7 0-2-16,10-1 3 16,5-3 0-16,7-6 0 15,0-8 0-15,0-6-1 16,10-7-2-16,4-7 0 16,0-5 2-16,3-1-1 15,7 0 2-15,1-14 2 0,2-7 4 16,0-6-6-1,-6-2-5-15,-2-4-3 0,-7 2 4 16,-2 1 4-16,-4 6 5 16,-4 11-2-16,-1 8 0 15,-1 5 8-15,0 0 4 16,0 4-15-16,0 17-7 16,-1 9 7-16,-1-1 2 15,2 1-2-15,0-3 1 16,7-4 0-16,10-4-1 15,3-6 5-15,4-4-2 16,1-7 1-16,2-2 3 16,0 0 0-16,0 0-1 15,8-8-6-15,0-6 0 0,2-2-1 16,-1 2-23 0,-5-4-92-16,-25 11-124 0,-1 0-229 15</inkml:trace>
  <inkml:trace contextRef="#ctx0" brushRef="#br0" timeOffset="144892.76">27008 5719 932 0,'0'0'38'15,"0"0"-17"-15,0 0 55 16,0 0-15-16,0 0-2 0,102-62 5 16,-80 29-19-16,0-3-10 15,-2-7-8-15,-2-4-11 16,-3-7-2-16,-2-7-3 15,-2-4 1-15,-5-7 5 16,-1 3-11-16,-5 11 6 16,0 16 0-16,0 19 15 15,0 12-18-15,0 8 1 16,0 3-2-16,0 0-5 16,0 0-3-16,-8 3-1 15,-3 21-11-15,-4 13 12 16,2 11 7-16,2 8-6 0,1 5 3 15,4-1-3-15,1-2 5 16,4-1-3-16,1-5-2 16,0-6 2-16,0-6-1 15,0-5-2-15,9-9-3 16,7-5 1-16,4-6-3 16,7-6-14-16,4-4-14 15,3-3-11-15,5-2-21 16,-2 0-47-16,-2 0-39 15,-3-10-39-15,-2-1 59 16,-3-3-26-16,-5 0 56 16,-2-3 94-16,1-3 7 15,-2-1 24-15,-4-3 33 0,-3 0 51 16,-2 1-47 0,-4 1-11-16,-3 2 21 15,-3 3 17-15,0 3 15 0,0 2-16 16,0 3-12-16,-6 2 3 15,-4 1-33-15,-5 0-19 16,1 5-16-16,-5 1-10 16,-2 0 0-16,2 0 0 15,-3 10-1-15,-1 6 1 16,4 6-1-16,-1 2-1 16,3 3 1-16,1 2 1 15,6 1 0-15,1-3 1 16,9-5-1-16,0-2-1 15,0-4 1-15,2-6-5 0,11-3 1 16,1-3 2-16,2-4 0 16,3 0-11-16,4-3 11 15,-1-12 1-15,0-5 1 16,-4-2-2-16,0-1 0 16,-6-3 0-16,-1-2 4 15,-3 4-2-15,-5 4 4 16,-1 8 1-16,-2 7 14 15,0 5 11-15,0 0 5 16,0 0-11-16,0 6-24 16,0 14-8-16,0 6 8 0,-5 3 2 15,2 0-2 1,3-2 1-16,0-4 1 0,0-3-2 16,10-6-1-16,5-6-2 15,5-4-9 1,6-4-18-16,8 0-1 0,2-2-9 15,1-15-14-15,2-5 34 16,-6-3-46-16,-7-5-10 16,-6-1 30-16,-5-3 9 15,-11 4 15-15,-2 5 22 16,-2 11 13-16,0 7 30 16,0 7 24-16,-2 0 1 15,-12 6 6-15,-5 19-54 0,0 9-14 16,1 8 4-16,0 12 5 15,2 14 5-15,6 14 7 16,2 16 1-16,8 9 8 16,0 5-9-16,0 3-2 15,0-8-12-15,0-11 5 16,0-14-8-16,0-20-4 16,0-20-4-16,0-18 0 15,0-13-2-15,0-7 0 16,0-4-1-16,0-2-8 15,3-28-19-15,5-15-15 16,-4-15-34-16,-4-13-62 16,0-12-75-16,0-12-80 15,0-10 11-15,-3 3-14 0,3 12 224 16,0 19 146 0,0 20 81-16,0 14 76 0,12 9-40 15,7 6-74-15,8 8-19 16,3 5-47-16,4 9 4 15,1 2-5-15,-2 0 10 16,-3 12 6-16,-5 6 3 16,-11 6-22-16,-6 2-20 15,-8-1-2-15,0 2-4 16,-12-2-3-16,-15-1-8 16,-6-1 2-16,-4-8-7 15,0-3 2-15,3-9-6 16,4-3-22-16,8 0-87 15,22-9-109-15,0-4-137 16</inkml:trace>
  <inkml:trace contextRef="#ctx0" brushRef="#br0" timeOffset="145837.9">28864 5454 740 0,'0'0'85'16,"0"0"27"-16,0 0 28 15,0 0-28-15,0 0-4 16,0 0-22-16,0 0-44 16,0-33-32-16,-3 56-7 15,-7 9 3-15,2 3 2 0,3 5-5 16,5-2 1-16,0-3-4 16,0-3 2-16,0-10 1 15,11-5-2-15,1-6-1 16,3-7-1-16,2-4 0 15,5 0 1-15,5-7 0 16,1-12 2-16,0-6-2 16,-3-4-16-16,-5-1-6 15,-4 1 3-15,-5 0 18 16,-5 10 1-16,-4 6 1 16,-2 9 2-16,0 4 5 15,0 0 9-15,0 0-17 0,-2 17-4 16,-4 8-5-1,1 4 9-15,5 0 0 0,0-1 0 16,0-2 1-16,7-5-1 16,8-6 0-16,4-5 0 15,0-4 1-15,-1-6 3 16,3 0-2-16,-2-2 12 16,-2-16 0-16,-1-4-3 15,-2-4-1-15,-4-5-3 16,-4-3 0-16,-6-1 0 15,0-2 3-15,0 5-2 16,-6 5-7-16,-4 6-1 16,-2 7-5-16,-2 5-1 15,5 5-16-15,2 4-15 16,1 0-2-16,3 0-123 0,3 0-56 16,0 6-87-16</inkml:trace>
  <inkml:trace contextRef="#ctx0" brushRef="#br0" timeOffset="146468.43">29477 5399 703 0,'0'0'128'0,"0"0"-5"16,0 0-18-16,0 0-53 15,0 0-17-15,0 0-11 0,0 0-15 16,0 53 43-16,2-23 0 15,1 1-15-15,0-2-7 16,-3 1-6-16,0-6-10 16,0-4-10-16,0-7-3 15,0-8 2-15,0-2-3 16,0-3-28-16,0-1-75 16,0-11-75-16,0-3-176 15</inkml:trace>
  <inkml:trace contextRef="#ctx0" brushRef="#br0" timeOffset="146620.32">29487 5236 818 0,'0'0'69'16,"0"0"8"-16,0 0-38 0,0 0-39 16,0 0-56-16,0 0-47 15,36-19-20-15,-28 27-103 16,-2 3-109-16</inkml:trace>
  <inkml:trace contextRef="#ctx0" brushRef="#br0" timeOffset="147000.21">29616 5399 159 0,'0'0'197'0,"28"86"-37"15,-22-57-36-15,-3-2-18 16,2-6-13-16,-4-6-46 16,-1-7 29-16,0-5-45 15,0-2-18-15,0-1-3 16,0 0-2-16,0 0 6 0,0-17 12 15,-1-3-19-15,-2-5-4 16,1-2-2-16,2-2 9 16,0-6 3-16,0 1-3 15,3 0-4-15,11 5 5 16,4 7 3-16,-1 6 0 16,0 6-1-16,2 5 7 15,-2 3 8-15,4 2 10 16,-1 0 11-16,-1 17-9 15,0 7-7-15,-6 10-12 16,-1 3 5-16,-7 2-16 16,-4 2-1-16,-1-3-6 15,0-2-2-15,0-7 5 16,0-4-6-16,0-5 0 0,0-7-5 16,0-6-66-16,12-4-58 15,9-3-23-15,-10 0-93 16,0-1-106-16</inkml:trace>
  <inkml:trace contextRef="#ctx0" brushRef="#br0" timeOffset="147833.66">30237 5521 264 0,'0'0'255'16,"0"0"-157"-16,0 0 85 15,79-93-82-15,-72 72-12 16,-5 3-3-16,-2 2-15 15,0 1-16-15,-12 3 14 16,-5 2-37-16,-2 2-19 0,1 3 0 16,-3 2 1-16,0 1-9 15,2 2-3-15,-2 0 0 16,-1 0-2-16,0 14 0 16,2 7-1-16,-2 6-1 15,1 4-2-15,4 4 4 16,3 3 0-16,3-5 0 15,8 0 0-15,3-4 1 16,0-5-1-16,0-3 0 16,9-5 0-16,7-5 0 15,-1-3-4-15,5-7 8 0,2-1-3 16,-1 0 4 0,4-9-1-16,2-8-1 0,-2-4 3 15,2-6-4-15,-3-4 0 16,0-7-1-16,-2-5 3 15,-1-7-4-15,-3-2-1 16,-5-3 0-16,-2-1-2 16,-6 8 3-16,-4 6 1 15,-1 12 1-15,0 7-1 16,0 9 3-16,0 5 5 16,-4 5 1-16,2 4-8 15,1 0-2-15,-2 0-5 16,-4 0-2-16,-1 14-4 15,-4 13 4-15,0 9 5 0,1 7 4 16,5 3-1-16,3 4 2 16,3-2 0-16,0-4 2 15,0-2 0-15,0-7 4 16,9-4-5-16,3-7 0 16,0-7-1-16,-1-7-3 15,0-4 0-15,3-6 0 16,4 0 2-16,0 0 0 15,3-17-2-15,-2-6-19 16,1-2-12-16,-1-5-3 16,-4 2 10-16,-3 3 11 15,-6 6 13-15,-6 8 0 0,0 8 3 16,0 3 13-16,0 0 18 16,0 0-8-16,0 12-26 15,0 9-5-15,-2 4 5 16,1 0 4-16,1 1 4 15,0-2-6-15,0-3 1 16,6-1 4-16,6-6-3 16,4-6-4-16,-2-3 0 15,3-5-36-15,1 0-70 16,-7-10-52-16,-8-2-73 16,-3 0-263-16</inkml:trace>
  <inkml:trace contextRef="#ctx0" brushRef="#br0" timeOffset="147944.89">30614 5269 434 0,'0'0'128'16,"0"0"-98"-16,0 0-30 15,0 0-26-15,0 0-156 16,0 0-110-16</inkml:trace>
  <inkml:trace contextRef="#ctx0" brushRef="#br0" timeOffset="148919.48">30704 5436 326 0,'0'0'207'0,"0"0"-60"16,30 87-4-16,-27-73-67 15,-3-6-28-15,0-2-14 16,0-5-11-16,0-1-15 0,0 0 10 16,0 0 3-16,0-14 14 15,0-7-17-15,0-3-16 16,0-4-2-16,0-2 1 15,1-1 1-15,8 2-2 16,3 3 2-16,1 8 0 16,1 5 6-16,-2 8-3 15,-2 5 0-15,2 0-5 16,-1 0 3-16,-2 18 0 16,1 4 7-16,-4 7-3 15,-3 2 2-15,-3-2-1 16,1 1-7-16,-1 0-1 0,3-7 3 15,2-1-3 1,2-7-10-16,4-3-32 0,2-5-18 16,5-4-5-16,3-3-3 15,2 0 26-15,3 0 21 16,4-12 18-16,1-5-9 16,4-3 8-16,-1-2-5 15,-1-5-1-15,-2-4 9 16,-7 1 1-16,-3 0 3 15,-9 3 14-15,-7 4 33 16,-5 3 44-16,0 6 6 16,0 3-3-16,-17 4-25 15,-7 5-15-15,-7 2-29 16,-4 0-22-16,-2 19-2 0,3 5-1 16,2 1-3-16,9 1-2 15,5 0 2-15,9-3 0 16,6-3-4-16,3-5 3 15,0-3-1-15,3-4-4 16,16-5 2-16,4-3 4 16,5 0 0-16,2 0 7 15,-2-6-6-15,-1-6 7 16,-6 2-5-16,-11 2-3 16,-4 4 7-16,-6 4 2 15,0 0 13-15,0 0 10 16,0 0-20-16,0 13-12 15,0 15-1-15,-1 11 1 16,-2 13 4-16,1 14-4 0,2 9 7 16,-3 11 0-16,2 8-3 15,-1 4 10-15,2 1-7 16,0-2 4-16,0-7 0 16,5-8 13-16,1-14-9 15,-5-19-12-15,-1-18-2 16,0-14 2-16,0-11-3 15,-9-5 0-15,-8-1 3 16,-6-5 2-16,-4-22-1 16,-1-10-3-16,1-13-1 15,5-10 0-15,5-8 0 16,8-10-1-16,9-2 0 0,0 2-3 16,21 9 3-1,10 12 0-15,8 14-3 0,4 8 4 16,1 4-5-16,2 4-2 15,-4 1-12-15,-2 4-25 16,-4 5-50-16,-12 3-98 16,-23 14-76-16,-1 0-271 15</inkml:trace>
  <inkml:trace contextRef="#ctx0" brushRef="#br0" timeOffset="153675.18">31815 5691 668 0,'0'0'110'0,"0"0"11"16,0 0-12-16,0 0-35 15,0 0-7-15,0 0-6 16,0 0-4-16,0 0-16 16,2-12-3-16,-2 12-11 15,0 0-2-15,-2 5-11 16,-10 14-4-16,-3 7 5 16,0 2 3-16,-1 1-8 15,1 1-7-15,-3-1 3 16,2-3-6-16,-4-2-1 15,1-4 1-15,3-8-2 16,-2-4-33-16,3-7-85 16,12-1-135-16,0 0-134 15</inkml:trace>
  <inkml:trace contextRef="#ctx0" brushRef="#br0" timeOffset="157531.04">1332 7782 216 0,'0'0'569'0,"0"0"-494"16,0 0 48-16,0 0-31 16,0 0-12-16,0 0 5 0,0 0-4 15,-9-50-14 1,6 50-26-16,3 0-16 0,0 0-20 15,-3 13-5-15,1 14-6 16,-1 12 6-16,-2 14 9 16,0 5-6-16,4 1 2 15,1 0-3-15,0-5 1 16,0-10-1-16,0-8-2 16,6-7 0-16,4-14 0 15,-1-5-2-15,3-7 0 16,3-3 0-16,-3 0 1 15,7-11-2-15,-4-12-2 16,0-4 1-16,-3-4 4 16,-2 0 2-16,-4 0-1 15,-1 0-1-15,-2 7 3 16,-2 4 1-16,1 9-2 0,-2 8 1 16,0 3 9-16,0 0-2 15,0 0-10-15,3 14-8 16,7 10-5-16,1 4 13 15,2 0 4-15,2 0-1 16,6-5-1-16,-3-2-2 16,1-4 1-16,5-4-1 15,-3-6 0-15,0-5 2 16,-3-2-1-16,-2 0 1 16,-2-10 2-16,-4-9-3 15,-1-5 0-15,-6-5-1 16,-3-4-3-16,0-3-15 15,0-5 9-15,-12 0-2 0,-1 0 11 16,1 8 2-16,1 11-1 16,1 9-1-16,8 11 1 15,1 2 10-15,1 0-9 16,0 0-2-16,0 12-19 16,0 9 4-16,3 3 15 15,16 0 1-15,2 0 3 16,0-4-4-16,9-5 0 15,6-3-2-15,1-5 2 16,0-7 1-16,-1 0 2 16,-2 0-2-16,-4-12 0 0,-3-7 1 15,-2-8 0-15,-5-1-2 16,-2-6-3-16,-6-3-1 16,-4-4 3-16,-8-2-1 15,0-2 2-15,0 4 1 16,-1 6 0-16,-8 10 3 15,2 11 6-15,-1 10 1 16,5 3 2-16,0 1-6 16,0 0-7-16,-1 8-2 15,-2 20-12-15,-2 12 14 16,4 10 1-16,1 11-1 16,3 6 1-16,0 2 2 15,0 0-1-15,0-5-2 16,0-4 4-16,0-10-4 0,0-8 2 15,0-13-1-15,0-12-1 16,0-10 1-16,0-5-1 16,0-2 0-16,0 0 0 15,0-10-1-15,0-14-2 16,0-9-2-16,7-4-8 16,-1 0 8-16,2-3 2 15,2 3 3-15,4 5-2 16,2 6 2-16,-4 8 0 15,9 7-3-15,-6 5 3 16,1 5-1-16,1 1 1 16,-1 0-2-16,2 14 2 15,-2 8 4-15,-2 5 0 0,2 4 1 16,-7 2-4 0,-1-2 2-16,-4-2 0 0,-3-1-1 15,1-2-2-15,1-3 0 16,3-8 0-16,3-4-26 15,6-7-64-15,3-4-141 16,-5 0-53-16,-2-4-224 16</inkml:trace>
  <inkml:trace contextRef="#ctx0" brushRef="#br0" timeOffset="158347">2610 8033 603 0,'0'0'148'15,"0"0"-21"-15,0 0-9 16,11-83-27-16,-17 68-23 16,-5 3-13-16,-2 5 13 15,-2 3-12-15,0 2-28 16,-1 2-13-16,-5 0-15 16,0 10 5-16,0 12-7 15,2 1 2-15,1 6-1 16,6 2-2-16,3 0 2 15,4 0-2-15,5-1 3 16,0-2-1-16,0-5 0 0,2-1 0 16,10-6-3-1,2-7 3-15,0-4-2 0,0-5 2 16,5 0 1-16,2 0 1 16,-3-17 1-16,4-5-1 15,-4-3-1-15,0-3-1 16,-5 0 1-16,-5-5 1 15,-2 1 1-15,-3-1-1 16,-3 5 5-16,0 7-5 16,0 10 13-16,0 6 11 15,0 5 6-15,0 0-8 16,0 0-21-16,0 12-2 16,0 10-12-16,0 8 12 15,0 1 4-15,0 1-3 16,0 2-1-16,6 0 0 0,15-2 0 15,-2-2 7-15,2-6-2 16,-3-7-5-16,-1-7 0 16,0-6 0-16,-3-4 3 15,2 0 1-15,-1-6-4 16,0-16-7-16,4-6-2 16,-5-7-4-16,-2-1-2 15,-2-5-23-15,-7-7 0 16,-3-4 23-16,0-3-1 15,0 4 12-15,0 12 4 16,0 14 2-16,0 11 8 0,0 10 18 16,0 4 7-16,-3 0-1 15,3 0-30-15,0 11-4 16,0 16-12-16,0 12 12 16,-3 3 5-16,3 4 3 15,0-1 7-15,0-2-3 16,0-4-2-16,0-3 1 15,0-4-6-15,3-4 0 16,5-6-3-16,-2-8-2 16,1-5 0-16,2-6-3 15,0-3-3-15,6 0-35 16,1 0-48-16,-2-16-60 16,-10 4-40-16,-4-1-209 15</inkml:trace>
  <inkml:trace contextRef="#ctx0" brushRef="#br0" timeOffset="158529.84">2943 8015 299 0,'0'0'608'16,"0"0"-588"-16,0 0 6 16,0 0-7-16,0 0 30 15,0 0 5-15,94-14-22 16,-46 1-12-16,6-3-5 15,4-3-15-15,3-2-53 16,-41 11-209-16,-1 1-474 0</inkml:trace>
  <inkml:trace contextRef="#ctx0" brushRef="#br0" timeOffset="159093.22">3899 7953 741 0,'0'0'120'15,"0"0"-38"-15,0 0 20 0,0 0-51 16,0 0-7-16,0 0-12 16,20 24 3-1,-15 5 24-15,0 4-7 0,-2 2-16 16,-1-2-5-16,1 0-13 15,-3-5-2-15,0-2-6 16,0-7-5-16,0-8-4 16,1-4 0-16,-1-7 0 15,3 0-1-15,3-7-8 16,-1-17-88-16,5-9-98 16,-7 16-136-16,-3 0-479 15</inkml:trace>
  <inkml:trace contextRef="#ctx0" brushRef="#br0" timeOffset="159229.6">3940 7807 727 0,'0'0'62'16,"0"0"17"-16,0 0-24 15,0 0-46-15,0 0-9 16,0 0-52-16,-18-28-71 16,30 42 12-16,-6-5-147 15,1-2-93-15</inkml:trace>
  <inkml:trace contextRef="#ctx0" brushRef="#br0" timeOffset="159631.49">4125 7953 353 0,'0'0'129'0,"0"0"16"0,0 0-16 16,0 0-30-16,0 0-3 16,0 0-3-16,58 7-9 15,-52-15-16-15,-3-5 0 16,0 0-12-16,-3-3-6 15,0 1-19-15,0 1-7 16,0 4-3-16,-12 4-5 16,-4 5-15-16,-4 1-1 15,-1 1-7-15,-1 17 7 16,7 6-1-16,6 2 2 16,8 4-2-16,1-2-2 15,0-1 3-15,16-2-4 16,9-1 4-16,-1-4 3 0,3-2-3 15,-3-1 4-15,-6-3-3 16,-8-1-1-16,-5-1 2 16,-5 0 2-16,0 1-2 15,-8-1 0-15,-12-2 11 16,-2-3-12-16,-1-2 4 16,5-3-5-16,7-2-12 15,4 0-15-15,7 0-26 16,0-4-110-16,0-4-87 15,3-1-327-15</inkml:trace>
  <inkml:trace contextRef="#ctx0" brushRef="#br0" timeOffset="160567.84">5278 7695 428 0,'0'0'402'15,"0"0"-344"-15,0 0 63 16,0 0-24-16,0 0-9 15,0 0 1-15,0 0-40 16,6-37-34-16,-6 62-15 16,0 12 29-16,3 5 2 0,0 6-7 15,0 3 0-15,-3 1-7 16,0 0-8 0,3-1 3-16,-3-6-2 0,3-5-6 15,0-9 1-15,2-9-4 16,-2-5 0-16,1-7-1 15,-1-5-1-15,1-5-1 16,4 0-3-16,1-5-26 16,-2-13-20-16,-1-7-58 15,-6-3-115-15,0 13-76 16,0 1-452-16</inkml:trace>
  <inkml:trace contextRef="#ctx0" brushRef="#br0" timeOffset="161463.91">5177 7903 562 0,'0'0'180'16,"0"0"-105"-16,0 0 15 16,0 0-51-16,0 0-37 15,0 0 4-15,44-10 39 16,-8 6-10-16,0-3-17 16,3-5-2-16,-5-2 2 15,-4-5-3-15,3-2 11 16,0-2 3-16,-8-2-15 15,-1-1-5-15,-12-1 6 16,-9 1-13-16,-3-2 7 0,0 3-4 16,0 6 18-16,-3 6-2 15,-5 5 35 1,4 5-12-16,-1 2-3 16,2 1-16-16,0 0-22 0,-2 4-3 15,0 18-4-15,-1 11 4 16,3 9 5-16,0 6-2 15,3 6-1-15,0 0 6 16,0-1-2-16,0-3 6 16,0-6-2-16,3-5-5 15,-3-10-2-15,0-11 0 16,0-6 0-16,0-8-3 16,0-4 0-16,0 0-2 15,3 0 1-15,5-8-3 16,2-15-3-16,2-5 6 0,0-5-7 15,7-2-3-15,-1-1-2 16,-3 1 5-16,1 10 4 16,-1 7 4-1,0 10-2-15,-1 6 1 0,0 2 0 16,0 4 1-16,0 19 4 16,-1 5 0-16,-1 6 3 15,1 0-1-15,-4-2-1 16,2-2-1-16,0-6-4 15,0-3 1-15,0-4-1 16,0-6 0-16,1-4 1 16,0-5 0-16,6-2-2 15,1 0 1-15,3-7 0 0,1-10 1 16,1-5-1-16,-2-1-6 16,-3-6 0-16,-2-2-1 15,-5-4 0-15,-3 0 0 16,-6-1 4-16,-3 8 3 15,0 8 0-15,0 10 3 16,-7 9-2-16,-5 1-1 16,-6 6-8-16,-2 15-1 15,1 6 9-15,4 6 4 16,5 0-4-16,4 1-1 16,6-5 1-16,0-1 0 15,0-5 2-15,9-5-1 0,15 0 2 16,10-6 2-1,11-3 1-15,4-6 7 0,6-3 9 16,-7 0-3-16,-8 0-17 16,-7-10-2-16,-8-2-2 15,-8 4-25-15,-1-1-25 16,-11 2-49-16,-5 4-138 16,0 1-396-16</inkml:trace>
  <inkml:trace contextRef="#ctx0" brushRef="#br0" timeOffset="163711.85">7229 7770 529 0,'0'0'102'16,"0"0"-18"-16,0 0 30 15,-11-82-43-15,11 69 10 0,5 0 9 16,9 2-35 0,10 2-9-16,1 3-6 0,6 6-5 15,1 0-8-15,2 0-6 16,-1 13-4-16,-3 6-4 16,-5 5 0-16,-5 2-11 15,-6 7 1-15,-6 1-3 16,-5 2 4-16,-3 0-4 15,0-5 2-15,-3-7 2 16,-8-7-2-16,0-7 2 16,-1-4-3-16,0-6 7 15,4 0 2-15,-1-2-4 16,2-19 11-16,-2-6-1 16,5-5-3-16,4-7-2 15,0-4 4-15,0-6-2 16,13 2-6-16,5 1 0 15,1 10-6-15,2 8-1 0,-3 11-2 16,3 7 1-16,4 5-11 16,3 5-58-16,2 0-46 15,-1 10-52-15,2 9-67 16,-22-8-63-16,-3 1-183 16</inkml:trace>
  <inkml:trace contextRef="#ctx0" brushRef="#br0" timeOffset="164546.59">7886 7713 270 0,'0'0'116'0,"0"0"33"0,0 0 8 16,0 0-44-16,0 0-21 15,0 0-9-15,51-44-6 16,-51 26-11-16,0 2-8 16,-2-2-14-16,-11 4-5 15,1 3-4-15,-3 4-9 16,0 4-13-16,0 3 7 15,0 0-13-15,-4 5-7 16,2 12 2-16,-5 6-2 16,4 5-2-16,0 3 2 15,2 1 0-15,8 2-3 16,2-1 3-16,5-2-1 16,1-3 0-16,0-2 1 15,3-10-2-15,9-2 1 0,4-7 0 16,-1-4 0-16,3-3-3 15,-1 0 4 1,0-5 6-16,1-15-3 0,-4-1-3 16,-2-4-9-16,-2-3 1 15,-4 0-1-15,-3 0 0 16,0 4 9-16,-1 3 2 16,-2 7 0-16,0 7 3 15,0 6 10-15,0 1 12 16,0 0-2-16,0 7-25 15,0 12 1-15,0 5-1 16,0 3 5-16,0 1-2 16,1-1 0-16,8-3-2 0,-2-1 4 15,4-5-5 1,2-4 0-16,4-6-1 0,3-5-4 16,4-3-2-16,2 0-54 15,2-8-48-15,-1-11 0 16,-3-6-20-16,-5-3-20 15,-1-5-52-15,-5-3 61 16,-5-4 10-16,-5 0 47 16,-3-3 42-16,0 1 41 15,0 4 13-15,0 4 75 16,0 7 20-16,0 6 35 16,0 6-9-16,0 6-31 15,0 4 11-15,0 5-19 16,0 0-20-16,0 0-11 15,0 5-31-15,0 16-26 0,0 9 21 16,0 7 17-16,0 6-8 16,0 2-7-16,0 3 0 15,0-2-7-15,0-1-2 16,3-5-3-16,3-4-2 16,4-7-8-16,-2-6-3 15,1-5-5-15,0-6 0 16,6-7-1-16,0-3 0 15,1-2-9-15,2 0-34 16,-2-13-44-16,-5-9-77 16,-11 10-80-16,0 1-293 0</inkml:trace>
  <inkml:trace contextRef="#ctx0" brushRef="#br0" timeOffset="164998.62">8168 7722 741 0,'0'0'124'0,"0"0"-94"16,0 0-1-16,0 0 14 15,0 0 21-15,0 0-18 16,96 0-19-16,-58 0-7 0,10 0 4 16,7 0-5-1,5-5 9-15,-4-6 47 16,-8-2-70-16,-10 1-2 15,-11-1 0-15,-8 1 1 0,-10 2-1 16,-6 0 1-16,-3-1 3 16,0 1 6-16,0-1 7 15,-11 2-6-15,-1 1 1 16,-2 3-3-16,3 2-1 16,-4 1-9-16,3 2-1 15,-4 0 0-15,2 5-2 16,-3 10 0-16,0 8 1 15,1 5 0-15,2 3 0 16,5 1 5-16,5-1-5 16,4-1 0-16,0-5 3 15,0-3-3-15,16-4 0 0,8-2-4 16,1-4 1-16,5-3 1 16,4-5-66-16,-1-4-70 15,2 0-69-15,-4 0-49 16,-20 0-52-16,0-6-14 15</inkml:trace>
  <inkml:trace contextRef="#ctx0" brushRef="#br0" timeOffset="165532.32">8987 7676 195 0,'0'0'361'0,"0"0"-220"15,0 0 21-15,0 0-55 0,0 0-32 16,0 0-31-16,0 0-26 15,-99-45-6-15,77 66-2 16,0 5-2-16,5 3-1 16,4 4-2-16,7 1 1 15,3-2 1-15,3-4 0 16,0-2 7-16,0-7 5 16,11-3 2-16,3-8-9 15,0-4-3-15,4-4 3 16,-2 0 21-16,5 0 5 15,4-17-14-15,-1-3-10 16,6-9-5-16,-6-3 17 16,-2-5-21-16,-8-4-1 15,-1-7-3-15,-11-7 3 0,-2-4 0 16,0-4-2-16,-2 4-1 16,-7 12 1-16,-4 14 4 15,4 16 2-15,3 10 10 16,-1 7-1-16,-2 0-12 15,-4 21-5-15,-3 13 0 16,1 10 0-16,2 5 0 16,5 6 0-16,5 1 1 15,3-3 1-15,0-2-2 16,0-5 2-16,14-3 1 16,4-7 4-16,-1-4-1 0,0-9-3 15,4-2-3 1,4-3-2-16,5-4-1 0,3-6-27 15,3-6-7-15,-5-2-188 16,-22-3-93-16,0-10-522 16</inkml:trace>
  <inkml:trace contextRef="#ctx0" brushRef="#br0" timeOffset="166460.62">10205 7464 109 0,'0'0'617'15,"0"0"-559"-15,0 0 54 16,0 0-8-16,0 0-13 15,0 0-28-15,0 0 6 16,0-26 5-16,0 26-31 16,0 0-13-16,0 0-16 15,0 15-13-15,5 15 4 16,7 9 2-16,2 6 10 16,1 5-2-16,-2-1-4 15,-1 0-4-15,0 0 4 0,-1-7-6 16,-1-4-2-16,-3-5-2 15,1-8 1-15,-2-7 1 16,3-6-3-16,-5-7 0 16,-1-3 0-16,-1-2 2 15,1 0-2-15,4-3 5 16,2-18 6-16,0-9 4 16,0-5-5-16,1-9-5 15,-2-4-2-15,-1-6-2 16,1-4 4-16,-2-2-4 15,1 7 3-15,-2 11-3 16,-1 14-1-16,-2 12 1 16,-2 9-3-16,0 6-1 0,0 1-9 15,1 0-38-15,4 15-105 16,1 8-112-16,-1-9 61 16,0-2-279-16</inkml:trace>
  <inkml:trace contextRef="#ctx0" brushRef="#br0" timeOffset="167310.64">10646 7560 573 0,'0'0'174'16,"0"0"-64"-16,0 0 19 0,0 0-40 16,0 0-14-16,0 0-4 15,6-21-10-15,-6 21-27 16,0 7-20-1,-9 10-14-15,-1 9 9 0,2 3-6 16,2 2 0-16,5 3-1 16,1 0-1-16,0-1-1 15,0-2 0-15,9-5 0 16,7-3 2-16,1-6 0 16,0-4-2-16,1-5 0 15,0-5 0-15,0-3 2 16,2 0 1-16,0-6 0 15,-3-12-1-15,4-3 5 16,-6-6-3-16,-2-1-3 16,-2-3 1-16,-7-2 0 0,-2-3 1 15,-2-3 1-15,0 0-2 16,-6 4-1-16,-8 5 2 16,-5 9-3-16,-1 8 1 15,1 8 1-15,-2 5 0 16,3 0-2-16,0 4-2 15,3 13-4-15,0 4 5 16,6 3-1-16,5 3-1 16,4-1 2-16,0 2-1 15,0 1 2-15,6-2 0 16,9-4 0-16,1-1-1 16,1-5 1-16,2-6-1 15,2-4 1-15,4-5-3 16,4-2-11-16,8 0-43 0,3-6-8 15,2-11 18-15,-2-6-71 16,-6-1-105-16,-8-2 27 16,-7-3-84-16,-7 0 46 15,-6-4 132-15,-6-2 102 16,0-3 153-16,0 0 20 16,0 1-18-16,-3 8-45 15,-4 7-7-15,4 7-4 16,3 6-5-16,-2 6-11 15,2 0-11-15,0 3-3 16,0 0-21-16,-1 5-22 16,1 17-26-16,0 10 29 15,0 5 9-15,0 8-15 16,0 1 6-16,0 2 0 0,1 0-1 16,1-3-2-16,5-6-15 15,-2-3-3-15,-1-8-4 16,-1-7-3-16,2-7-1 15,-2-5 2-15,3-3-2 16,2-6-4-16,3 0-38 16,5 0-47-16,1-8-49 15,1-9-55-15,-14 9-132 16</inkml:trace>
  <inkml:trace contextRef="#ctx0" brushRef="#br0" timeOffset="167611.81">11267 7511 561 0,'0'0'146'16,"0"0"-21"-16,0 0 1 15,0 0-20-15,0 0-29 16,0 0-16-16,1-34-30 16,-1 56-19-16,0 6 29 15,0 4 4-15,0 4-12 16,0 1-1-16,0-1-4 15,0-2-7-15,0-4 2 16,5-2-6-16,2-7-7 16,2-7-6-16,-2-5-4 15,4-3 0-15,2-6-7 0,2 0-1 16,2 0-32-16,-1-11-34 16,-1-6-57-16,-6-4-47 15,-9 10-31-15,0 1-524 16</inkml:trace>
  <inkml:trace contextRef="#ctx0" brushRef="#br0" timeOffset="169195.66">11273 7611 605 0,'0'0'136'0,"0"0"-45"0,0 0-10 16,0 0-42-16,0 0-23 15,0 0 8-15,31-4 15 16,-3 4-18-16,8 0-13 15,5 0-6-15,6 0 0 16,1 0 1-16,-5-1 2 16,-4-3-5-16,-8-2 1 15,-4-1-1-15,-8 0-6 16,-5 1 5-16,-8 0 1 16,-3 2 4-16,-3 1-3 15,0-2 3-15,0 0 11 16,0 0 26-16,0-1 0 15,0 2-14-15,-6 1 3 16,0-1 2-16,-2 2 0 16,-2 1-7-16,0 1-8 0,1 0-10 15,-6 0 3-15,4 0-9 16,-1 10-1 0,-4 7 0-16,2 7-1 0,-2 4 0 15,3 4 1-15,1 3-2 16,4-5 2-16,1 0 0 15,4-4 1-15,3-4-2 16,0-5 0-16,0-5-1 16,4-2-2-16,8-5-1 15,5-5-15-15,-1 0-14 16,5 0 0-16,0-7 7 16,-2-9 8-16,2-2 5 15,-6-2 2-15,-3-1 7 16,0-3 0-16,-3 0 3 0,-5 0 2 15,-4 3 4-15,0 2 1 16,0 7 16-16,0 5 7 16,0 4 13-16,0 3 9 15,0 0-13-15,0 0-15 16,0 3-22-16,0 12-8 16,-4 5 8-16,0 0 1 15,1 1-1-15,1 0-1 16,2-1 0-16,0-3 1 15,0-2 0-15,2 0-27 16,17-2-38-16,8 0-6 0,4-3 20 16,6-4 50-1,-2-6-13-15,4 0-79 0,-2-5 13 16,-2-9-13-16,1-4 1 16,-6-2 20-16,-2-2 55 15,-1-1 17-15,-7-2 7 16,-1-2 9-16,-4-2 26 15,-3 1 26-15,-4 3-12 16,-5 4 13-16,-3 5 20 16,0 6-7-16,-8 5-11 15,-14 5-10-15,-5 0-25 16,-4 5-20-16,-4 15 1 16,2 1-4-16,5 4-2 15,4 1-8-15,8-2-2 16,1 0 5-16,9-4-4 0,3-2 0 15,3-4 0-15,0-2-2 16,6-5-2-16,13-7 1 16,3 0 0-16,7 0 2 15,-1-13 4-15,1-6 0 16,-2-3 0-16,-4 1-4 16,-3 5 0-16,-10 6 0 15,-5 6 0-15,-4 4 2 16,-1 0-2-16,0 10-1 15,0 20-5-15,-1 12 5 16,-4 11 10-16,1 9-1 16,-1 9 11-16,1 7 5 0,-2 4-7 15,0 1-3-15,-2-3 6 16,1-5-7-16,-5-7-3 16,-3-13 5-16,-1-14-8 15,-1-12-1-15,1-10-4 16,2-11 0-16,0-6-1 15,-3-2 2-15,2-7 0 16,-3-20-3-16,0-10-1 16,3-11-4-16,2-14-2 15,7-8-4-15,6-3-5 16,0 6-10-16,6 12-2 16,18 10-8-16,4 7 16 15,8 4-3-15,3 4-4 0,7 5-1 16,-1 2-5-1,1 2 17-15,2 2 8 0,1-4 7 16,-4 1-1-16,-2 0 2 16,-6-2 4-16,-5-2 5 15,-7 1 13-15,-1 0 4 16,-8-1-9-16,-4 2 0 16,-7 2-4-16,-4 4 3 15,-1 2-8-15,0 5 8 16,-3 2-12-16,-12 5-4 15,-1 2-1-15,-5 2 0 16,-3 0-2-16,-1 10 1 16,-1 10 1-16,2 6 0 15,4 0 0-15,5 4 0 0,6-3-2 16,9-2 2-16,0-2 1 16,0-5 1-16,24-1-1 15,1-6 3-15,9-1 0 16,2-7 3-16,2-3-3 15,0 0-1-15,-2 0-3 16,-2-3 0-16,-1-7-2 16,-3 1-31-16,-5-1-33 15,-5 0-92-15,-20 6-98 16,0 1-355-16</inkml:trace>
  <inkml:trace contextRef="#ctx0" brushRef="#br0" timeOffset="171877.88">13877 7149 666 0,'0'0'79'0,"0"0"28"0,0 0-12 16,0 0-49-16,0 0 14 15,0 0-7-15,0 0-14 16,-89 10-10-16,71 10 0 16,2 6-5-16,-4 7-2 15,3 4 5-15,0 7-2 16,4 5 1-16,2 4 0 15,4-1-3-15,5-3-5 16,2-4-5-16,0-6-2 16,0-6-1-16,8-4-4 15,8-5-5-15,1-5 0 16,2-3-1-16,2-6-2 16,1-3 1-16,0-4-23 0,1-3-66 15,-4 0-57-15,1 0-37 16,-17-6-46-16,-2-3-268 15</inkml:trace>
  <inkml:trace contextRef="#ctx0" brushRef="#br0" timeOffset="172165.88">14007 7486 600 0,'0'0'168'0,"0"0"-70"16,0 0 37-16,0 0-49 0,0 0-15 16,0 0-25-1,6 20-31-15,-7 7 25 0,-4 6 1 16,1 0-20-16,1-3-3 16,1-1-8-16,2-6-1 15,0-7-7-15,0-3 0 16,0-6-2-16,2-6-3 15,10-1-9-15,3-5-109 16,3-18-39-16,-14 8-43 16,-1-1-188-16</inkml:trace>
  <inkml:trace contextRef="#ctx0" brushRef="#br0" timeOffset="172295.29">14048 7380 574 0,'0'0'99'16,"0"0"8"-16,0 0-38 0,0 0-52 15,0 0-17-15,0 0-2 16,-39-49-57-16,39 49-113 16,0 5-71-16,0 1-107 15</inkml:trace>
  <inkml:trace contextRef="#ctx0" brushRef="#br0" timeOffset="172642.92">14091 7518 347 0,'15'49'159'16,"-9"-17"-18"-16,-3-6-34 15,3-3-36-15,-5-7-14 0,1-6-8 16,-1-6-21 0,-1-4-11-16,0 0-8 15,0 0-4-15,0-6 9 0,0-11 8 16,0-6-11-16,0-1-10 16,2-2 6-16,2-1 4 15,4 3 4-15,2 3 8 16,2 2-3-16,2 7 9 15,3 2-1-15,-2 4-1 16,3 6 8-16,0 0-4 16,0 1 4-16,0 19-3 15,-2 6-13-15,1 4 5 16,-5 3-13-16,-5 2-7 16,-1-1 2-16,-6-2-5 15,0-3-2-15,-3-5 1 0,-7-7-20 16,1-4-72-16,4-9-48 15,4-4-47 1,1 0-177-16</inkml:trace>
  <inkml:trace contextRef="#ctx0" brushRef="#br0" timeOffset="173425.37">14982 7363 576 0,'0'0'201'16,"0"0"-121"-16,0 0 41 16,0 0-18-16,0 0-22 15,0 0-10-15,0 0 7 16,-14-65-25-16,14 63-18 15,0 2-7-15,0 0-12 16,0 0-9-16,0 9-7 16,8 15-7-16,6 11 7 15,0 11 4-15,1 4 6 16,-3 4-6-16,0-2-4 0,0-5 5 16,-5-11-3-16,2-6 1 15,-2-9-3-15,-2-10 0 16,-2-7 2-16,0-4-2 15,-3 0 0-15,5 0 4 16,-1-8 3-16,5-14 8 16,-2-9-5-16,2-6-5 15,-1-5-4-15,-1-5 1 16,1-2 0-16,-5 1 0 16,1 7-1-16,-1 9 2 15,-1 13-3-15,-2 11-1 0,1 3-3 16,-1 5-11-1,5 0-34-15,2 0-76 0,7 12-118 16,2 3 86-16,2 0-58 16,-12-8-104-16,1-2-17 15</inkml:trace>
  <inkml:trace contextRef="#ctx0" brushRef="#br0" timeOffset="173941.75">15302 7407 107 0,'0'0'204'0,"0"0"-20"15,0 0-27-15,0 0-31 16,0 0-40-16,0 0-3 15,32 4-5-15,-32-4 3 16,0 0-2-16,0 0-3 0,0 0-28 16,0 0-21-16,0 6-20 15,-11 9-6-15,-1 6 5 16,3 5-6-16,3 2-1 16,3 1 1-16,3 0 2 15,0-2-1-15,0-5-1 16,11-1-1-16,1-5 1 15,4-3-1-15,1-3 2 16,2-6 0-16,2-4 1 16,0 0 4-16,0 0 2 15,-1-10-8-15,-3-7 7 16,-2-3-5-16,-6-4 3 16,-2-4-3-16,-7-2 0 15,0-5 0-15,0-2 1 0,0 0-3 16,-12 4 0-16,-2 4 1 15,0 9 2-15,-2 7-4 16,2 8 1-16,-2 5-4 16,1 0-1-16,1 0-1 15,0 14 4-15,3 5-1 16,5 3 1-16,2 1 1 16,4 2 0-16,0 2-2 15,0-1 3-15,10-2 0 16,4-2 1-16,3-4-1 15,3-1 0-15,2-5-2 16,0-5 2-16,4-3-9 16,-2-4-64-16,3 0-28 15,-20 0-54-15,-1 0-142 16</inkml:trace>
  <inkml:trace contextRef="#ctx0" brushRef="#br0" timeOffset="174275.08">15689 7292 644 0,'0'0'213'16,"0"0"-164"-16,0 0 58 0,0 0-19 16,0 0-32-16,0 0-1 15,10-14-15-15,-10 35-28 16,0 6 26-16,0 5-12 15,0 5-3-15,2 3-1 16,1 1-9-16,-3 0 4 16,1-5-2-16,1 0-10 15,1-5 5-15,1-6-4 16,2-5-4-16,1-6-1 16,1-4-1-16,3-6-4 15,2-4-15-15,2 0-41 16,3 0-50-16,-2-11-36 15,-1-6-35-15,-12 6-105 16,-1 1-205-16</inkml:trace>
  <inkml:trace contextRef="#ctx0" brushRef="#br0" timeOffset="174541.03">15892 7404 553 0,'0'0'145'15,"0"0"-29"-15,0 0 0 16,0 0-25-16,0 0 3 15,0 0-23-15,7-59-2 16,-7 59-20-16,0 2-31 16,0 15-9-16,2 9 10 15,-1 5 17-15,1 2-6 16,2 4-8-16,-1 0-4 16,1-5-4-16,3 0 3 15,-3-9-11-15,4-3-3 16,2-4-3-16,-1-5 0 0,0-5-2 15,3-6-11-15,-2 0-52 16,-1 0-61-16,-9-10-82 16,0-2-98-16</inkml:trace>
  <inkml:trace contextRef="#ctx0" brushRef="#br0" timeOffset="175007.72">15844 7479 873 0,'0'0'47'0,"0"0"-6"16,0 0 4-16,0 0 3 15,0 0-10-15,103-6-16 16,-52-3-2-16,9-3-4 16,5-4 8-16,-10 1 43 15,-7-2-63-15,-14 0-2 16,-10 1-1-16,-12 1 0 15,-6 4 3-15,-6 1 0 16,0 3-2-16,0 4 13 16,0 2 2-16,-9 1 2 15,0 0-4-15,-3 7-14 16,3 9 1-16,3 7-2 16,3 5 0-16,3 1 1 15,0 3 1-15,0 0 6 16,15 1 5-16,8-1 0 0,3-1 6 15,0-4 4-15,-4-6 46 16,-8-8-45-16,-11-5-18 16,-3-2-5-16,0-2-1 15,-7 1 0-15,-15-2 3 16,-3-3 0-16,-2 0-3 16,3 0-10-16,3-2-28 15,7-11-34-15,4-5-62 16,7-3-68-16,3 8-120 15</inkml:trace>
  <inkml:trace contextRef="#ctx0" brushRef="#br0" timeOffset="175256.29">16447 7196 663 0,'0'0'129'0,"0"0"-70"15,86 40 81-15,-53 1-52 16,-2 3 0-16,-1 5 16 16,-6 2-21-16,-7-1-46 15,-7 1-6-15,-10-1-11 16,0-5-19-16,-3-4 1 0,-15-6 0 16,-7-6-2-1,-4-6-10-15,3-7-57 0,6-7-61 16,13-9-88-16,4 0-142 15</inkml:trace>
  <inkml:trace contextRef="#ctx0" brushRef="#br0" timeOffset="183193.23">17843 7617 611 0,'0'0'93'16,"0"0"-55"-16,0 0 57 16,0 0-31-16,0 0-2 15,0 0 26-15,17-72-26 16,-16 56-6-16,-1-2-18 16,0-3-4-16,0-3-7 15,-4-2-10-15,-11 3 6 16,0 3-2-16,-3 6-4 15,3 4 1-15,-3 5-7 16,1 4 1-16,-2 1-11 16,-3 0-1-16,1 13 4 15,-1 11-4-15,-1 7 0 16,5 10 0-16,2 5 1 16,5 4-1-16,7-1 0 0,4-4-4 15,0-4 4-15,0-3-2 16,13-8 2-16,5-6 1 15,3-7-1-15,0-7-3 16,-2-7 2-16,1-3 1 16,2 0 0-16,0-19 1 15,1-8 8-15,2-5-1 16,-4-8 3-16,-4 0-8 16,-2 0 1-16,-8 1 6 15,-2 2 5-15,-5 9-4 16,0 5 0-16,0 9 2 15,0 8 4-15,0 5-6 0,0 1-1 16,0 0-7 0,0 0-3-16,0 16-6 0,-5 6 2 15,2 9 4-15,3 0 2 16,0 0-1-16,0-1 0 16,0-5-1-16,6-4-1 15,6-5 1-15,0-5 0 16,-1-7 0-16,-3-3-3 15,0-1 1-15,1 0-4 16,-3-5 1-16,5-13 5 16,-1-6 4-16,-4-5-2 15,2-2 1-15,-3-1 0 16,-2 4-2-16,1 2-1 16,-1 8 1-16,-1 7 1 0,1 4-1 15,-2 5 0-15,1 2 1 16,3 0-2-16,2 2-6 15,2 15-1-15,3 5 7 16,1 6 0-16,-1 2 0 16,0 0 2-16,-3-4-1 15,-3-1 0-15,-3-10 2 16,0-4-3-16,-1-5 0 16,-1-6 2-16,2 0-2 15,-3 0 0-15,4 0 1 16,1-10-2-16,1-11 2 15,0-7-1-15,3-2 1 16,1 2 0-16,1 1 1 16,1 6-2-16,-1 5 0 15,1 5-1-15,-1 4 2 0,-4 7-2 16,1 0 1-16,1 2-2 16,-1 17-3-16,5 5 2 15,-3 6 2-15,2 1 1 16,1 0 1-16,1-1-1 15,1-5-9-15,4-3-20 16,4-6-37-16,4-6-36 16,5-4-52-16,4-6-26 15,0 0-44-15,-2 0-127 16,-6-15 47-16</inkml:trace>
  <inkml:trace contextRef="#ctx0" brushRef="#br0" timeOffset="183723.73">18597 7682 126 0,'0'0'204'15,"0"0"-16"-15,0 0-68 16,53-95 7-16,-45 66-32 15,-4-4-14-15,1 1 3 16,-5 0-12-16,0 6-12 16,0 6-21-16,0 9-8 15,-12 5 7-15,-3 5-6 16,-2 1-16-16,-3 0-14 16,-3 18-3-16,-1 12 2 15,-1 6 0-15,3 8-1 16,4 0-3-16,7 0 2 0,8-3 1 15,3-5 0 1,0-5 0-16,8-4-1 16,11-8-1-16,3-8 0 0,0-7-1 15,4-4 1-15,1 0 2 16,0-10 6-16,-2-11 0 16,-1-8 2-16,-1-3 3 15,-4-7 13-15,-2-5-4 16,-6-5-6-16,-5-9 6 15,-3-4-7-15,-3-5 4 16,0 0-14-16,0 6 9 16,0 13-7-16,0 17 2 15,-4 14 2-15,-4 14 4 16,-5 3-11-16,-2 13-2 16,-4 22-1-16,-4 12 1 0,5 8 0 15,5 5 1-15,8 4-1 16,5 1 1-16,0-3 0 15,4-7-1-15,15-7 1 16,4-10 0-16,3-9 0 16,0-6 0-16,0-7-1 15,1-6 0-15,-3-4-2 16,-2-6-1-16,-1 0-32 16,-1 0-69-16,-17 0-114 15,0-5-103-15</inkml:trace>
  <inkml:trace contextRef="#ctx0" brushRef="#br0" timeOffset="207481.88">20200 7306 707 0,'0'0'118'15,"0"0"-70"-15,0 0 103 16,0 0-53-16,0-77-22 15,0 70 15-15,0 5-21 16,0 2-20-16,0 0-11 16,0 0-17-16,0 0-10 0,0 16-5 15,0 18-7-15,0 17 1 16,0 13 13-16,0 10-3 16,0 5 0-1,0 1-4-15,0-5 1 0,0-7-1 16,0-6-3-16,0-7 0 15,3-4 0-15,0-9 0 16,-1-8-2-16,1-6 2 16,-3-8-4-16,0-5-2 15,0-6 2-15,0-5-1 16,0-1-1-16,0-3-19 16,0 0-29-16,0-20-31 15,-6-11-144-15,0 11-157 16</inkml:trace>
  <inkml:trace contextRef="#ctx0" brushRef="#br0" timeOffset="207813.63">20114 7510 764 0,'0'0'89'16,"1"-90"-22"-16,22 70 27 16,4 1-38-16,2 5 11 15,4 5 2-15,0 8-7 16,1 1-10-16,-2 7-21 15,-5 16-16-15,-5 7-1 16,-9 6-1-16,-3 4-1 16,-7 2-4-16,-3-2-2 15,0-4 0-15,-16-3 2 16,-6-8 0-16,-6-2 14 16,-3-7-7-16,-1-6-4 0,1-4-5 15,4-6-1-15,6 0-5 16,3 0-1-16,9-9-4 15,6-3-23-15,3-3-31 16,0 1-44-16,11-2-50 16,11 0-52-16,-10 10-94 15,1 2-223-15</inkml:trace>
  <inkml:trace contextRef="#ctx0" brushRef="#br0" timeOffset="208313.42">20560 7474 812 0,'0'0'54'0,"0"0"64"15,0 0-7-15,0 0-30 16,0 0 11-16,0 0-19 16,16-46-19-16,-16 46-24 15,-3 0-22-15,-7 3-5 16,-6 12 9-16,2 6-12 15,-1 5 1-15,5 5-1 16,1 4 1-16,3 2-1 16,6-2-3-16,0-2 3 15,0-4-3-15,12-4 3 0,6-3 2 16,6-8 0 0,4-6-1-16,3-3-1 0,2-5 0 15,2 0 1-15,-4-3 0 16,-3-16-1-16,-3-4 2 15,-5-3 2-15,-5-5-3 16,-8-5 2-16,-3-1 3 16,-4-5-3-16,0 5 15 15,-8 3 0-15,-9 5 3 16,-1 12-7-16,0 5-2 16,-2 8-2-16,-1 4-4 15,-4 0-6-15,-1 0-4 16,-1 18 1-16,3 1 2 15,7 6-2-15,7-1-32 0,10-5-15 16,0 1-45-16,2-7-86 16,23-5-32-16,-13-8-88 15,6 0-165-15</inkml:trace>
  <inkml:trace contextRef="#ctx0" brushRef="#br0" timeOffset="209466.07">20906 7438 639 0,'0'0'191'0,"0"0"-86"0,0 0 45 16,0 0-70-1,0 0-5-15,0 0 1 0,33-44-34 16,-33 53-28-16,0 13-13 16,0 9 17-16,0 3-8 15,0 1 2-15,0 0-2 16,0-3-6-16,0-7-4 15,11-6 2-15,0-4-2 16,4-8-2-16,3-4 2 16,-1-3 0-16,3 0 2 15,3-10 3-15,-4-12-3 16,4-3-1-16,-7-4 1 16,-3-1-2-16,-3 0 2 15,-2 4 0-15,-3 7 4 16,-4 8-3-16,-1 8 4 15,0 3 9-15,0 0 0 16,0 1-13-16,0 19-3 0,0 9-3 16,0 1 0-1,0 0 6-15,0-3-2 0,0-5-1 16,8-5-1-16,2-5 0 16,2-7-1-16,0-3 2 15,0-2 1-15,4 0 4 16,1-15-1-16,-1-4-2 15,-4-6 3-15,-1-5 2 16,-5-3-4-16,-6 0 3 16,0 0-4-16,0 9 0 0,-2 6-1 15,-5 10 0 1,-4 5-2-16,4 3-10 0,-2 0-25 16,4 8-55-16,4 12-100 15,1 1 8 1,0-1 8-16,9-2 4 0,6-2 100 15,3-4 71-15,4-1 4 16,3-2 49-16,4-4 71 16,5-2 11-16,0-3-33 15,1 0-71-15,-1 0 6 16,-6-3-4-16,-1-11-1 16,-7-1 3-16,-3-2-5 15,-6-3-13-15,-6-1 13 16,-5 0 11-16,0 1-5 0,0 2 0 15,0 5-8-15,-10 3 0 16,0 3-3-16,0 6-6 16,-5 1-14-16,-2 0-5 15,1 11 0-15,-5 12 0 16,3 6 0-16,3 4 0 16,5 1 0-16,7-4 0 15,3 0-1-15,0-6-1 16,3-3 1-16,12-4 0 15,2-7 2-15,2-4-2 16,1-6-10-16,1 0-15 16,-3-10-7-16,1-11 2 15,1-6-10-15,-5-4 8 0,-1-3 22 16,-1 3 11-16,-3 4 1 16,3 9 0-16,-2 7 2 15,0 5 14-15,3 6 11 16,4 0-14-16,5 0 4 15,5 14-7-15,3 8 5 16,2 6 4-16,-1 0-11 16,-1 3-2-16,-7 4 1 15,-8-3-3-15,-7 1-5 16,-9-6 0-16,0-7 1 16,0-9 2-16,-8-6 0 15,1-5-1-15,3 0 9 16,-1-1 9-16,2-20-10 15,3-10 13-15,0-7-16 16,3-9-5-16,13 2-1 0,1 4 1 16,-1 7-2-16,-2 9-1 15,0 5-3-15,-1 5-25 16,3 3-23-16,0 4-80 16,-11 8-226-16,1 0-563 15</inkml:trace>
  <inkml:trace contextRef="#ctx0" brushRef="#br0" timeOffset="210900.34">22831 7215 356 0,'0'0'289'0,"0"0"-245"15,0 0 50-15,0 0-28 16,0 0-4-16,0 0 16 16,10-72 1-16,-10 69-16 15,0 2-10-15,0-1 6 0,0 2-16 16,0 0-9 0,0 0-3-16,0 0-19 15,-1 0-4-15,-14 16-6 0,-3 8 14 16,-3 7-14-16,-1 8 0 15,-1 9 5-15,4 4 3 16,1 5-1-16,6 0 1 16,6 0 2-16,6-5-4 15,0-5 0-15,0-5-7 16,12-8 2-16,10-5 2 16,3-6-2-16,4-6-3 15,5-5 0-15,-4-5 2 16,0-6-2-16,-4-1-3 0,-1 0-55 15,-6 0-59-15,-17-1-83 16,-2-8-152-16</inkml:trace>
  <inkml:trace contextRef="#ctx0" brushRef="#br0" timeOffset="211186.88">23102 7457 905 0,'0'0'83'0,"0"0"-13"16,0 0 31-16,0 0-56 0,0 0 1 16,0 0-21-16,2 34-11 15,-2-4 15-15,0-1-6 16,0 1-13-16,6-6-5 15,-1-3 0-15,0-5-4 16,0-6-1-16,-2-5-5 16,3-5-21-16,1 0-85 15,2-20-82-15,-8 5-69 16</inkml:trace>
  <inkml:trace contextRef="#ctx0" brushRef="#br0" timeOffset="211314.03">23135 7232 788 0,'0'0'79'0,"0"0"-68"16,0 0 5-16,0 0-16 15,0 0-87-15,0 0-186 16</inkml:trace>
  <inkml:trace contextRef="#ctx0" brushRef="#br0" timeOffset="211672.53">23250 7489 449 0,'0'0'257'0,"0"0"-152"16,21 88-17-16,-20-73 5 15,-1-5-54-15,0-8-5 0,0-2-13 16,0 0-13-16,0 0 2 16,0-1 3-16,0-13 17 15,0-9-18-15,0-3-5 16,0-3-2-16,0-2 4 15,2 3 17-15,7 3 7 16,1 3 3-16,5 7-3 16,0 3 9-16,4 7-4 15,1 2-8-15,1 3-4 16,3 0-11-16,1 10-1 16,6 10-4-16,-1 5-1 15,-2 6-5-15,1 3 2 16,-11 1-2-16,-5-2-4 0,-5-4-3 15,-8-2-13 1,0-7-27-16,0-5-66 0,0-8-73 16,0-7-88-16,-2 0-479 15</inkml:trace>
  <inkml:trace contextRef="#ctx0" brushRef="#br0" timeOffset="213578.19">24308 7159 479 0,'0'0'286'0,"0"0"-220"16,0 0 42-16,0 0-14 15,0 0-9-15,0 0-5 16,0 0-13-16,-8-70-33 16,8 74-13-16,0 20-5 15,0 12-9-15,0 6 17 16,0 8 12-16,2 0-14 16,-1 4 2-16,2 2-10 0,-3 2 0 15,0-3-5 1,0-6-3-16,0-6-5 0,0-9 2 15,0-7-3-15,0-9 1 16,0-7-3-16,0-4 1 16,0-7 0-16,5 0-37 15,4-4-66-15,0-18-113 16,-6 5-116-16,1-1-445 16</inkml:trace>
  <inkml:trace contextRef="#ctx0" brushRef="#br0" timeOffset="213998.26">24534 7298 857 0,'0'0'54'15,"0"0"43"-15,0 0 12 0,0 0-54 16,0 0-5-16,0 0-6 16,23-21-37-16,-43 45 6 15,-8 4-4-15,-2-1-5 16,-1 0-4-16,1-6-1 15,5-3 1-15,3-7-2 16,8-4 1-16,5-4 2 16,5-3-1-16,4 0 1 15,0 0 2-15,0 0 3 16,0 0 2-16,0 0 23 16,0 0-9-16,10-4-9 15,2 1 3-15,6 3-2 16,0 0 1-16,3 0-3 0,2 7 1 15,-4 13 0-15,0 3 1 16,-1 2-3 0,-6 3-3-16,0 2-8 0,-1-3 1 15,-3-1 0-15,-2-3-1 16,2-4 0-16,-1-4-2 16,0-6-18-16,2-5-42 15,3-4-36-15,0 0-108 16,-9-4-41-16,2-8-189 15</inkml:trace>
  <inkml:trace contextRef="#ctx0" brushRef="#br0" timeOffset="214568.63">24793 7390 624 0,'0'0'106'0,"0"0"25"16,0 0 10-16,0 0-40 15,0 0 1-15,0 0-10 16,0 0-26-16,26-71-26 16,-26 73-23-16,0 16-17 15,0 10 6-15,0 5 7 16,0 0 2-16,0-2-7 16,0-4-5-16,0-4 2 15,0-5-5-15,5-5-1 16,6-5-1-16,2-5 3 0,2-3-2 15,6 0 2 1,-1-6-1-16,0-13 0 0,1-5-1 16,-6-4 0-16,0-2 0 15,-5 3 0-15,-4 5 1 16,0 6 0-16,-5 7 1 16,-1 5 1-16,0 4 4 15,0 0 6-15,0 0-8 16,0 7-4-16,0 12-8 15,0 4 8-15,3 0 1 16,4-2 0-16,2-1 2 16,2-5-3-16,1-4 0 15,5-4 0-15,1-6-2 0,2-1 4 16,1 0-2 0,-3-5 6-16,0-11-3 0,-4-2-2 15,-4-4 3-15,-3 0 2 16,-4 2 1-16,-3 0 0 15,0 2-3-15,0 4-4 16,-4 3 0-16,-12 1-3 16,1 1-17-16,-3 4-29 15,4-2-110-15,9 5-135 16,3 1-253-16</inkml:trace>
  <inkml:trace contextRef="#ctx0" brushRef="#br0" timeOffset="-214685.88">25276 7082 889 0,'0'0'57'0,"0"0"-6"15,0 0 26-15,92 57-12 16,-62-8 13-16,5 5 10 16,-3 2-11-16,1 6-29 15,-4 0-18-15,-14-1-2 16,-10 2-23-16,-5-7 1 15,-10-9-6-15,-20-4-3 16,-4-11 3-16,-2-5-9 16,0-8-31-16,2-7-48 15,21-12-140-15,2 0-173 16</inkml:trace>
  <inkml:trace contextRef="#ctx0" brushRef="#br0" timeOffset="-210448.92">26613 7328 543 0,'0'0'186'16,"0"0"-122"-16,0 0 34 0,0 0-39 15,0 0-6-15,0 0 7 16,0 0-8-16,0 0-6 16,57-64-12-16,-38 64-2 15,2 0-5-15,0 21-8 16,-4 12-5-16,-3 7-8 16,-8 7-1-16,-4 5-1 15,-2 4-3-15,0-4 3 16,-6-9-1-16,-8-6-3 15,1-14 0-15,2-9 2 16,1-6-2-16,7-6 2 16,-2-2 4-16,2 0 3 15,0-20 17-15,0-8 12 0,3-8-8 16,0-6-10-16,0-3 0 16,2-2-9-16,10 5-2 15,3 8-5-15,-3 7-3 16,-1 10-1-16,0 6-1 15,1 8-4-15,4 3-42 16,1 0-96-16,4 14-48 16,-15-1-69-16,1-2-171 15</inkml:trace>
  <inkml:trace contextRef="#ctx0" brushRef="#br0" timeOffset="-209799.07">26981 7531 492 0,'0'0'142'0,"0"0"-17"0,0 0-5 15,0 0-32-15,0 0-7 16,0 0-23-16,85 1-19 16,-74-16-4-16,-5-3-11 15,0-1 3-15,-6-2 0 16,0 0-7-16,0 3 4 16,-6 1 2-16,-3 4-10 15,0 4 0-15,0 5 10 16,0 2-8-16,0 2-8 15,-2 0-10-15,-2 3 3 16,-3 13 2-16,2 7-8 16,4 5 4-16,-2 4-1 0,8 4 6 15,2-1-6-15,2-1 2 16,0-3-2-16,2-3 1 16,14-4-1-16,0-4 0 15,5-6 0-15,0-5 0 16,3-6 2-16,0-3-1 15,3 0 2-15,1-4 1 16,0-14 0-16,1-6 3 16,-1-6-7-16,-1-5 1 15,-4-5 1-15,-4-3 0 16,-7-4 0-16,-5 2 1 16,-6 7 2-16,-1 8 7 15,0 12 1-15,0 10-4 16,0 5 7-16,0 3-13 0,0 0-1 15,0 0-2-15,-1 15-4 16,-1 9 1-16,2 9 1 16,0-1 2-16,3 3 0 15,14 2 1-15,1-2-1 16,-1-4 0-16,0-4 1 16,-6-4 0-16,-1-7-1 15,-9-3 0-15,-1-1 1 16,0-4 0-16,0 1-1 15,-16-2 1-15,-3-2-1 16,-7 2 0-16,1-2 0 16,0-3-27-16,6-2-17 15,5 0-52-15,9 0-100 16,5 0-60-16,0-4-303 0</inkml:trace>
  <inkml:trace contextRef="#ctx0" brushRef="#br0" timeOffset="-209486.27">27520 7360 894 0,'0'0'104'16,"0"0"-42"-16,0 0 36 16,0 0-73-16,0 0-15 15,0 0 25-15,24 107 6 0,-21-50-10 16,6 8-1-16,1 4 0 15,5 1 2-15,-1 1 21 16,-4-3-42-16,-3-6-1 16,-2-6-2-16,-4-8 2 15,-1-10-4-15,0-11-3 16,0-7-2-16,0-10 0 16,0-5 2-16,0-5-6 15,0 0-13-15,0-4-36 16,-1-20-70-16,-8-10-104 15,5 14-138-15</inkml:trace>
  <inkml:trace contextRef="#ctx0" brushRef="#br0" timeOffset="-209231.49">27529 7515 808 0,'0'0'77'0,"0"0"27"15,0 0-25-15,89-84-28 16,-48 73 17-16,1 9 2 15,-1 2-26-15,-5 7-13 16,-2 18-5-16,-8 5-4 16,-13 4-14-16,-7 0-7 15,-6 1-1-15,-10-1 1 16,-20-2 2-16,-6-3 9 16,0-8-9-16,3-7-2 15,7-7-1-15,6-6-6 16,8-1-39-16,11 0-92 0,1-11-46 15,0-2-208-15</inkml:trace>
  <inkml:trace contextRef="#ctx0" brushRef="#br0" timeOffset="-208470.84">28147 7555 771 0,'0'0'40'0,"0"0"42"16,0 0 11-16,0 0-30 15,0 0-11-15,0 0-1 16,89-28-17-16,-81 14 3 15,-4 0-3-15,-1-2-9 16,-3-1-8-16,0-2 2 16,0 1-2-16,-6 0-5 15,-6 1-7-15,-3 3 6 16,2 4-8-16,-2 5 6 0,6 4 0 16,-3 1 2-16,0 0-8 15,-2 10 2-15,-2 10-4 16,6 7 0-16,2 5-1 15,5 4 0-15,3 2 11 16,0-2-1-16,0 0-2 16,12-6 9-16,6-1-9 15,3-6 4-15,4-4-8 16,-1-4 0-16,1-5-4 16,-2-3-1-16,4-4 0 15,0-3-3-15,0 0-34 16,-2 0-53-16,-1-11-54 0,-5-5-47 15,-16 7-79-15,0 0-185 16</inkml:trace>
  <inkml:trace contextRef="#ctx0" brushRef="#br0" timeOffset="-208154.11">28563 7435 483 0,'0'0'90'16,"0"0"40"-16,0 0-21 15,0 0-23-15,0 0-3 16,0 0 7-16,10-52-11 16,-10 52-28-16,-7 0-19 0,-5 10-14 15,0 8-12 1,-3 7 3-16,5 5 7 0,2 3 3 16,5-3 0-16,3 0 0 15,0-2-3-15,0-2 1 16,9-4 2-16,6-3-11 15,4-5-1-15,2-4-7 16,0-6 0-16,3-1-2 16,1-3 2-16,2 0-44 15,-3-4-38-15,-3-11-48 16,-6-3-37-16,-15 8-124 16,0 0-259-16</inkml:trace>
  <inkml:trace contextRef="#ctx0" brushRef="#br0" timeOffset="-207838.63">28760 7278 149 0,'0'0'664'0,"0"0"-583"16,0 0 50-16,0 0-39 16,0 0-12-16,0 0-9 15,0-42-31-15,0 51-19 16,0 14-16-16,0 8 15 0,0 3 13 15,0 4-4 1,0 1-4-16,4-2-6 16,1 2-1-16,1-4-10 0,2-6 3 15,2-4-6-15,-1-7-5 16,2-4-1-16,0-4 0 16,-2-5 1-16,3-3-2 15,-3-2 0-15,-2 0-21 16,-1-2-29-16,-6-14-47 15,0-4-85-15,0 9-85 16,-3-1-346-16</inkml:trace>
  <inkml:trace contextRef="#ctx0" brushRef="#br0" timeOffset="-207516.13">28761 7461 316 0,'0'0'422'0,"0"0"-335"15,0 0 22-15,0 0-17 16,0 0-41-16,0 0-22 0,-1-28-6 15,23 22-6-15,2-3-11 16,8 2-2-16,-1-1-3 16,6 0 8-16,-1 3 1 15,0 0 0-15,1 1 6 16,0 3 20-16,-4 1-13 16,-6 0 5-16,-8 0-16 15,-7 1-9-15,-2 13 1 16,-5 6 2-16,-2 5 6 15,-1 6 6-15,-2 4 3 16,0-2-6-16,0-2-3 16,0-4-8-16,-4-6-2 0,1-4 1 15,2-6-3-15,-1-6 0 16,2-5-2-16,0 0-46 16,0-3-121-16,0-9-70 15,0-2-246-15</inkml:trace>
  <inkml:trace contextRef="#ctx0" brushRef="#br0" timeOffset="-207380.03">29158 7295 775 0,'0'0'113'16,"0"0"-75"-16,0 0 17 16,0 0-55-16,0 0-4 15,0 0-79-15,-18-42-125 0,18 42-271 16</inkml:trace>
  <inkml:trace contextRef="#ctx0" brushRef="#br0" timeOffset="-206717.86">29158 7295 582 0,'108'73'116'0,"-88"-46"8"15,1 6 24-15,0 2-67 16,2 2-21-16,-4 1-8 15,-4-1-10-15,-2-8-18 16,-5-4-8-16,-2-12-9 16,0-6 5-16,-5-7-5 15,1 0 14-15,1 0 16 16,2-3 14-16,1-14 1 0,4-10-33 16,0-10 6-16,5-7-17 15,0-4-5-15,1-3 0 16,5 4-1-16,-6 7-2 15,-3 10-2-15,-2 13-1 16,-8 10-18-16,-1 5-18 16,2 2-36-16,2 2-50 15,3 13-24-15,3 5 52 16,-2 2-4-16,6-3 15 16,-3-1 48-16,0 0 38 15,3-4 3-15,-3-3 14 16,1-4 34-16,1-3 8 0,2-4 20 15,2 0 1 1,3 0-32-16,1-1-8 0,-1-12-8 16,-1-2-22-16,-5-2-3 15,-5 1 0-15,-4 1-2 16,-6 2-1-16,0 3 10 16,0 3-2-16,-11 3 9 15,-5 4-2-15,1 0-9 16,-6 0-6-16,4 11-4 15,0 9-2-15,4 1 0 16,5 4 2-16,2 2 0 16,6 0 1-16,0-2 1 15,0 0 1-15,11-4 2 16,11-1-5-16,6-2 7 16,5-4-5-16,3-4 6 0,0-7-4 15,0-3-4-15,-1 0-8 16,-4-6-63-16,-2-11-31 15,-7-7-50-15,-2-4-23 16,-20 14-70-16,0-3-111 16</inkml:trace>
  <inkml:trace contextRef="#ctx0" brushRef="#br0" timeOffset="-205855.41">30086 7122 454 0,'0'0'167'0,"0"-81"-11"0,0 65-72 16,0 4-12-16,0 5 5 15,0 3-6-15,0 4 3 16,0 0-31-16,0 0 7 16,0 0-21-16,-1 9-14 15,-1 20-15-15,0 12 13 16,1 8 0-16,1 6 10 16,0 0 6-16,0-3-1 15,8-5-9-15,4-1 3 16,2-2-13-16,5 1-1 15,3-2-8-15,-1-11 6 16,1-8-4-16,-4-8-4 16,1-9 2-16,-1-6 0 0,3-1 0 15,-2 0 0 1,1-14-25-16,-2-7 5 0,-3-6 0 16,1-5 3-16,-5-4 10 15,0 0 7-15,-3 3 1 16,-5 8-1-16,0 9 3 15,-3 8 6-15,0 5 13 16,0 3 0-16,0 0-9 16,0 0-12-16,0 14-1 15,-6 11-5-15,-3 8 5 16,3 1 0-16,3 4 1 16,3-1 1-16,0-6-1 15,3-3-1-15,12-8 0 16,0-8 0-16,6-6 0 0,-1-6 0 15,5 0 0-15,0-21-1 16,2-9-7-16,1-7-18 16,-4-5 6-16,-2 0 18 15,-4 1 1-15,-6 8 2 16,-8 15 4-16,-4 8 4 16,0 9 11-16,0 1 8 15,-8 3-16-15,-9 19-11 16,-2 14 1-16,1 11-2 15,-1 10 1-15,5 9 0 16,-1 9 4-16,6 8 1 16,-1 8 8-16,6 3 1 0,0-1-11 15,3-2 14-15,-4-5-14 16,1-7 2-16,-5-12-1 16,-3-13 3-16,-2-19-5 15,3-14 2-15,0-12 2 16,-1-9-1-16,-3 0 2 15,-3-14 2-15,-2-20-8 16,0-17-2-16,8-12-4 16,8-13 2-16,4-2 0 15,4 0 2-15,21 5 0 16,8 8-2-16,3 6-1 16,-1 11-3-16,-1 10-13 15,-1 9-9-15,-5 11-24 0,3 8-32 16,-7 4-111-1,-19 6-111-15,-4 0-322 0</inkml:trace>
  <inkml:trace contextRef="#ctx0" brushRef="#br0" timeOffset="-189777.1">1708 9904 580 0,'0'0'113'15,"0"0"-48"-15,0 0 34 16,0 0-17-16,0 0 7 15,0 0-12-15,0 0-12 16,0 0-14-16,0 0-11 16,16-72-1-16,-16 57-1 0,-7-2-16 15,-8 0-3 1,-2-1-10-16,1 2 5 0,1 5 0 16,0 2-2-1,0 6-3-15,-1 3-7 16,1 0 5-16,-3 0-7 0,0 17 0 15,2 12-1-15,-2 7 1 16,3 7 0-16,6-1-1 16,2-4 1-16,7-5 0 15,0-7-2-15,0-6 0 16,5-4 0-16,6-8 2 16,8-4-1-16,-2-4-3 15,5 0 4-15,2-9 4 16,-3-14 1-16,1-2 3 15,-8-6-6-15,2-2 1 16,-7-1-3-16,-4 2 4 16,-5 5 4-16,0 6-3 0,0 10 5 15,0 6 2-15,0 5 3 16,0 0-6-16,0 0-9 16,0 16 0-16,0 10-8 15,0 7 8-15,0 2 2 16,7-2-1-16,2-3 1 15,6-5 1-15,4-6-3 16,2-3-2-16,0-5 1 16,3-6 0-16,4-5-2 15,-1 0-6-15,0-6-7 16,0-15-4-16,-2-6-10 0,-2-5-9 16,-7-7-15-16,-4-1-4 15,-3-3 24-15,-6 0 23 16,-3-2 11-16,0 8 3 15,0 7 8-15,0 10 2 16,0 9 32-16,0 6-3 16,0 5 4-16,0 0-8 15,0 0-12-15,0 0-22 16,0 19-4-16,0 12 0 16,0 11 4-16,0 8 11 15,0 3-2-15,0 0-4 16,4-6-1-16,8-4 0 15,3-8-5-15,5-5-1 16,-1-9-2-16,5-6-3 0,-3-9 3 16,7-6-3-16,-1 0-4 15,4-8-28-15,-5-16-26 16,-13-3-99-16,-13 11-150 16,0 3-467-16</inkml:trace>
  <inkml:trace contextRef="#ctx0" brushRef="#br0" timeOffset="-189634.39">2066 9848 846 0,'0'0'224'0,"0"0"-196"0,0 0 73 15,0 0-74 1,0 0-27-16,0 0 7 0,77-30-4 16,-14 18-3-1,7-7-46-15,-40 11-140 16,-3-1-280-16</inkml:trace>
  <inkml:trace contextRef="#ctx0" brushRef="#br0" timeOffset="-189078.28">3306 9605 868 0,'0'0'120'16,"0"0"9"-16,0 0 2 15,0 0-56-15,0 0-27 16,0 0-35-16,0 0 7 16,-9 82 17-16,9-40-5 15,0 2-10-15,0 4-6 16,0-3-1-16,6-1-5 16,-3-3-3-16,4-7-2 15,-4-6-3-15,0-5 0 16,0-8-1-16,0-4-2 15,0-6 0-15,2-4 0 16,2-1-17-16,5 0-62 0,-6-10-184 16,0-4-206-1</inkml:trace>
  <inkml:trace contextRef="#ctx0" brushRef="#br0" timeOffset="-188544.52">3546 9643 1080 0,'0'0'80'0,"0"0"-15"0,0 0 27 16,0 0-32-1,106-43-19-15,-79 43-13 0,3 0-11 16,0 8-5-16,-2 10-1 15,0 7 0-15,-7 5-6 16,-7 3-1-16,-13 5-1 16,-1 3-3-16,-9-2 0 15,-19 1 3-15,-7-5-1 16,-2-5 4-16,1-7-5 16,6-9-1-16,2-7-5 15,9-7-5-15,2 0 9 16,5 0-3-16,5-7 1 15,2-7-3-15,5-1 2 0,0 0 4 16,0 2 3 0,3 0-1-16,11 3 1 15,4 3 0-15,2 3 3 0,2 3-1 16,1 1-1-16,1 0 2 16,0 8 2-16,-1 10-1 15,-4 4-4-15,0 3 1 16,-5 2-1-16,-4 0-3 15,0-3 2-15,-2-4-1 16,1-5-1-16,3-7-18 16,1-5-20-16,5-3-43 15,5 0-112-15,-1-17-35 0,-13 5-135 16</inkml:trace>
  <inkml:trace contextRef="#ctx0" brushRef="#br0" timeOffset="-188128.37">4026 9772 591 0,'0'0'189'0,"0"0"-44"16,0 0-15-16,0 0-20 15,0 0-28-15,0 0-7 16,3-40-49-16,-3 60-25 16,-3 8 11-16,-3 3-8 15,1 4 0-15,3 0 2 16,2-4-5-16,0-1 0 15,0-5 0-15,3-6 0 16,10-4 2-16,-1-5-6 0,3-4 3 16,2-4 0-16,2-2 0 15,-1 0 4-15,3-6-1 16,-2-13 5-16,-4 0-1 16,-2-4 2-16,-5-2 13 15,-2-1-3-15,-3-1 3 16,-3-5 1-16,0 2 0 15,-6 4-7-15,-6 5-6 16,-4 3-6-16,-5 9-4 16,4 4-2-16,-5 4-1 0,-2 1-2 15,0 0-1 1,5 14-8-16,5 7-15 0,4 1-30 16,10 0-53-16,0-8-109 15,3-13-78-15,9-1-326 16</inkml:trace>
  <inkml:trace contextRef="#ctx0" brushRef="#br0" timeOffset="-187728.97">4471 9701 872 0,'0'0'256'0,"0"0"-188"16,0 0 32-16,0 0-70 15,0 0-26-15,0 0 9 0,16 93-10 16,-23-58-2 0,1-3-1-16,6-1 0 0,0-3 0 15,0-4 1-15,0-4-2 16,10-6 1-16,4-7-2 16,5-7-1-16,4 0 0 15,2 0 3-15,0-16 1 16,1-3 11-16,-4-3-4 15,-7-2 7-15,0 1 8 16,-8-2 6-16,-5 0 1 16,-2-2-2-16,0-1 2 15,-9 2-14-15,-15 5-10 0,2 6-6 16,-5 7-3 0,-3 6-2-16,2 2 1 0,-2 0 3 15,7 2-30-15,4 9-13 16,10-2-61-16,9-6-163 15,0-3-182-15</inkml:trace>
  <inkml:trace contextRef="#ctx0" brushRef="#br0" timeOffset="-187078.69">5141 9799 772 0,'0'0'104'0,"0"0"0"16,0 0-35-16,0 0-28 15,0 0 8-15,0 0 3 16,88-39 6-16,-63 39-12 16,-2 15-23-16,-4 9 1 15,2 6-16-15,-6 5 3 16,-6 1-1-16,-2-2-7 15,-7-3 3-15,0-7-5 16,0-9 0-16,0-5 1 16,-7-4 1-16,4-6-3 0,1 0 9 15,-2 0-1-15,1-16-3 16,-2-7 27-16,5-7-18 16,0-6-3-16,0 0-5 15,0-2 6-15,6 1-12 16,5 5 1-16,2 6-1 15,-2 4-3-15,3 6-29 16,0 5-56-16,4 5-98 16,-12 6-133-16,1 0-403 15</inkml:trace>
  <inkml:trace contextRef="#ctx0" brushRef="#br0" timeOffset="-186822.66">5557 9739 767 0,'0'0'84'0,"0"73"35"16,0-26 1-16,12 12-19 16,6 6 31-16,3 8-69 15,-5 3-24-15,-1 3-17 16,-6-2 6-16,-3-4-14 16,-5-10-4-16,-1-11-3 15,0-11-6-15,0-12 1 16,0-9 0-16,-1-10-2 15,-1-7 2-15,-3-3-4 16,3 0-13-16,-4-18-31 0,3-15-93 16,0 12-164-16,2-2-96 15</inkml:trace>
  <inkml:trace contextRef="#ctx0" brushRef="#br0" timeOffset="-186528.38">5563 9874 776 0,'0'0'80'0,"15"-74"10"16,13 59-2-16,1 0 1 15,2 7 9-15,3 2-16 16,-2 6-20-16,-4 0-18 0,0 10-11 16,-7 13-19-1,-6 5-2-15,-6 3 0 0,-9 2-11 16,0 0 10-16,-12 1-11 15,-16-1 10-15,-8-4-6 16,2-5 0-16,-5-7-2 16,5-7-2-16,8-7-3 15,7-3-25-15,13 0-31 16,6-18-58-16,0 3-117 16,10 0-207-16</inkml:trace>
  <inkml:trace contextRef="#ctx0" brushRef="#br0" timeOffset="-185873.98">5926 9789 878 0,'0'0'94'0,"0"0"-21"16,0 0 32-16,0 0-27 15,0 0-11-15,86 23-31 16,-71-4-18-16,-6-1-6 15,2 4-5-15,-7-3 0 16,-1 1-7-16,-3-3 0 16,0-3 0-16,0-5 0 15,0-5 0-15,0-4-9 16,0 0 9-16,0 0 3 0,-3-6 3 16,2-14-6-16,1-7-4 15,0-2 4 1,0-4 4-16,11 4-1 0,6 1 2 15,4 3 8-15,1 7-1 16,2 3-1-16,0 6 2 16,4 8-4-16,-1 1-2 15,-3 0 6-15,-2 19-13 16,-5 8 1-16,-7 6-1 16,-6 2 0-16,-4 5 1 15,0-5 0-15,-4-1-2 16,-6-9-4-16,1-9-17 15,1-7-7-15,1-9 8 0,4 0 21 16,1 0 3 0,1-9 9-16,1-12-12 0,0-5-8 15,0-6 5-15,3-5 3 16,16-3 0-16,-1 0 1 16,0 4 1-16,3 11-1 15,-5 8 0-15,-1 10 11 16,-3 6 7-16,0 1 2 15,-3 0-10-15,0 14 3 16,0 14-1-16,-3 7-8 16,-5 7 5-16,-1 1 1 15,0-2-9-15,0-3 5 16,0-7-6-16,0-6-1 16,0-7 0-16,5-8-3 0,8-7-24 15,5-3-45-15,-10 0-95 16,-2-3-162-1</inkml:trace>
  <inkml:trace contextRef="#ctx0" brushRef="#br0" timeOffset="-185578.75">6682 9896 69 0,'0'0'817'0,"0"0"-797"0,0 0 55 16,0 0-12-1,0 0-15-15,0 0-17 0,9 29-16 16,-9-29 3-16,2 0 22 16,-2 0 27-16,0 0 0 15,0 0-5-15,0 0-16 16,0 0-22-16,0 0-15 15,0 0-9-15,-11 0-4 16,5 0-22-16,-3 2-86 16,9-1-188-16</inkml:trace>
  <inkml:trace contextRef="#ctx0" brushRef="#br0" timeOffset="-176264.21">7747 9607 657 0,'0'0'85'0,"0"0"8"15,0 0 20-15,0 0-36 16,0 0-6-16,0 0-3 16,3-56 0-16,-3 56-7 15,-3 0-17-15,-6 0-16 16,-1 2-15-16,-1 16-12 16,-5 5-1-16,8 5 2 15,-2 3-3-15,7 5 2 16,3-1-2-16,0 0 2 15,0-2 0-15,13-6 0 0,6-4 2 16,3-4-2-16,3-5-1 16,0-7 0-16,4-7 1 15,-5 0 1-15,3 0 1 16,-2-17 2-16,-4-6 5 16,-6-4 1-16,1-3-1 15,-7-5 5-15,-9 3-6 16,0-2 3-16,0 0-7 15,-4 3 4-15,-14 3-3 16,3 5 0-16,-1 9-1 16,-1 6 2-16,1 5-4 15,1 3 1-15,-3 0-4 0,0 11-2 16,0 10 2 0,4 5 0-16,3-1 0 0,6 2 0 15,5-4-1-15,0 0-2 16,5-4 0-1,11-2 0-15,8-6-14 0,3-4-15 16,8-4-8-16,6-3-42 16,2 0-19-16,3-4-7 15,-4-15-8-15,0-2 0 16,-8-4 51-16,-6-3 18 16,-6-3 21-16,-6-4 26 0,-7-1 0 15,-5-3 3 1,-4 0 26-16,0 4 11 0,0 7 40 15,0 8 24-15,0 10 0 16,-1 7-15 0,-1 3 3-16,1 0-21 0,-1 9-53 15,-1 24-15-15,0 14-3 16,-1 17 26-16,4 8 6 16,0 9 0-16,0 6-2 15,0 1-9-15,12-1-5 16,1-7 1-16,1-9-7 15,-2-12 1-15,-2-11-1 16,-4-10-7-16,0-10-2 16,-3-9 0-16,-3-8 0 15,0-6-1-15,0-5 0 16,0 0-5-16,-9 0-19 16,-9-22-33-16,9 5-128 0,-3-3-243 15</inkml:trace>
  <inkml:trace contextRef="#ctx0" brushRef="#br0" timeOffset="-176113.71">8050 9964 906 0,'0'0'108'15,"0"0"-25"-15,0 0 22 16,0 0-55-16,0 0-31 16,43-77-10-16,-2 65-6 15,14-5-3-15,9-2-7 0,8 1-140 16,-42 11-80-1,-5 1-182-15</inkml:trace>
  <inkml:trace contextRef="#ctx0" brushRef="#br0" timeOffset="-175510.11">9202 9381 779 0,'0'0'104'0,"0"0"45"0,0 0-21 15,0 0-33-15,0 0-12 16,0 0-30-16,0-34-30 16,0 41-14-16,0 17-8 15,0 11 8-15,0 10 14 16,1 8-2-16,5 3-2 15,0 3-1-15,-1 1-6 16,2-3-1-16,-4-4-6 16,0-8 1-16,-1-8-3 15,-2-12-3-15,0-8 0 16,0-9-1-16,0-6 0 16,0-2-19-16,0 0-31 0,-8-19-110 15,1 4-183 1,1-2-381-16</inkml:trace>
  <inkml:trace contextRef="#ctx0" brushRef="#br0" timeOffset="-174625.86">9090 9690 749 0,'0'0'88'0,"0"0"-20"16,0 0 32-16,0 0-74 0,0 0-12 16,0 0-3-1,99-50 16-15,-49 42-14 16,1-3 0-16,0-2 4 0,-2-2-7 15,-7-4-4 1,-1-2-1-16,-6-3 8 0,-7-4-1 16,-7-5 5-16,-8 0-9 15,-10-3-2-15,-3 2 9 16,0 5 12-16,0 4 16 16,-6 8-14-16,-4 6 8 15,1 6-6-15,3 3-7 16,1 2 0-16,-3 0-20 15,0 12-4-15,-1 16 4 16,0 13-1-16,2 11 0 16,4 6 1-16,3 6-1 15,0-1-2-15,0-1 7 16,0-3-3-16,0-7 2 16,1-9-5-16,1-11-2 15,5-10 5-15,-4-11-5 0,0-7-3 16,0-4 1-1,2 0 2-15,1-1-6 0,5-21 2 16,3-9 3-16,4-7 0 16,-3-3-10-16,1 3 5 15,-1 3 1-15,0 8 4 16,-3 7 1-16,3 8 0 16,-3 5 0-16,-3 7 0 0,0 0 2 15,1 7 1 1,1 16 1-16,-2 7 4 0,1 4-3 15,-4 1 1-15,3-1-1 16,3-4-3-16,-3-5-2 16,3-6 0-16,1-5-1 15,4-8-5-15,5-5-23 16,6-1-39-16,4 0-45 16,-1-9-7-16,-3-5 34 15,-2-4 28-15,-8-2 45 16,-4-1 13-16,-6-2 2 15,1-1 10-15,-4-1 36 16,-3-2-5-16,-2 2-7 16,0 1-5-16,0 4 2 15,0 6 3-15,-5 8 3 16,-6 6 12-16,-3 0-16 16,-5 13-18-16,-2 14-17 0,2 8 0 15,3 3 0-15,8-1 1 16,8-3-1-16,0-6 3 15,15-7-2-15,12-7 4 16,9-7 9-16,10-5 13 16,7-2 0-16,7 0 1 15,6-10-10-15,-4-6 3 16,-9-1-12-16,-10 3-8 16,-12 2-1-16,-14 2-14 15,-7 1-28-15,-7 3-73 16,-3 6-111-16,0-2-325 15</inkml:trace>
  <inkml:trace contextRef="#ctx0" brushRef="#br0" timeOffset="-172767.4">11422 9557 365 0,'0'0'330'16,"0"0"-274"-16,0 0 55 0,0 0-14 15,0 0-36-15,-16-78 10 16,16 68 0-16,10 2-6 16,6 4-23-16,4 3-4 15,3 1-16-15,2 0 3 16,0 11-9-16,-3 13 0 15,-3 7-8-15,-3 3-5 16,-9 3 2-16,-4 1-1 16,-3 0-4-16,0-4 6 15,0-5-4-15,-10-8-2 16,0-7 0-16,-1-6 2 0,2-6 3 16,1-2 0-16,2 0 1 15,-1-17 4-15,4-11-3 16,3-4 7-16,0-5-5 15,0-4-4-15,3 3 5 16,10 0-3-16,1 7-5 16,0 7-2-16,0 5-1 15,4 8-5-15,-2 7-14 16,7 4-52-16,-3 0-64 16,0 7-107-16,-14 3-87 15,-3 0-159-15</inkml:trace>
  <inkml:trace contextRef="#ctx0" brushRef="#br0" timeOffset="-172398.95">11773 9564 395 0,'0'0'208'0,"0"0"-65"0,0 0-7 16,0 0-46-16,0 0-31 15,0 0-5-15,72 37-13 16,-61-37-11-16,1-4 3 16,1-10-5-16,-4-4-3 15,-1 0-6-15,-5 0-8 16,1 0 5-16,-4-1-6 15,0 3 19-15,0 4 0 16,-10 2-1-16,-1 5 4 16,-2-1-12-16,3 6-1 0,-4 0-11 15,-2 0-3 1,-1 17-3-16,-1 7-1 16,5 7 2-16,1 4-1 0,6 0 2 15,3-1 2-15,3-3 1 16,0-1-1-16,0-2-2 15,15-4-1-15,4-3-3 16,5-5 1-16,3-6-1 16,3-2-2-16,3-6 2 15,-1-2-5-15,3 0-40 16,-1 0-51-16,-2-10-125 16,-26 1-129-16,-2-1-323 15</inkml:trace>
  <inkml:trace contextRef="#ctx0" brushRef="#br0" timeOffset="-171849.09">12226 9451 624 0,'0'0'172'0,"0"0"-76"16,0 0 64 0,0 0-40-16,0 0-4 0,0 0-44 15,-3-21-63-15,-15 55 6 16,3 7-7-16,-1-2-1 15,7 2 4-15,4-2-7 16,5-4-2-16,0-7-2 16,0-4-2-16,14-7 0 15,5-7-1-15,3-6-2 16,3-4-17-16,3 0 2 0,-1-11 6 16,0-9 8-16,-4-2 2 15,-2-1 2 1,-6 3 2-16,-6 5 1 0,-4 5 3 15,-3 6-3-15,-2 4 26 16,0 0 2-16,0 0-16 16,0 16-11-16,0 10-2 15,-7 2 3-15,6 0-2 16,1-4-1-16,0-3-1 16,3-4-2-16,13-5 0 15,1-7-7-15,5-5 5 16,2 0-1-16,1-7 6 0,2-13 2 15,-3-5 8 1,1-3-6-16,-4 1 16 0,-4-1 2 16,-9-2 7-16,-8 2-18 15,0 1 6-15,-11 0 6 16,-12 9-13-16,-4 7-8 16,-3 5-2-16,0 6-2 15,-1 0-5-15,3 3 7 16,6 10-16-16,6 1-22 15,9 1-36-15,7-11-123 16,0-1-153-16</inkml:trace>
  <inkml:trace contextRef="#ctx0" brushRef="#br0" timeOffset="-170914.95">12867 9501 711 0,'0'0'56'16,"0"0"73"-16,0 0-66 15,0 0-4-15,0 0-22 16,0 0 2-16,39-58 3 16,-21 54-3-16,2 4-10 15,-4 0 3-15,6 1-5 16,-5 19-7-16,-2 6-2 0,-3 7-11 15,-6 5 6 1,-5 0-3-16,-1 0-4 0,0-1-6 16,-3-6-2-16,-7-3 2 15,-2-8-31-15,3-6 4 16,1-7 21-16,4-5-8 16,-3-2 6-16,2 0-2 15,2-17-7-15,2-7-14 16,1-4 21-16,0-1 10 15,0-1 0-15,0 4 1 16,7 1 9-16,6 0 8 16,4 6 2-16,2 2 2 15,2 3 4-15,0 5-8 0,1 4 2 16,-1 5 8 0,-4 0-8-16,-3 0 0 15,0 18-7-15,1 7 0 0,-5 5 3 16,-2 4 1-16,-2-1-13 15,-3 2 1-15,-3-4-2 16,0-3-2-16,0-6-1 16,0-3 0-16,0-8-1 15,0-4-14-15,0-7-64 16,0 0-66-16,0 0-92 16,0-11-221-16</inkml:trace>
  <inkml:trace contextRef="#ctx0" brushRef="#br0" timeOffset="-170446.39">13305 9522 757 0,'0'0'116'0,"0"0"-42"16,0 0 23-16,0 0-44 16,0 0 9-16,82-17-11 15,-73 38 5-15,-2 6-12 16,-2 1-22-16,-5 2-14 15,0 1 2-15,0-2-9 16,-6-1 0-16,-3-9 1 16,0-4 0-16,0-6-3 0,4-6 1 15,1-3-5 1,1 0 5-16,0-6 0 0,0-14-6 16,3-6 2-16,0-6 4 15,0-4 4-15,1-4-3 16,10 2 1-16,5 3 4 15,2 5 3-15,3 9 8 16,0 4 1-16,-2 8 2 16,2 3 0-16,-3 6-1 15,2 0-7-15,0 13-1 16,-3 14 1-16,2 6-3 16,-7 5 3-16,-2 2-1 15,-5-1-7-15,-4 1 0 16,-1-2-2-16,0-6 2 0,0-5-4 15,0-6 0 1,0-6-4-16,0-8-25 0,0-7-42 16,0 0-107-1,5-3-209-15</inkml:trace>
  <inkml:trace contextRef="#ctx0" brushRef="#br0" timeOffset="-169710.36">13883 9640 638 0,'0'0'225'15,"0"0"-216"-15,0 0 58 16,0 0-4-16,0 0-4 15,0 0-6-15,0 0-18 16,75-18 2-16,-60 3-7 16,-1-4-7-16,-3 1-2 15,-3-3-6-15,-5 0-6 16,-3-3-4-16,0-1 5 0,0 2 1 16,-5 3 0-1,-8 4 14-15,-2 11-8 0,-3 5 8 16,-3 0-22-16,-3 8-2 15,1 16 6-15,-1 5-5 16,7 6 1-16,2 0-1 16,9-1-1-16,5 3 1 15,1-4 2-15,0 1 1 16,6-3 7-16,10-3-1 16,4-2-6-16,2-8 0 15,3-2-5-15,5-9 3 16,3-5-6-16,1-2 2 15,1 0-32-15,-1-5-58 0,-3-12-85 16,-23 7-88-16,-4 0-133 16</inkml:trace>
  <inkml:trace contextRef="#ctx0" brushRef="#br0" timeOffset="-169413.49">14260 9561 225 0,'0'0'478'16,"0"0"-390"-16,0 0 34 15,0 0-13-15,7-75-12 16,-7 71-6-16,0 4-12 16,-3 0-7-16,-6 2-46 15,0 18-22-15,-4 5 2 16,2 4-4-16,4 4 3 16,3 0 3-16,4 0 6 0,0-1-1 15,0-2 1 1,1-4 0-16,12-4-3 0,2-4-4 15,5-7-6-15,0-6-1 16,6-3-2-16,1-2 2 16,1 0-14-16,2-11-27 15,-2-8-57-15,-4-2-102 16,-19 9-33-16,-4 1-134 16</inkml:trace>
  <inkml:trace contextRef="#ctx0" brushRef="#br0" timeOffset="-169131.76">14518 9456 469 0,'0'0'155'0,"5"-80"-38"0,-3 60-3 16,-2 7-25-16,0 4 1 15,0 5-2-15,0 4-5 16,0 0 3-16,0 1-27 16,0 19-29-16,0 11-21 15,0 9 35-15,0 2-12 16,3 0-8-16,0 1 2 15,5-4-11-15,-2-3 3 16,0-6-9-16,2-3-3 16,1-5-3-16,-1-6-3 0,1-4 0 15,0-4-2 1,1-5 1-16,3-3-19 16,1 0-17-16,-2-11-27 15,-2-10-57-15,-10 8-139 0,0 0-159 16</inkml:trace>
  <inkml:trace contextRef="#ctx0" brushRef="#br0" timeOffset="-168199.66">14555 9515 169 0,'0'0'581'16,"0"0"-511"-16,0 0 9 16,0 0 8-16,0 0-54 15,0 0-16-15,-10-11-3 16,30 11 27-16,10 1-4 0,15-1 2 15,16 0-14 1,14 0-2-16,4-9 53 16,-3-5-40-16,-12 0-32 0,-10-1-3 15,-14-2 2-15,-12 1 3 16,-11 4-5-16,-10-3 0 16,-7 4 4-16,0 0 4 15,-1 0 2-15,-13 1-3 16,-1 4-7-16,-1 2 6 15,-2 3-2-15,-3 1-5 16,-1 0 3-16,-2 10 1 16,1 10-1-16,0 6-1 15,2 1 3-15,6 2-1 16,2 1 3-16,5 0-6 0,5-1 2 16,3-2-2-1,0-3-1-15,9-3 0 0,13-4-2 16,5-3 2-16,6-4-8 15,3-4-55-15,1-6-49 16,2 0-35-16,0-2-56 16,-3-12-4-16,-2-1 6 15,-3-2 83-15,1-1 115 16,-3-2 3-16,-3 0 41 16,-3-1 164-16,-7-2-138 15,-7 2-58-15,-2 1 59 0,-6 3 26 16,-1 4 20-1,0 3 4-15,-3 4-14 0,-10 4-41 16,-2 2-41-16,-4 3-14 16,-2 17-8-16,0 5 1 15,2 3-1-15,5 4 0 16,5-4-1-16,6 0-1 16,3-2 4-16,0-1-3 15,12-3 2-15,11 0 5 16,8-10 63-16,4-4-34 15,0-8-21-15,-1 0 2 16,-3-15 1-16,-1-12-16 16,-3-2 9-16,-4-9-2 0,-7-8-8 15,-4-7 3-15,-7-10-3 16,-5-7-2 0,0 1-5-16,0 7 4 0,-14 14 1 15,3 13 2-15,-3 15 3 16,-1 10-1-16,-3 10 10 15,1 0-7-15,-2 14-5 16,3 15-1-16,4 7-1 16,3 8 2-16,4 5 2 15,5 8 3-15,0 2 2 16,2-1 9-16,13-4 6 16,5-10-1-16,4-2-8 15,-4-9-5-15,2-3-7 16,3-4-1-16,4-8-1 0,4-6 1 15,4-7-19 1,3-5-30-16,0 0-65 16,-29-10-137-16,-2-3-204 0</inkml:trace>
  <inkml:trace contextRef="#ctx0" brushRef="#br0" timeOffset="-166751.83">16938 9505 684 0,'0'0'43'0,"0"0"18"16,0 0 33-16,0 0-37 16,-21-85 9-16,24 70-14 15,12 0 0-15,1 1-8 16,5 5 4-16,0 0-9 15,0 5 1-15,4 4-15 16,-1 0-4-16,0 0-3 16,1 14-8-16,-7 10-7 15,0 9 1-15,-5 3 5 16,-4 2-1-16,-6 5-4 0,-3-5 0 16,0-1-3-16,0-5 1 15,-12-7 5-15,3-6-7 16,2-8 0-16,2-7 2 15,0-4-2-15,2 0-2 16,1-7 0-16,1-18-11 16,1-8-12-16,0-3 22 15,0-7 3-15,3-2 3 16,10-2-2-16,2 1 2 16,4 6 9-16,-1 10-3 15,5 7-5-15,-3 9 10 0,0 8 0 16,-1 6-1-1,-1 0-9-15,-1 17-4 16,-3 11 0-16,-3 9 0 0,-4 3 4 16,-2-3-2-16,-3 0 5 15,-2-7-5 1,0-6 0-16,0-7-2 0,0-9 1 16,0-1-1-16,0-5 2 15,0-2 0-15,0 0 0 16,0-4-2-16,0-19-1 15,0-8-8-15,10-4 5 16,2-6 1-16,4-2 1 16,-2 5 2-16,2 6-1 15,-4 9 0-15,-3 12 1 0,-3 6 3 16,-3 5 3-16,0 2-5 16,0 22-1-16,1 8-1 15,-1 11 1-15,-3 2 4 16,2 0-3-16,-1-3 1 15,2-3-1-15,2-8 2 16,3-6-2-16,3-5 1 16,1-6-2-16,6-6 0 15,3-5 0-15,5-3 0 16,6 0 0-16,2-7-14 16,7-9-30-16,1-1-61 15,-3 2-102-15,-26 10-123 16,-7-2-307-16</inkml:trace>
  <inkml:trace contextRef="#ctx0" brushRef="#br0" timeOffset="-165918.35">17903 9615 178 0,'0'0'654'0,"0"0"-619"0,0 0 64 16,0 0-17-1,37-82-27-15,-31 61 7 16,-5 3-9-16,-1-4-6 0,0 1-11 16,0 3-17-16,0-2 7 15,-11 5-5-15,0 3-3 16,-1 5-7-16,-3 7-10 16,0 0 9-16,-2 0-10 15,-4 14 2-15,1 12-1 16,-2 4-1-16,5 3 0 15,3 4 0-15,4-2 0 16,4 2 0-16,4-2 0 16,2-2-2-16,0-3 2 15,5-5-1-15,9-7 1 0,1-5-1 16,-3-8 1 0,3-5 0-16,0 0 0 0,1-4 0 15,2-16 11-15,1-3-8 16,1-4 2-16,-2-5-4 15,-2-1 2-15,-1 2-2 16,-6 2 3-16,-3 10 0 16,0 5-1-16,-6 8 3 15,0 3 8-15,0 3 6 16,0 0-18-16,0 15-2 16,-4 8 0-16,-1 5 4 15,2-1-2-15,3-1-2 16,0-4 2-16,0-1-4 0,5-2 2 15,9-3-1 1,5-5-4-16,1-4-21 16,6-3-31-16,2-4-58 0,0 0-46 15,-1 0-30-15,-1-13-30 16,-19 4-126-16,-4-1-18 16</inkml:trace>
  <inkml:trace contextRef="#ctx0" brushRef="#br0" timeOffset="-165630.52">18267 9533 1 0,'0'0'289'0,"0"0"-175"16,21-91 58-16,-21 75-51 0,0 5-14 16,0 5 2-16,0 3-21 15,0 2 3 1,0 1-12-16,-8 0-33 0,-4 13-18 16,0 12-12-16,1 4-1 15,3 4 8-15,4 2 1 16,4 0-1-16,0 0-5 15,0-1 9-15,0 1-1 16,1-6-8-16,14-2 3 16,0-5-16-16,4-6-2 15,2-6-3-15,6-7 0 16,1-3-9-16,2 0-14 16,2-11-26-16,0-9-56 15,0-3-43-15,-25 12-44 0,-1 0-36 16</inkml:trace>
  <inkml:trace contextRef="#ctx0" brushRef="#br0" timeOffset="-165033.08">18592 9283 460 0,'0'0'165'0,"0"0"-84"15,0 0 48-15,0 0-28 16,0 0-14-16,-16-73-12 16,13 69-7-16,0 1-13 0,1 1 5 15,1 1-5-15,1 1-23 16,-2 0-9 0,-1 6-23-16,-1 18 5 0,0 6-1 15,4 10 2-15,0 6 5 16,0 3 0-16,0 5 0 15,0-7 0-15,0-3-3 16,0-3 6-16,0-8-6 16,0-7-5-16,0-6-1 15,0-7-1-15,0-7 0 16,0-4-2-16,0-2 3 16,0 0 1-16,0-2-3 15,0-20-5-15,5-6 1 0,1-4-4 16,2-2 4-16,1 2-3 15,2 3 6 1,0 5-1-16,1 6 1 0,1 4 0 16,0 6 1-16,-2 3-1 15,0 5 0-15,-1 0 0 16,4 5 0-16,1 15 1 16,1 7 6-16,-1 6 8 15,-2-1-1-15,-5 3-9 16,-4-1 2-16,-4-2-5 15,0-3 0-15,0-5 1 16,0-4 2-16,0-5-4 16,0-4-1-16,0-5-13 15,2-6-28-15,5 0-65 16,3-1-110-16,-3-9-5 0,-1-2-223 16</inkml:trace>
  <inkml:trace contextRef="#ctx0" brushRef="#br0" timeOffset="-164808.1">18932 9465 817 0,'0'0'104'16,"0"0"-55"-16,0 0 53 16,0 0-18-16,38 81-22 15,-25-49-2-15,0 0 11 0,-1-5-35 16,0-3-9-1,-6-5-18-15,-1-9-6 0,-4-3-2 16,-1-7-1-16,3 0-35 16,-1-4-51-16,1-18-52 15,-3 7-91-15,0-1-162 16</inkml:trace>
  <inkml:trace contextRef="#ctx0" brushRef="#br0" timeOffset="-164049.67">19008 9269 699 0,'0'0'88'16,"0"0"-53"-16,0 0-35 0,0 0-13 15,0 0-80-15,0 0-4 16,0 0-92-16,21 77 58 16,-12-44 5-16,0 6 126 15,2-4 87-15,-2-2 69 16,-2-1 12-1,3-6-46-15,-1-2 11 0,-3-4-32 16,1-4 15-16,-6-6-70 16,-1-7-38-16,2-2 4 15,-2-1-3-15,0 0 5 16,0-11 26-16,0-9-16 16,0-4-21-16,4-1 0 15,-1-1-2-15,4 0 9 0,1 5-3 16,3 0 3-16,5 5-5 15,3 0 3 1,2 3 10-16,1 3-4 16,1 7 14-16,-5 3-5 0,-2 0 6 15,-2 10-10-15,-3 12-5 16,-3 4 2-16,-1 5-4 16,-4 2-1-16,3-3-6 15,-2 0-1-15,1-3 0 16,1-4-3-16,0-4-1 15,2-7 0-15,2-5 0 16,2-3 0-16,3-4 0 16,0 0 1-16,4 0 0 0,2-16 0 15,5-2-2-15,0-7-4 16,1-3-3-16,-3-7-14 16,-6-5 9-1,-2 2 2-15,-7 0 2 0,-6 5 8 16,-3 11 1-16,0 6 3 15,-1 9 8-15,-16 7-5 16,-2 0-6-16,-5 12 0 16,1 13 2-16,3 7 0 15,2 2-3-15,7 1 3 16,8-1-2-16,3-1 0 16,0-5 4-16,6-4 5 15,17-6 4-15,7-5-3 16,11-5 8-16,10-5 5 15,7-3-3-15,2 0 6 16,-5-7-19-16,-4-7-7 0,-11-1-1 16,-8-2-7-16,-9 1-23 15,-6 2-38-15,-17 8-103 16,0 2-225-16</inkml:trace>
  <inkml:trace contextRef="#ctx0" brushRef="#br0" timeOffset="-162152.58">21453 9341 566 0,'0'0'112'16,"0"0"0"-16,0 0 11 16,0 0-31-16,0 0-20 15,0 0-26-15,-10 13-16 0,10 14 14 16,0 5 36-16,0 4-28 15,0-4-21 1,0-1-3-16,0-4-15 0,0-5-6 16,0-3-6-16,0-6-1 15,0-6 0-15,0-3-14 16,0-4-98-16,0 0-88 16,0-7-56-16,0-7-451 15</inkml:trace>
  <inkml:trace contextRef="#ctx0" brushRef="#br0" timeOffset="-162029.67">21431 9300 119 0,'0'0'557'0,"0"0"-461"15,-10-75 1-15,7 71-47 0,3 0-40 16,0 4-10-16,0 0-78 16,0 0-173-16</inkml:trace>
  <inkml:trace contextRef="#ctx0" brushRef="#br0" timeOffset="-161715.42">21652 9154 922 0,'0'0'125'0,"0"0"-46"15,0 0 26-15,0 0-51 16,0 0-7-16,0 0 5 15,21 114-1-15,-18-52-21 0,0 7-1 16,0 4-8 0,-2 2 0-16,-1-1-5 0,0-2-1 15,0-2-4-15,0-5-2 16,0-10-1-16,-4-8-8 16,-1-12 8-16,-1-7-4 15,1-8-4-15,0-6 1 16,-1-7-2-16,0-7-4 15,-3 0-25-15,-4-11-37 16,7-8-153-16,1 0-314 16</inkml:trace>
  <inkml:trace contextRef="#ctx0" brushRef="#br0" timeOffset="-161569.06">21527 9689 1084 0,'0'0'86'0,"0"0"25"16,0 0-24-16,0 0-63 15,37-72-13-15,-2 60-5 16,8 1-6-16,5 4-11 16,4-2-100-16,-33 9-79 15,-4 0-139-15</inkml:trace>
  <inkml:trace contextRef="#ctx0" brushRef="#br0" timeOffset="-160451.25">22292 9615 932 0,'0'0'67'16,"0"0"-45"-16,0 0 93 15,0 0-56-15,94-11-11 16,-76-9-8-16,3-6-24 16,-3-3 0-16,-5-8 4 15,-1-5-5-15,-3-6 4 16,-3-1-6-16,-4-5-5 15,-2 0 2-15,0 2 0 16,0 3-1-16,0 6-8 16,0 11 10-16,0 9 6 15,-5 10-4-15,2 5 7 16,2 5-9-16,1 3-4 16,0 0-2-16,-2 0-5 0,-3 9-8 15,-2 16 6-15,1 11 2 16,2 4 2-16,2 9-2 15,2 1 2-15,0 7 0 16,0-1-1-16,11-2 1 16,8-3-1-16,0-11-1 15,1-5 1-15,2-12-1 16,1-6 0-16,-1-8 0 16,5-9 0-16,1 0 0 15,4-2 2-15,-2-16-2 16,-4-6 0-16,-3-7-6 0,-8-9-1 15,-5-5 7 1,-6-5-3-16,-4-2 3 16,0 5 3-16,0 10-3 0,0 9-1 15,-10 8 1-15,3 9 1 16,-1 7 6-16,4 2-3 16,-5 2-4-16,1 0-10 15,-1 19 9-15,0 6 0 16,2 6 1-16,4 6 0 15,3 3 1-15,0 6-1 16,0-1 1-16,0-1-1 16,12-5 0-16,0-5 0 15,2-7 4-15,0-8-4 16,1-4-2-16,5-8 0 0,0-6 2 16,4-1-1-16,0 0 2 15,2-17-2-15,-1-6 0 16,-3-2-11-16,-5-5 0 15,-4-1-4-15,-4-1 9 16,-6 4 7-16,-3 2 2 16,0 10 2-16,0 6-3 15,0 7 10-15,0 3 0 16,0 0 1-16,-3 3-12 16,-5 18-2-16,-2 7 2 15,6 6 0-15,1-2 1 16,3-1 0-16,0-1-1 15,0-3 2-15,16-2-2 16,8-2 1-16,6-8 0 0,1-6 15 16,3-9-13-16,1 0-2 15,-1-4-2-15,0-18-1 16,-4-3-6-16,-6-5-5 16,-7-2 1-16,-6-4-4 15,-5 1 15-15,-3 3 1 16,-3 6 0-16,0 11 4 15,0 8-4-15,-7 7 12 16,-6 0-5-16,-3 11-7 16,3 14-1-16,0 3 1 15,7 1 3-15,1-2-2 16,5-3 7-16,0-3-5 16,0-4-3-16,14-3 1 15,2-1-1-15,10-8 0 0,6-3-1 16,8-2 0-16,-1 0-17 15,0-10-8-15,-12-4-96 16,-12-6-127-16,-15 12-37 16,0-2-263-16</inkml:trace>
  <inkml:trace contextRef="#ctx0" brushRef="#br0" timeOffset="-160230">22307 9331 1189 0,'0'0'7'0,"0"0"1"16,0 0 20-16,136-11-21 15,-63 1-6-15,6 2-1 16,-1-4-16-16,-6 0-99 15,-50 6-145-15,-8-1-566 16</inkml:trace>
  <inkml:trace contextRef="#ctx0" brushRef="#br0" timeOffset="-159437.53">24512 9326 785 0,'0'0'43'16,"0"0"2"-16,0 0-16 15,0 0-5-15,57-73 20 16,-44 44-2-16,2-3 4 15,-3-6-12-15,-3-5-10 16,-2 0-1-16,-7-1 0 16,0 7-3-16,0 10 4 15,-4 9 10-15,-8 11 23 16,-1 4-24-16,-4 3-18 16,1 1-9-16,-5 22 8 0,2 10-13 15,-1 10 3-15,4 8 2 16,5 7 14-16,5 8-7 15,5 8 9 1,1 5 4-16,0 1-9 0,0-1 5 16,0 2-2-16,1-1 2 15,10 0-8-15,2-2 2 16,1-13 14-16,-7-16-19 16,-4-9-5-16,-3-15-2 15,0-8-3-15,0-4 3 16,-7-4-3-16,-13-8-1 15,-2-1-2-15,-12-4-3 16,-4-19-35-16,1-10-14 16,0-4-45-16,5-9-103 15,22 25-89-15,4 2-194 0</inkml:trace>
  <inkml:trace contextRef="#ctx0" brushRef="#br0" timeOffset="-159199.86">24233 9544 628 0,'0'0'21'0,"0"0"35"16,100-80 24-16,-55 65-31 16,0 1 14-16,5 5-7 15,-5 3 1-15,0 5 0 16,-8 1-12-16,-4 0 12 0,-6 10-6 16,-9 11-12-1,-3 1-7-15,-8 4 10 0,-4 0-23 16,-3-3-10-16,0 1-5 15,0-5 0-15,0-7-4 16,0-4-10-16,-4-8-124 16,1 0-98-16,1-5-176 15</inkml:trace>
  <inkml:trace contextRef="#ctx0" brushRef="#br0" timeOffset="-159071.41">24693 9290 778 0,'0'0'94'16,"0"0"-80"-16,0 0-12 16,0 0-2-16,0 0-104 0,0 0-205 15</inkml:trace>
  <inkml:trace contextRef="#ctx0" brushRef="#br0" timeOffset="-157954.72">24876 9440 795 0,'0'0'75'16,"0"0"63"-16,0 0-21 16,0 0-53-16,97 7-25 15,-76-22-14-15,-3-5-17 0,-5-3-3 16,-5 1 1 0,-7 1-6-16,-1 1 2 15,0 5-4-15,-7 1 4 0,-8 7-1 16,0 3 3-16,-1 3 0 15,1 1-1-15,-2 0 4 16,4 7-5-16,-3 12 1 16,2 9 1-16,2 4-4 15,5 5 8-15,5 2-3 16,2-2 6-16,0-2 0 16,5-1-1-16,9-7 0 15,3-5-1-15,4-5-4 16,1-5 1-16,2-6-3 15,8-6 13-15,3 0 1 16,-1 0-5-16,2-13-6 16,-4-13-6-16,-4-7 2 15,-3-7-4-15,-8-13-21 0,-4-6 2 16,-7-3-15 0,-4 1 20-16,-2 9 4 0,0 11 12 15,0 12 4-15,0 8 11 16,-6 6 5-16,-2 8 15 15,5 4-14-15,0 3-13 16,-1 0-8-16,-2 12-7 16,-2 12 4-16,1 8 5 15,3 6-2-15,4 6 6 16,0 3-4-16,0 2 5 0,0-2-7 16,10-5 2-1,3-5-4-15,2-7 2 16,2-10-7-16,2-4-29 0,-1-8-36 15,1-3-46-15,4-5 1 16,-1 0-30-16,4-5 61 16,0-12 5-16,3-3 29 15,-3-5 17-15,1-6 35 16,-7 0 0-16,-1-1 7 16,-4-2 36-16,-3 5 31 15,-4 4-8-15,-4 7 12 16,-4 5 14-16,0 8-18 15,-4 5 11-15,-14 0-25 16,0 8-31-16,-3 15-20 16,3 4-9-16,5 6 1 0,3 1 1 15,4 0-1 1,6-3 0-16,0-5 0 0,0-4 2 16,8-4 1-16,11-5 19 15,2-6 11-15,2-7-19 16,2 0-9-16,-1-6 12 15,-2-14-5-15,2-13 0 16,-2-8-7-16,-2-8-3 16,-2-9-2-16,-5-6 2 15,-2-6-3-15,-4 1-2 0,-2 8 2 16,-5 10 1-16,0 17 1 16,0 13-2-16,-8 10 0 15,-8 7 2-15,-1 4 1 16,-2 0-3-16,-1 20 4 15,1 10-4-15,3 8 0 16,4 8 1-16,6 5 5 16,3 2 2-16,3 5 6 15,0-2-1-15,10 1 3 16,10-8 2-16,-1-10-7 16,4-10-2-16,0-11-7 15,3-6-1-15,3-8-1 16,4-3 0-16,5-1-6 15,-1 0-10-15,0-2-27 16,-4-11-66-16,-26 6-199 0,-2 0-461 16</inkml:trace>
  <inkml:trace contextRef="#ctx0" brushRef="#br0" timeOffset="-148722.14">27087 9203 310 0,'0'0'321'15,"0"0"-288"-15,0 0 81 16,0 0-28-16,0 0-30 16,0 0 14-16,0 0 7 15,0 0-23-15,6-59 4 16,-6 53-6-16,0 3-3 16,0 0 0-16,0 2-9 15,0 1-18-15,0 0-7 0,-8 0-14 16,-5 0 13-16,0 0-13 15,-5 16 0-15,-1 5 2 16,2 4-3-16,2 7 4 16,3 6 4-16,2 1-3 15,3 5 0-15,5-4 3 16,2-1-6-16,0-7-2 16,12-7 0-16,6-2-1 15,3-6 2-15,2-6-1 16,3-5 0-16,-2-3 0 15,3-3 0-15,1 0-4 16,-1-7-1-16,-2-10-16 16,-1-6-1-16,-4-4-1 15,-4-2 4-15,-4-7 12 0,-2 0 7 16,-4 0 1-16,-3 7 2 16,0 6 1-16,-1 8 2 15,-1 6 14-15,1 4 2 16,-1 3-2-16,-1 2 2 15,0 0-21-15,0 0 0 16,0 12-1-16,0 13 10 16,0 7 2-16,5 4-4 15,-1-1 1-15,5-3-3 16,2-3-3-16,-2-4 0 16,4-7-2-16,-3-4-2 15,4-5 1-15,-2-3-5 16,3-6-23-16,3 0-20 0,-1 0-77 15,-12-9-100-15,-4-4-182 16</inkml:trace>
  <inkml:trace contextRef="#ctx0" brushRef="#br0" timeOffset="-148569.39">27329 9124 953 0,'0'0'22'0,"0"0"15"15,0 0 39-15,0 0-76 16,0 0-3-16,0 0-58 16,0 0-81-16,-24-38-57 15,27 38-369-15</inkml:trace>
  <inkml:trace contextRef="#ctx0" brushRef="#br0" timeOffset="-148108.52">27445 9281 706 0,'0'0'141'15,"0"0"-120"-15,0 0 72 16,0 0-35-16,0 0 2 16,0 0 3-16,3 9-3 15,-3-9 6-15,0 0-14 0,0 0-7 16,2 0-10-16,-2 0-8 15,1 0-10-15,1 0-11 16,4 0-6-16,4 0 1 16,4 9-1-16,4 5 6 15,1 3-2-15,-1 6-4 16,-3 0 0-16,-5 4 0 16,-2 0 1-16,-4-6 1 15,-2-1-2-15,-2-9 1 16,0-4-1-16,0-4 1 15,0-3 3-15,0 0 2 16,0 0-2-16,0-10 0 16,-6-11 1-16,4-5 0 15,2-10 6-15,0 0-3 0,0-1-7 16,6 0 2-16,9 8-4 16,0 4 1-1,1 7-5-15,-1 7-11 0,2 4-27 16,-2 4-69-16,1 3-85 15,-13 0-59-15,-1 0-176 16</inkml:trace>
  <inkml:trace contextRef="#ctx0" brushRef="#br0" timeOffset="-147041.77">27914 9228 648 0,'0'0'135'0,"0"0"-70"16,0 0 28-16,0 0-42 16,0 0 17-16,0 0 29 15,2-39-36-15,-2 38 16 16,0 1-34-16,0 0-15 15,0 0-10-15,-7 0-15 16,0 4 6-16,-2 12-7 16,-4 6 1-16,4 2 3 0,2 5-1 15,1 1-1-15,6 3-2 16,0-4 4-16,0-2-6 16,0-3-1-16,11-4 1 15,1-5-1-15,3-4-1 16,-2-5 2-16,5-5 1 15,-1-1-1-15,2 0 0 16,0-4 2-16,-1-11-3 16,-1-3 2-16,-2-5 2 15,-4-3-3-15,-3 0 6 16,-2 0-4-16,-4 1-1 16,-1 5 10-16,-1 3 2 15,0 6 3-15,0 6-2 0,0 3 0 16,0 2-6-16,0 0-8 15,0 0-3-15,-1 7 2 16,-4 8 0-16,-3 8 2 16,5-2-1-16,2 2 1 15,1-4 0-15,0 1-2 16,0-3-1-16,10-1 2 16,9-3-1-16,1-5 0 15,1-4-9-15,-3-4 0 16,2 0-4-16,-3-3 7 15,0-13 5-15,-2-4 2 16,-2-5 0-16,-4 0 0 16,-2 0 0-16,-2 2 5 15,-4 7-4-15,3 5 4 0,-3 6 2 16,-1 5-4-16,0 0 5 16,0 0-7-16,0 0-1 15,0 0-9-15,0 8 5 16,0 12 4-16,5 3 2 15,-4 4-1-15,7-2 0 16,3 2 0-16,1-2-1 16,8-4 0-16,-2-7-1 15,3-3 0-15,-1-5-11 16,-2-6-4-16,2 0-11 16,-1 0-2-16,-4-13-10 0,1-5 0 15,-4-4 1 1,-1-5 9-16,-2-3 21 0,-3-1 8 15,-2 3 0-15,-2 5 6 16,1 6 2-16,-2 8 11 16,-1 5 9-16,0 2 11 15,0 2-7-15,0 0-18 16,0 3-12-16,0 16 0 16,0 8 21-16,0 3-13 15,0-1-3-15,0 0-3 16,5-5 2-16,-1-4-5 15,5-5 1-15,-1-4-2 16,2-3-5-16,2-2-3 0,0-4-23 16,0-2-43-16,1 0-78 15,1-16-41-15,-11 5-129 16,1-3-293-16</inkml:trace>
  <inkml:trace contextRef="#ctx0" brushRef="#br0" timeOffset="-146907.9">28614 9174 465 0,'0'0'295'0,"0"0"-209"16,0 0 57-16,-14-77-65 16,11 73-39-16,0 3-27 15,3-1-12-15,0 2-27 16,0 0-79-16,0 0-66 0,0 0-93 16,0 0-168-1</inkml:trace>
  <inkml:trace contextRef="#ctx0" brushRef="#br0" timeOffset="-146652">28614 9174 483 0,'122'-99'235'16,"-121"99"-108"-16,1 0 10 15,-2 0-47-15,1 0-26 16,4 10 1-16,1 9 37 16,-3 8-38-16,0 4-18 15,-3 6-10-15,0 1-13 16,0 1-3-16,0 2-6 15,0-2-7-15,0-3-4 16,0-6-1-16,0-8-2 0,0-6 0 16,0-5-6-1,7-4 6-15,5-4-19 0,1-3-19 16,3 0-44-16,-2 0-77 16,-9-7-75-16,-5-3-255 15</inkml:trace>
  <inkml:trace contextRef="#ctx0" brushRef="#br0" timeOffset="-146493.11">28815 9309 807 0,'0'0'154'0,"0"0"-58"15,0 0 24-15,0 0-53 16,0 0-26-16,0 0-27 16,-12-40-10-16,37 34-4 15,10-3-3-15,11 0-31 0,6 2-103 16,-31 6-77-16,3 1-123 15</inkml:trace>
  <inkml:trace contextRef="#ctx0" brushRef="#br0" timeOffset="-146018.25">29689 9217 13 0,'0'0'1097'0,"0"0"-1043"15,0 0 13 1,0 0 12-16,0 0-55 15,0 0 7-15,11 26 17 0,-8 0-14 16,-1-1-16-16,0 5-4 16,-1-4-6-16,-1-4-4 15,0-2-2-15,0-7-4 16,0-3-6-16,0-5-39 16,0-5-83-16,0 0-85 15,0 0-129-15</inkml:trace>
  <inkml:trace contextRef="#ctx0" brushRef="#br0" timeOffset="-145875.89">29722 9088 847 0,'0'0'149'0,"0"0"-90"0,0 0-10 16,0 0-49-16,0 0-48 15,0 0-86-15,8-18 7 16,-4 28-170-16</inkml:trace>
  <inkml:trace contextRef="#ctx0" brushRef="#br0" timeOffset="-145503.73">29958 9171 506 0,'0'0'214'16,"0"0"-91"-16,0 0 22 15,95-16-45-15,-78 5-26 16,-2-1 2-16,-8-1-9 0,-2 2-14 15,-5 2 8 1,0 2-23-16,0 4-21 0,-20 3-17 16,-11 0 2-16,-6 4-2 15,-2 16 5-15,6 5-5 16,8 2-1-16,11 1-1 16,9 3-1-16,5 0 2 15,3 3-1-15,23 4 2 16,11 0 1-16,10 2 0 15,-1-5 6-15,-6-8 4 16,-15-9-1-16,-12-8 0 16,-12-4-4-16,-1-3 2 0,-12 2 0 15,-19 1 4-15,-8 3-6 16,-6-2-6-16,6-5-1 16,5 0-25-16,6-2-32 15,7 0-107-15,19 0-138 16,2 0-360-16</inkml:trace>
  <inkml:trace contextRef="#ctx0" brushRef="#br0" timeOffset="-143858.36">1860 11346 418 0,'0'0'262'0,"0"0"-158"16,0 0 19-16,0 0-39 16,0 0 4-16,0 0-9 0,0 0-19 15,0-38 0-15,0 38-18 16,0 0-18-16,0 0-13 16,0 17-10-16,0 9 20 15,0 6-2-15,2 8 3 16,3-1-3-16,-2 6-6 15,2 2-1-15,-2 4 4 16,0 2-4-16,0 3 1 16,0-7-1-16,0-8-7 15,0-6 4-15,0-8-3 16,0-6-4-16,0-5-1 16,0-5-1-16,0-4 0 0,0-3 0 15,3-3-24 1,4-1-52-16,8 0-78 15,-10-5-134-15,2-6-373 0</inkml:trace>
  <inkml:trace contextRef="#ctx0" brushRef="#br0" timeOffset="-143441.27">2105 11792 811 0,'0'0'75'16,"0"0"-11"-16,0 0 0 15,0 0-19-15,0 0-2 16,0 0-11-16,30-19 4 16,-22 9-7-16,-3-2-1 15,4-2 8-15,-3-2-4 16,-3-6-8-16,3 2 1 0,-6-1-2 16,0 2-5-16,0 3 1 15,0 5-3-15,-3 2 0 16,-3 6-6-16,3 3 3 15,0 0-6-15,-6 0-7 16,-1 3 9-16,-4 14-9 16,-2 9-2-16,7 4 0 15,1 2 2-15,5 2 3 16,3-3-2-16,0-3-1 16,0-3-1-16,6-2 0 0,12-5 1 15,3-2 0-15,6-5-8 16,1-4 0-16,7-4-33 15,-1-3-49-15,6 0-37 16,-1-7-16-16,-2-11-66 16,-4-5-8-16,-25 10-86 15,-3-1 65-15</inkml:trace>
  <inkml:trace contextRef="#ctx0" brushRef="#br0" timeOffset="-143125.53">2515 11662 40 0,'0'0'259'15,"24"-98"-111"-15,-24 63 52 16,0 3-106-16,0 6 21 15,0 9-12-15,0 6 2 16,-6 6-5-16,3 4 13 16,0 1-23-16,0 0-53 0,-3 1-33 15,-4 19 5-15,-1 9-1 16,2 11-3-16,3 11 8 16,2 7 2-1,4 7 2-15,0 2 2 0,0 2 1 16,0 2-5-16,0 3 0 15,0 3-3-15,4-1-8 16,2-8-3-16,2-13 36 16,-5-16-36-16,-3-7 1 15,0-11 0-15,0-6-1 16,0-8-1-16,0-6-10 16,-6-1-15-16,-12 0-15 15,-3-15-61-15,-3-14-142 16,13 10-96-16,1-1-244 15</inkml:trace>
  <inkml:trace contextRef="#ctx0" brushRef="#br0" timeOffset="-142688.96">2311 12073 642 0,'0'0'153'0,"0"0"-103"16,0 0 8-16,0 0-17 16,0 0-7-16,70-76-9 15,-34 64-12-15,4-6-9 16,0 1-4-16,2-4 0 15,3-1-15-15,-2-6-5 16,3-2 4-16,-7-4 15 0,-5-1-33 16,-8-1 33-16,-9-4 1 15,-6-3 0-15,-5 1 7 16,-3 2 4-16,0 7 4 16,-3 4 2-16,0 11 35 15,0 5 16-15,0 6 17 16,0 4-3-16,0 3-16 15,0 0-21-15,0 0-28 16,0 3-17-16,0 18 0 16,0 10 20-16,0 10-1 15,0 7-2-15,0 4 8 16,0 5-8-16,0-6-3 16,0-5 0-16,0-8-7 15,10-9-5-15,1-6 1 16,1-7-2-16,-2-6-1 0,5-6-6 15,3-4 3-15,-3 0-3 16,6 0-26-16,-6-16-22 16,-2-4-86-16,-13 7-150 15,0 2-477-15</inkml:trace>
  <inkml:trace contextRef="#ctx0" brushRef="#br0" timeOffset="-142523.86">2821 11718 233 0,'0'0'681'0,"0"0"-637"16,0 0 40 0,0 0-46-16,0 0-37 0,0 0 27 15,21-7-3-15,16 7-21 16,12-5-4-16,11-7-15 16,-32 3-79-16,-1-1-158 15</inkml:trace>
  <inkml:trace contextRef="#ctx0" brushRef="#br0" timeOffset="-141558.58">4117 11561 641 0,'0'0'165'15,"0"0"-87"1,0 0 57-16,0 0-34 0,0 0-21 15,0 0-22-15,0 0-22 16,0-31-22-16,-1 40-12 16,-1 10 15-16,-2 9-3 15,3 8-1-15,-1 4 0 16,2 6-1-16,0-3-4 16,0 3-4-16,0-8 1 15,12-4-5-15,1-7 0 16,2-9 1-16,3-6-2 15,0-6-3-15,0-6 4 16,6 0-16-16,1-3-12 16,2-16 1-16,3-7-10 0,-2-7-15 15,-3-1-2-15,-8-6-8 16,1-4 22-16,-9 2 16 16,-6 1 23-16,-3 6 1 15,0 9 6-15,0 9 8 16,0 9 26-16,0 2 32 15,-2 3-23-15,2 3-26 16,-1 0-13-16,-4 2-6 16,2 13-2-16,-1 8 7 15,4 2 1-15,0 6 6 16,0 2-6-16,0 1 11 16,7 1-8-16,4-3-5 15,-1-5-3-15,2-3-4 16,0-7-2-16,-2-4-2 15,-2-5-16-15,4-3-29 0,0-5-22 16,-2 0-11-16,1 0-16 16,-1-12-38-16,1-6-102 15,-4-3-93-15,-2-3-13 16</inkml:trace>
  <inkml:trace contextRef="#ctx0" brushRef="#br0" timeOffset="-141121.85">4548 11726 244 0,'0'0'199'15,"0"0"-36"-15,0 0-43 16,0 0-17-16,14-80-28 15,-6 73-11-15,0 1-16 16,0 3-9-16,1 3 2 16,4 0-7-16,-1 0-3 15,2 14-5-15,2 7 8 0,-2 6 1 16,0 3-8-16,-3 2-9 16,-5-1 0-16,1-4-7 15,-4-2-6-15,-3-6-4 16,0-6 2-16,0-5-3 15,0-5 1-15,0-2 0 16,0-1-1-16,0 0-1 16,0-2-7-16,0-17-7 15,0-4 10-15,0-3 5 16,0-7-1-16,0 1 3 16,9-2-1-16,6 4 1 0,0 5 8 15,7 7 1 1,-2 5 0-16,5 5 1 15,2 3 5-15,4 5 6 0,-1 0 3 16,-3 3-17-16,-6 17-3 16,-5 9-2-16,-4 8-1 15,-6 3 5-15,-6-1-4 16,0-1-3-16,0-4 2 16,0-6-3-16,-10-2-26 15,2-11-38-15,5-4-46 16,0-11-130-16,3 0-139 15</inkml:trace>
  <inkml:trace contextRef="#ctx0" brushRef="#br0" timeOffset="-139962.43">5372 11615 259 0,'0'0'440'16,"0"0"-365"-16,0 0 16 15,0 0-14-15,0 0-26 16,0 0 19-16,15-64-12 16,-15 63-7-16,-6 1-22 15,-6 0-12-15,3 0-10 16,-6 12-7-16,2 11 5 0,-2 7 3 16,0 5 5-16,6 4 2 15,6 2-2-15,3-3 0 16,0-2-3-16,3-7 2 15,11-5-9-15,3-7-1 16,0-4-2-16,5-9 0 16,2-4-7-16,3 0-23 15,1-7-24-15,5-13-18 16,0-5-28-16,-3-3-23 16,-8-8 3-16,-7 1-57 15,-4-4 65-15,-4-2 98 16,-6-1 14-16,-1-4 8 15,0 1 12-15,0 3 19 16,-1 5 5-16,-6 6 16 16,-1 10 46-16,2 10-16 15,1 4 9-15,2 4-18 0,3 3-9 16,0 0-47-16,0 7-25 16,0 16 17-16,0 7 21 15,0 6-3-15,0 4-7 16,3 6-2-16,2 3-4 15,1 2-1-15,-1-3-11 16,-4-2-6-16,-1-6 1 16,0-10-3-16,0-8-2 15,0-11 0-15,0-5-7 16,0-6 6-16,0 0-4 16,0 0-12-16,0-13-9 0,0-9 5 15,9-8 17 1,3-4 1-16,4-1 3 15,4-2 3-15,-3 9-2 0,3 7 0 16,-1 9 7-16,-1 6 9 16,3 6 9-16,0 0-1 15,1 7 2-15,-2 17 1 16,-2 5-4-16,-6 5-8 16,-4 7-13-16,-2 0 6 15,-4-3-9-15,-2-1 9 16,0-10-9-16,0-9-20 15,0-4-37-15,0-9-30 16,-3-5-89-16,1 0-103 16,2-2-577-16</inkml:trace>
  <inkml:trace contextRef="#ctx0" brushRef="#br0" timeOffset="-137075.58">6357 11695 551 0,'0'0'76'0,"0"0"-4"0,0 0 11 16,0 0-34-16,0 0 5 15,0 0 12-15,0 0-18 16,-11-60 11-16,4 47-14 15,-5 0-2-15,0-1-10 16,1 4-15-16,-2-2 0 16,1 7-1-16,-1 2-8 15,2 3 3-15,-2 0-4 16,-5 0-6-16,1 15-2 16,0 8 0-16,-1 4 0 0,7 4-2 15,2 3 1 1,3 0 1-16,5 0 0 0,1-3-1 15,0-3 1-15,0-4-1 16,10-6 0-16,2-5 0 16,0-4-2-16,3-8 2 15,0-1 1-15,0 0 6 16,3-8-5-16,-2-11 6 16,2-4-1-16,-1-3 0 15,-4-3 1-15,-4-3 5 16,-1-2 5-16,-5 2 10 15,-2 2-9-15,2 8 8 16,-3 9-7-16,0 6 8 0,0 7-5 16,0 0-16-1,0 0-6-15,0 6-5 0,0 13 5 16,0 9 5-16,0 5-2 16,0-1-3-16,0 1 0 15,7-5 0-15,2-5 1 16,2-5-1-16,2-6-2 15,-2-6-1-15,2-2-9 16,-1-4-4-16,2 0 8 16,2-1 5-16,-1-16-3 15,3-5 3-15,-2-5 0 16,-4-3 0-16,2-2 3 16,-3-2 3-16,-3 3-2 0,-2 4 1 15,0 9 0-15,-2 9 4 16,-1 5-1-16,0 4 1 15,0 0-6-15,2 0-7 16,2 14 7-16,3 9 4 16,-2 5 0-16,1 3-4 15,-1 3 9-15,-3-2-9 16,0-5 2-16,-1-3-3 16,-1-4 1-16,0-9 0 15,-1-6-4-15,-2-2-3 16,1-3 7-16,1 0-2 15,1-1-3-15,3-15 5 16,3-4 1-16,1-7 0 16,2-3-1-16,3-4 0 0,-1 3 1 15,2 4 0-15,-4 9-1 16,1 8 0-16,-5 6 0 16,-4 4 0-16,1 0-2 15,2 8-5-15,-1 15 7 16,0 4 1-16,3 4 0 15,-1-2-1-15,3 1-13 16,0-3-59-16,2-8-25 16,1-3-9-16,2-5-9 15,-1-5 1-15,7-3 21 16,-2-3-38-16,2 0 5 16,2 0-14-16,0-7 54 15,-3-9 81-15,1-1 5 16,-4-1 53-16,-3 0 52 15,4-4 16-15,-4-2-31 0,3-2 52 16,-1-3-72-16,-4 2-11 16,-7 1 51-16,0 3-34 15,-6 2-5-15,0 5 11 16,0 5-17-16,-6 6-25 16,-8 5-24-16,-5 0-10 15,-3 0-3-15,-3 18 4 16,0 9-7-16,0 5 0 15,3 5 0-15,3-3 0 16,5-2 0-16,6-4 0 16,7-5-1-16,1-3-3 0,0-5-2 15,9-4 6-15,16-5-1 16,2-6 0-16,4 0 1 16,1-6-3-16,1-12 3 15,-2-6 0-15,2 0 2 16,-6-1 0-16,-9 4 1 15,-5 4 1-15,-7 7-2 16,-3 7 1-16,0 3 13 16,-3 0-16-16,0 20 6 15,0 16-5-15,0 14 8 16,0 13-3-16,2 12 6 16,1 11 4-16,0 6-2 15,-2 4-1-15,-1-4-3 16,0-8-5-16,-6-8 6 0,-14-15-7 15,0-14-4-15,-3-16 7 16,4-13-2-16,1-8-2 16,3-10 3-16,0 0-2 15,0-4-4-15,0-20-7 16,0-12 3-16,-1-9-1 16,5-13 4-16,1-11-4 15,6-7-4-15,4-3-16 16,0 6-2-16,13 5-9 15,14 10-24-15,7 10-53 0,5 7-30 16,6 7-38 0,4 6 38-16,-7 6-225 0,-5 3 275 15,-10 6 93-15,-9 5 8 16,-9 1 144-16,-2 4-5 16,-4 1-14-16,-3 2-63 15,6 0-16-15,-1 0-7 16,2 0-3-16,1 0-4 15,2 0-1-15,2 0-5 16,3-5 3-16,0-2-12 16,3-4 3-16,-2-3-1 15,2-3-2-15,3-6-10 16,-8 2-8-16,-2-4-1 16,-4-1 3-16,-7 5 4 0,0 0 7 15,0 3-3 1,0 5-5-16,-9 1 3 0,-3 7-12 15,-2 2 5-15,-3 3-7 16,4 0 2-16,-2 0-2 16,-3 10-1-16,3 13 4 15,0 4-2-15,0 3 3 16,7 4 3-16,3 0-2 16,3-2 3-16,2-2-2 15,0-2-4-15,7-4-3 16,10-4-1-16,7-4 0 15,1-5 0-15,2-5 1 16,3-6-10-16,-2 0-30 0,6 0-27 16,1-2-41-1,2-9-18-15,1-3-1 0,-4 0 46 16,3-4-57-16,-6-1 64 16,-5-2 74-16,-1-3 1 15,-4-2 15-15,0 4 18 16,-6-3 25-16,-3-1-5 15,0-1 2-15,-5 1 12 16,-2 0 5-16,-5 3-21 16,0 4 8-16,0 5-11 15,0 2 8-15,-6 5-3 16,-8 4-27-16,-1 3-8 0,-1 0-15 16,-2 2-2-16,0 15-2 15,3 3-3-15,-1 5 3 16,7 5 2-16,0 2-1 15,1 5 2-15,4-2 0 16,3-1 0-16,1-5 2 16,0-4-3-16,0-6 4 15,8-6-5-15,1-5 0 16,2-5 6-16,4-3-3 16,-2 0 5-16,5-9 5 15,3-11-5-15,3-9-4 16,1-5 0-16,-1-6-3 15,-4-7 1-15,-1-5-1 16,-3-5-1-16,-4-4 2 16,-3-3-2-16,-4 3-1 15,-5 6 4-15,0 12-3 0,0 14 12 16,0 10 18-16,-3 10-28 16,-2 5 1-16,-2 4-4 15,-1 0-3-15,-5 9 3 16,-1 18 0-16,1 7 0 15,4 6 2-15,3 4-2 16,3 0 3-16,1 5 0 16,2-2-1-16,0 3 2 15,0-1 2-15,0-2-3 16,8-5 2-16,6-4 0 16,-1-7-3-16,2-5 2 15,0-9-4-15,0-6-3 16,-2-4 1-16,2-3-11 0,1-1-21 15,1-2-28-15,2-1-91 16,-13 0-59-16,0 0-140 16</inkml:trace>
  <inkml:trace contextRef="#ctx0" brushRef="#br0" timeOffset="-136906.08">8375 11708 889 0,'0'0'160'0,"0"0"-53"0,0 0 20 16,0 0-64-16,0 0-32 15,0 0-28-15,0 0-3 16,11-9-91-16,-11 9-144 16,0-1-532-16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2-07T16:21:44.3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1293 2006 278 0,'0'0'107'0,"0"0"23"15,0 0 32-15,0 0-68 16,0 0-16-16,0 0 23 16,-6-21 1-16,6 21-11 15,0 0 1-15,0 0-29 16,0 0-31-16,0 0-14 16,0 0-14-16,0 0-4 15,0 0-2-15,0 0-2 16,17 0-5-16,5 4 4 15,5 3 5-15,1-1 0 16,2-3 1-16,0-3 1 16,-2 0-2-16,-4 0 1 0,-3-3 2 15,-2-8-1-15,-7-3 3 16,-4-2-4-16,-1 2 1 16,-4 3 7-16,0 3-1 15,-3 6 2-15,0 2 11 16,0 0 3-16,0 0-9 15,0 0-3-15,0 2 3 16,0 24-15-16,0 18-6 16,6 17 6-16,2 8 7 15,2 4-1-15,-1-3-1 16,0-2-3-16,3-4 7 16,-5-6-4-16,-1 1 3 15,-1-4-5-15,-2-6 0 0,-3-8 0 16,0-15 5-1,0-10-6-15,0-6-1 0,0-4-2 16,0-3 1-16,0-3-5 16,-8 0-27-16,-11-7-39 15,-4-17-109-15,10 9-139 16,1-1-443-16</inkml:trace>
  <inkml:trace contextRef="#ctx0" brushRef="#br0" timeOffset="194.91">1335 2488 766 0,'0'0'92'0,"0"0"16"16,0 0-10-16,0 0-43 15,0 0-33-15,88-47 12 16,-39 34 23-16,-1 4-8 16,1-3-16-16,-7 1-15 15,-2 1-11-15,-4 1-7 16,-9 2 0-16,-6 1-45 15,-21 5-156-15,0-2-176 16</inkml:trace>
  <inkml:trace contextRef="#ctx0" brushRef="#br0" timeOffset="745.58">1144 1878 778 0,'0'0'54'16,"0"0"57"-16,0 0-14 15,0 0-30-15,0 0 1 16,0 0-14-16,0 0-23 15,-45 0-18-15,30 36-13 16,-3 16 5-16,-1 9 13 16,3 11-4-16,5 9 7 15,2 3-6-15,9 1-7 16,0 0 6-16,0 0-4 16,9-3 1-16,9-6 1 15,3-10-8-15,4-11 3 0,2-13-5 16,0-9-2-16,4-9 0 15,1-9 4 1,-1-8-3-16,6-7-2 0,1 0-26 16,0-14-99-16,-5-11-47 15,-25 11-79-15,-4-2-478 16</inkml:trace>
  <inkml:trace contextRef="#ctx0" brushRef="#br0" timeOffset="1110.27">1778 1917 833 0,'0'0'37'15,"0"0"-27"-15,0 0 58 16,0 0-39-16,103-19 13 16,-76 52-1-16,1 13 9 15,5 12-1-15,-5 9 15 16,2 7-22-16,-2 5-13 16,-2-3-1-16,-5 0 7 15,-8-4-11-15,-10-4-8 16,-3-2-2-16,0-8-6 15,-24-9 1-15,-7-9-5 0,1-9 2 16,-4-9-6-16,-2-6-9 16,3-10-79-16,20-6-112 15,2-3-206-15</inkml:trace>
  <inkml:trace contextRef="#ctx0" brushRef="#br0" timeOffset="3510.4">3339 1716 743 0,'0'0'62'0,"0"0"65"16,0 0 4-16,0 0-58 15,0 0-23-15,0 0-11 0,-6-10-14 16,6 10-7 0,0 22-7-16,0 13-8 0,0 15 18 15,0 8 19-15,0 5-30 16,0 2 11-16,1-1-10 16,4-4-5-16,-1-5 3 15,0-6-6-15,-2-10 7 16,1-8-1-16,-3-8-5 15,3-8-1-15,-3-4-2 16,0-6-1-16,0-3 0 0,0-2 1 16,0 0-1-16,0-1 0 15,0-17-44 1,-5-9-108-16,-1 11-98 0,-1 1-90 16</inkml:trace>
  <inkml:trace contextRef="#ctx0" brushRef="#br0" timeOffset="3877.26">2878 1755 806 0,'0'0'87'15,"0"0"-27"-15,0 0 74 0,0 0-84 16,0 0-45-1,0 0 3-15,47-29 2 0,8 22 9 16,17 0 7-16,10 0 9 16,9-2 8-16,3 2 9 15,-9 0-9-15,-6 0-18 16,-16 1 0-16,-17 0-8 16,-16 2-1-1,-18 3-9-15,-6-1-3 0,-3 1-1 16,-3 1-1-16,0 0 1 15,0 0 2-15,0 0-3 16,0 0-2-16,0 0-12 16,0 0-27-16,-6 12-61 15,0 4-116-15,1-9-64 16,2 0-415-16</inkml:trace>
  <inkml:trace contextRef="#ctx0" brushRef="#br0" timeOffset="4536.34">3631 1923 245 0,'0'0'709'16,"0"0"-689"-16,0 0 116 15,0 0-51-15,0 0-28 16,0 0-4-16,0-3-5 0,0 24-19 16,0 12-29-16,-6 6 10 15,-1 5-4-15,2 1-3 16,1-2 1-16,2-6 1 16,2-5-4-16,0-8 1 15,0-10-1-15,5-4 1 16,6-6-2-16,3-4-4 15,8 0 4-15,2-7-1 16,0-15-3-16,-3-6-10 16,0-1-2-16,-8-2-1 15,-1-2 14-15,-3 5 3 16,-3 4 2-16,-3 7 0 0,-3 10 1 16,0 4 16-1,0 3 6-15,0 0-8 0,0 5-10 16,0 19-7-16,0 6-2 15,0 6 2-15,0 1 2 16,3-5-2-16,9-2 0 16,3-2-1-16,6-9 1 15,-3-4-1-15,7-7 1 16,-1-8-5-16,4 0 5 16,-1-7 2-16,-2-14-1 15,-5-1 2-15,-4-4 1 16,-7-2-2-16,-4-2 2 15,-5-4 0-15,0-4 0 16,0 0 5-16,-6 1 8 0,-10 6-8 16,-4 9-5-16,2 5-2 15,0 7-2-15,0 7-3 16,2 3 0-16,-2 0-21 16,6 11-44-16,3 8-103 15,9-9-72-15,0-3-211 16</inkml:trace>
  <inkml:trace contextRef="#ctx0" brushRef="#br0" timeOffset="5010.97">4208 2006 892 0,'0'0'146'0,"0"0"-104"16,0 0 72-16,0 0-56 15,0 0-42-15,0 0-14 16,3 38 0-16,-11-9 1 16,0 1-3-16,2 5 0 0,0-2 5 15,6-2-5 1,0-4 0-16,0-4-1 15,0-5 1-15,6-4-1 0,10-7-2 16,2-4 0-16,5-3-8 16,2 0 7-1,2-8 0-15,-3-9 1 0,3-3 3 16,-8-1 2-16,-1-3 6 16,-8 0 12-16,-7-3 18 15,-3 2 19-15,0-2-13 16,-4 2-13-16,-14 1-10 15,-3 4-5-15,0 1-10 16,-3 7-2-16,-1 3-4 16,3 4-4-16,-4 5-15 15,2 0-11-15,-1 0-62 0,6 1-38 16,14 5-104 0,5-4-205-16</inkml:trace>
  <inkml:trace contextRef="#ctx0" brushRef="#br0" timeOffset="6459.73">5242 1946 644 0,'0'0'85'0,"0"0"-10"0,0 0 32 15,0 0-57-15,0 0-7 16,-9-79 14-16,18 70-17 16,3-1-12-16,6 3-5 15,3 3 0-15,1 2-6 16,1 2 4-16,1 0-4 16,1 13-5-16,0 11-4 15,-2 9 5-15,-2 3-7 16,-4 5 5-16,-9 0 0 0,-2 2-2 15,-6-4-5 1,0-2 1-16,0-8-4 0,-6-8-1 16,-2-8 0-16,0-6-1 15,3-5-3 1,2-2 4-16,-3 0 2 0,2-3 1 16,-4-16-3-16,1-7 2 15,1-8-1-15,4-4 0 16,2-3 3-16,0 0-1 15,0 3 13-15,3 7-8 16,9 5 3-16,2 8 1 0,3 6 1 16,0 3-2-1,5 5-5-15,2 4-6 16,3 0 0-16,2 11-2 0,-1 13-4 16,0 10 6-16,-4 4 0 15,-3 4 0-15,-6 1 0 16,-9-4 1-16,1-5-1 15,-7-7 0-15,0-8-2 16,0-7-10-16,0-7 5 16,0-3 4-16,0-2-1 15,0 0 0-15,-7-15 1 16,1-8-10-16,1-10 1 16,4-4 9-16,1 0 2 15,0-2 1-15,1 4 3 16,10 6-2-16,4 4 0 0,0 8 1 15,-2 8 3 1,4 2-2-16,-1 5 2 0,-1 2-1 16,4 0-1-16,-1 9-2 15,0 13 2-15,-3 5 8 16,-2 6-2-16,-2 0-2 16,-4 3-5-16,-4-3 1 15,-1-1-3-15,1-4 0 16,-2-6-20-16,5-5-7 15,2-6-22-15,5-5-78 16,-7-6-65-16,3 0-174 0</inkml:trace>
  <inkml:trace contextRef="#ctx0" brushRef="#br0" timeOffset="7026.26">6229 2062 287 0,'0'0'429'0,"0"0"-373"16,0 0 78-16,26-80-52 16,-26 64-8-16,0 1-2 15,0 1-12-15,0 3 7 16,0 2-6-16,-9 1-6 16,0 4-14-16,-4 1-20 15,4 3-8-15,-6 0-8 0,0 0-5 16,-4 7 0-1,-1 14-4-15,-2 9 0 0,3 4-3 16,2 4 7-16,4 3 0 16,4-2 1-16,4 0-1 15,5-8-2-15,0-2 1 16,0-6 0-16,12-5-2 16,3-4-5-16,5-7-4 15,-1-6-8-15,0-1 1 16,1 0-7-16,-1-7-5 15,-1-9 13-15,0-6 7 16,-2 0-2-16,-4-5 13 0,-1-4 2 16,-5-5 3-1,4 0 15-15,-5 2 6 16,-2 6 3-16,-2 9-13 0,-1 11 7 16,0 5 6-16,0 3-7 15,0 0-6-15,0 0-10 16,0 0-3-16,0 7-3 15,0 14-13-15,0 9 12 16,0 4 0-16,0-2 1 16,0 1-1-16,0-6-16 15,0-5-21-15,12-5-10 16,6-6-39-16,6-5-60 16,1-6-54-16,-11 0-51 15,2 0-107-15</inkml:trace>
  <inkml:trace contextRef="#ctx0" brushRef="#br0" timeOffset="7626.68">6652 2138 14 0,'0'0'374'16,"0"0"-185"-16,0 0 0 15,42-89-57-15,-42 69-26 16,0 0-1-16,0 2-19 16,-6 4 2-16,-6 1-15 15,-1 5-35-15,-5 5 9 16,-5 3-36-16,-2 0-11 15,-2 8-2-15,-1 12 2 16,5 4-2-16,4 3-3 16,4 1 4-16,5-1-3 15,7-5 2-15,3-3 1 16,0-6-3-16,0-6-6 16,9-4 3-16,7-3-5 0,2 0 8 15,3 0-9 1,1-12 3-16,-3-2 10 0,-2 2 1 15,-8 5 0-15,-3 6-1 16,-5 1 0-16,2 0-2 16,5 24 1-16,4 16-5 15,9 20 6-15,1 14 23 16,5 12-7-16,1 13 2 16,-2 5-5-16,-4 0 7 15,-6 0-5-15,-13-9 5 16,-3-10-7-16,-4-12-5 15,-20-13 3-15,3-20-3 16,-4-13-5-16,8-11 6 0,-5-10 1 16,3-6-2-16,-4 0-6 15,-1-24 3-15,-1-13-2 16,3-11-2-16,-1-17-1 16,7-10 0-16,4-7-1 15,3-1-1-15,9 5 1 16,0 6 0-16,3 6 0 15,15 8 0-15,7 6 1 16,2 4-2-16,7 3-12 0,4 2-10 16,8 3-15-1,-1 7-32-15,4 8-118 16,-34 25-76-16,-6 0-125 0</inkml:trace>
  <inkml:trace contextRef="#ctx0" brushRef="#br0" timeOffset="8841.62">6979 2096 543 0,'0'0'107'0,"0"0"17"16,0 0-42-16,0 0-39 16,28-77 6-16,-7 63 1 15,0 3 0-15,3 2-11 16,-3 5-8-16,1 4-5 0,0 0-5 15,2 6-8 1,-1 16-4-16,-1 8 5 0,-3 8 18 16,-8 1-4-16,0 2-9 15,-4 0-7 1,-7-5-10-16,0-7 4 0,0-6-5 16,0-8-1-16,-3-8 1 15,-1-4 1-15,-1-3-2 16,-1 0-1-16,0-11-2 15,0-15-10-15,2-3 6 16,2-7-10-16,2-3 14 16,0-2 3-16,4 1 6 15,10 4-2-15,7 6 12 16,-3 8 1-16,3 6-9 16,-5 9 7-16,-1 5 7 0,3 2-7 15,-5 0-8-15,1 13 0 16,1 13 3-16,-3 5 0 15,-2 5 0-15,-4 0-10 16,0-1 5-16,-3-3 2 16,5-3-7-16,2-8-21 15,2-7-38-15,4-6-43 16,5-6-21-16,0-2-17 16,4 0 5-16,-5 0 47 0,-4-6 60 15,-2-1 28 1,-1-1 4-16,-4-1 14 0,6-2 39 15,-5 0-2-15,1-2-9 16,-1-1-2 0,1-3-4-16,-2-3 5 0,1-2-13 15,-4-3-9-15,-3 0-3 16,0-2-2-16,-3 3-1 16,0 5 0-16,0 5 7 15,-3 5 2-15,-2 5 14 16,1 3 4-16,-3 1-12 15,-4 0-15-15,-1 7-15 16,-1 11-4-16,2 7 0 16,2 4-4-16,4 0 6 15,3 2 0-15,2-2-1 16,0-4-1-16,0-4 1 16,9-3-1-16,4-4 2 0,5-2 0 15,0-4-1-15,3-3 1 16,3-5-1-16,0 0-21 15,1 0-68-15,-1-17-46 16,-18 5-90-16,-3-1-266 16</inkml:trace>
  <inkml:trace contextRef="#ctx0" brushRef="#br0" timeOffset="9179.62">7935 1821 846 0,'0'0'32'16,"0"0"121"-16,0 0-65 0,0 0-48 15,0 0 1-15,0 0 7 16,0 0-12-16,0 17-19 16,0 16-8-16,0 6 16 15,0 2 0-15,0 2-5 16,0-1 4-16,0-1-7 15,0-3 0-15,5-4-6 16,1-5-4-16,0-6 2 16,1-6-7-16,2-6 0 15,0-2-2-15,0-6 0 16,3-2-4-16,0-1 2 0,0 0 1 16,6-7-22-1,-6-10-42-15,-2-6-31 0,-7-3-93 16,-3 13-122-16,0 2-464 15</inkml:trace>
  <inkml:trace contextRef="#ctx0" brushRef="#br0" timeOffset="9475.12">7908 2029 896 0,'0'0'25'0,"0"0"23"16,0 0-4-16,0 0-32 0,0 0-4 15,85-45 5 1,-49 37 12-16,6 0 13 0,4 3 0 16,-1 2-12-16,7 3 16 15,-10 0 7-15,-8 0-42 16,-5 14 0-16,-9 10-7 16,-4 4 7-16,-8 6 8 15,-5 0 8-15,-3-2-8 16,0-3-11-16,0-8 5 15,-4-6-8-15,-3-8-1 16,4-6-36-16,-2-1-68 16,5-2-115-16,0-14-275 0</inkml:trace>
  <inkml:trace contextRef="#ctx0" brushRef="#br0" timeOffset="9631.99">8310 1823 801 0,'0'0'178'0,"0"0"-144"16,0 0 71-16,0 0-81 16,0 0-24-16,0 0-16 15,-15-28-57-15,31 41-66 16,-10-7-21-16,0 3-422 16</inkml:trace>
  <inkml:trace contextRef="#ctx0" brushRef="#br0" timeOffset="9937.6">8623 1862 804 0,'0'0'68'16,"0"0"76"-16,0 0-25 16,0 0-87-16,0 0-23 15,0 0-7-15,-99 47 3 16,71-12 6-16,1 3-2 15,7 0 1-15,6-1-1 16,11-3 4-16,3-6-2 16,0-5-4-16,17-5 3 0,11-7-4 15,12-4 5-15,9-4 8 16,8-3 4 0,6 0-7-16,-11-1 23 0,-15-12-32 15,-10-1-7-15,-12-1-6 16,-6-1-99-16,-9 10-114 15,0-1-330-15</inkml:trace>
  <inkml:trace contextRef="#ctx0" brushRef="#br0" timeOffset="10662.67">9896 1882 777 0,'0'0'80'0,"0"0"-10"0,0 0 57 16,0 0-58-16,0 0-37 15,0 0-2-15,0 26-5 16,3 17 2-16,2 12 9 16,0 9-12-16,1 7 1 15,8 9 0-15,3 5 5 16,1-1 13-16,2 1-17 15,-4-8-10-15,-4-6 4 16,-4-13-12-16,-3-13-1 16,-5-15 1-16,0-11-3 15,0-10-2-15,0-6-2 16,0-3 0-16,0 0-1 0,0-25-2 16,-7-15-38-16,-5-12-149 15,6 23-42-15,1 1-97 16</inkml:trace>
  <inkml:trace contextRef="#ctx0" brushRef="#br0" timeOffset="10974.58">9896 2009 735 0,'0'0'65'16,"1"-83"-5"-16,22 63 22 15,3 3-42-15,4 6-8 16,3 5 8-16,-2 6 1 15,1 0 3-15,-4 5-10 0,2 13-4 16,-5 6 16-16,-5 3-1 16,-7 1-12-16,-10-1-6 15,-3-1-8-15,0-3-6 16,-11-2 0-16,-14-1 5 16,-5-6-5-16,-1-1-6 15,0-5-4-15,5-3-3 16,6-5 0-16,6 0-16 15,12 0-25-15,2-10-30 16,8-9-74-16,11 6-126 16,-1 2-24-16</inkml:trace>
  <inkml:trace contextRef="#ctx0" brushRef="#br0" timeOffset="11373.74">10376 1892 752 0,'0'0'98'15,"0"0"21"-15,0 0-13 16,0 0-52-16,0 0-14 16,0 0-15-16,-16 82-17 15,7-46-5-15,3 0-1 16,6-4-1-16,0-2-1 16,0-3 0-16,3-5-1 15,10-5-1-15,5-7 2 0,1-3-1 16,-1-7 1-1,3 0 0-15,-3-2 1 16,0-14 6-16,0-5 0 0,-5-5-3 16,-2-2 4-16,-4-3 4 15,-5-3 20 1,-2 0 14-16,0 3-5 0,-9 3-1 16,-3 7-8-16,-3 7-13 15,-3 7 2-15,2 5-19 16,-4 2 3-16,-2 0-5 15,0 14-8-15,2 6-2 16,5 0-9-16,9-3-18 0,6-3-33 16,0-3-49-1,6-7-60-15,6-4-78 16,0 0-278-16</inkml:trace>
  <inkml:trace contextRef="#ctx0" brushRef="#br0" timeOffset="11724.62">10743 1651 772 0,'0'0'122'16,"0"0"-73"-16,0 0 76 15,0 0-54-15,0 0-29 0,0 0-3 16,3-27-15-16,-3 45-14 15,0 9-6 1,0 6 16-16,0 3-4 0,0 7 1 16,0 3 11-16,0 2-7 15,0 0 2-15,3-3 1 16,2-4 3-16,-1-8-13 16,-1-6-6-16,3-8-6 15,-2-5 0-15,1-4-2 16,-1-3 2-16,-1 0-4 15,5-2 0-15,1-3-51 16,4-2-83-16,3 0-36 16,-10 0-59-16,-1 0-256 0</inkml:trace>
  <inkml:trace contextRef="#ctx0" brushRef="#br0" timeOffset="13397.03">11044 2037 756 0,'0'0'55'15,"0"0"-22"-15,0 0 14 0,0 0-25 16,0 0 4-16,0 0 3 16,80-41 7-1,-66 29-7-15,-3-2-8 0,-4 0-3 16,-2-1 5-16,1-3 0 15,-5 0 9-15,-1-2 0 16,0-3-6-16,0 5-6 16,-1 2 11-16,-8 7-11 15,1 6-1-15,2 0 8 16,-1 3-5-16,-2 0-22 16,0 0-2-16,-2 3 0 15,0 11 0-15,0 6-6 16,4 2 5-16,2 4-2 15,1 0 1-15,4 4 4 0,0 0 0 16,0-2-1-16,10-1 0 16,5-3-2-16,1-6 3 15,3-3-2-15,1-5 0 16,3-4 2-16,-2-6-3 16,4 0 3-16,2-1 4 15,3-16 1-15,3-6-2 16,-4-6-1-16,1-7 0 15,-3-3-2-15,-8-2 0 16,-5 3-2-16,-7 5 2 16,-5 9 3-16,-2 10-1 15,0 10 5-15,0 4 12 16,0 0 22-16,0 0-17 0,0 0-24 16,0 8-7-1,0 12-2-15,10 7 0 0,5 6 9 16,4 2 1-16,1 0 1 15,2-1 1-15,-4-4 0 16,-7-5-1-16,-8-4 0 16,-3-3 4-16,0-1-5 15,-18-1 5-15,-6-2-2 16,-3-5-4-16,2-4-28 16,1-5-79-16,19 0-120 15,2 0-155-15</inkml:trace>
  <inkml:trace contextRef="#ctx0" brushRef="#br0" timeOffset="156675.46">12393 1864 485 0,'0'0'255'16,"0"0"-216"-16,0 0 86 15,0 0-33-15,0 0-21 16,0 0 6-16,0 0-8 15,-10-33-23-15,10 26-18 16,4-3 1-16,12-1 3 16,3 4-20-16,4 3-5 15,3 4-2-15,-1 0-5 16,0 7-3-16,-2 15 0 16,1 9 3-16,-5 6-1 15,-7 5 0-15,-6 3 1 16,-3-2 10-16,-3-2-9 15,0-3 2-15,-1-5-2 16,-13-8 3-16,1-7-2 0,2-5-2 16,4-9 2-16,4-3-2 15,0-1 3-15,0 0 3 16,-3-12 7-16,6-15 9 16,-3-8-17-16,3-7 16 15,0-5-6-15,7-1-5 16,5 3 17-16,0 7-13 15,1 5-7-15,-3 9-6 16,0 4 1-16,0 8-2 16,-4 4-5-16,2 3-9 15,4 5-25-15,3 0-35 0,5 10-66 16,0 11-14 0,-1 4-11-16,1 4-56 15,-2-2-7-15,-1-2 139 0,0-1 84 16,-2-4 5-16,-5-2 13 15,1-3 19-15,-2-2 27 16,-3-4 26-16,0-2-20 16,0-3 1-16,-3-1-11 15,2-3-1-15,-2 0-1 16,2 0 3-16,4 0 29 16,-1-3 16-16,2-8-21 15,-3-4-11-15,-1-1-20 16,-1-4-19-16,-5 0 2 15,0-1-16-15,0 1 6 16,0 2-12-16,0 3 0 0,-6 5 2 16,-2 4-7-16,2 3-5 15,-1 3 12-15,-2 0-8 16,-6 0-4-16,-4 13-2 16,-5 12-8-16,4 6 1 15,4 5 7-15,7 0-1 16,6-1 0-16,3-3 3 15,0-2 0-15,12-3-2 16,15-4 1-16,3-1 1 16,4-6 1-16,3-3 4 15,2-5 3-15,-2-4-4 16,-2-4 6-16,-4 0-6 0,-3 0-4 16,-2-1-4-16,-2-12 1 15,-3-4-54-15,-2-2-106 16,-18 7-227-16</inkml:trace>
  <inkml:trace contextRef="#ctx0" brushRef="#br0" timeOffset="157458.53">13253 1903 706 0,'0'0'102'16,"0"0"-26"-16,0 0 24 16,0 0-35-16,0 0-2 15,0 0 15-15,1-22-22 16,-1 22-13-16,0 0-21 0,0 0-16 15,0 3-6-15,2 14-18 16,8 9-9-16,3 8 27 16,1 6 13-16,-2 3-3 15,0 1-3 1,-4-1 1-16,2-7 4 0,-3-6-5 16,-1-9-6-16,3-7 2 15,-3-7-3-15,-2-2-3 16,-1-5 3-16,-1 0 2 15,1 0 8-15,10-10 17 16,1-12 20-16,3-8-2 16,3-4-15-16,-2-8-7 15,-3-1-8-15,-2-3-9 16,-5 5 6-16,-4 3-8 16,-1 10 2-16,-3 9-6 15,0 8 7-15,0 6-7 0,0 4 0 16,0 1-14-16,0 0-15 15,0 0-14-15,0 13-115 16,0-4-179-16,0 3-107 16</inkml:trace>
  <inkml:trace contextRef="#ctx0" brushRef="#br0" timeOffset="159009.24">13700 1985 783 0,'0'0'161'0,"0"0"-84"0,0 0 32 16,0 0-47-16,0 0-13 15,0 0-8-15,6 10-28 16,-6-3-13-16,-6 6-1 16,-3 5 1-16,-3 6 1 15,5 4-1-15,2 0-1 16,5 2-1-16,0-3 1 15,0-3 1-15,0-3-1 16,11-5 1-16,3-3-3 16,2-5 1-16,1-4-1 15,1-4 3-15,3 0 2 16,0 0 3-16,-3-1-3 16,0-10-1-16,-3-8 10 15,-3-2 13-15,-3-6 15 0,-6-4-1 16,-3-4-15-16,0-3 2 15,0 0-4-15,-9 5-18 16,-6 9 10-16,1 7-3 16,1 9-9-16,1 2 6 15,-4 5-7-15,1 1 1 16,-6 0-4-16,6 5 1 16,0 11-6-16,6 2-6 15,3 0-3-15,6-1 4 16,0-1-1-16,0 0-13 15,17-4 0-15,3 1 9 16,6-3 4-16,0-5-6 0,1-3-11 16,2-2-20-16,-2 0 3 15,1 0 19-15,0-14-18 16,1-4 34-16,1-4 0 16,-4-5 13-16,-2-2 3 15,-6-7-1-15,-3 0 2 16,-6-4 4-16,-4 2-1 15,-5 6 13-15,0 2 3 16,0 10 7-16,0 6 22 16,0 4-2-16,0 8-5 0,-2-1-12 15,-1 3-17 1,2 0-6-16,-1 0 0 0,1 0-10 16,-4 1-2-1,-1 17-9-15,-3 11-4 0,0 9 15 16,3 4 7-16,2 3-7 15,2 0 5-15,2 1-3 16,0-3 4-16,0-3-6 16,0-5 1-16,6-5 0 15,3-8 0-15,0-5 0 16,3-6-1-16,0-2-6 16,0-4 6-16,0-2 0 15,-5-3-2-15,4 0-4 16,-2 0-2-16,0-1 3 15,1-13 5-15,-1-6 7 16,2-2-2-16,-4-5-3 16,3-2 8-16,-4 2 1 15,-1 1-9-15,-2 5-2 0,-3 7 11 16,0 4-2-16,0 6 1 16,0 2 15-16,0 2-11 15,0 0-10-15,0 0-4 16,0 0-5-16,0 3-5 15,0 14-4-15,0 7 5 16,0 7 9-16,0-2 6 16,3 3-4-16,3-5 1 15,3-5 0-15,0-3-3 0,0-6-1 16,-1-3-1 0,0-3-1-16,3-2 3 0,0-5 0 15,0 0-1-15,1 0-5 16,6-6 6-16,-5-11 0 15,2-7 1-15,-6-4 6 16,-1-5-1-16,-5 1-6 16,-3 5 0-16,0 6 10 15,0 7-9-15,0 7 2 16,0 4 4-16,0 3 7 16,0 0-7-16,0 0-7 15,0 0-8-15,0 0-3 16,4 7-3-16,6 11 6 15,10 5 3-15,4-1 5 16,4-1 4-16,3-3-2 0,-2-6 4 16,-2-3-5-16,-4-5-1 15,-2-4-1-15,-1 0 1 16,-1 0 0-16,1-14-1 16,-1-5 1-16,-4-5 5 15,-2-2 9-15,-7-2-9 16,-1-2-3-16,-5 5 2 15,0 5-3-15,0 7-1 16,0 7 0-16,-14 5 0 16,-5 1-10-16,-8 3 8 15,-4 18 1-15,1 9-5 16,4 5 4-16,7 2-2 0,8-1 2 16,7-3 2-16,4-4 0 15,0-5-2-15,23-5 1 16,8-4 1-16,10-5 0 15,9-4 4-15,11-3 3 16,3-3 0-16,-1 0 8 16,-9-2-8-16,-14-10-7 15,-4-4-8-15,-9-6-32 16,-27 13-134-16,0-4-367 16</inkml:trace>
  <inkml:trace contextRef="#ctx0" brushRef="#br0" timeOffset="161394.24">16260 1910 757 0,'0'0'122'15,"0"0"-102"-15,0 0 81 16,22-80-44-16,-22 58 23 15,0-3 10-15,0 4-29 16,-1 3-21-16,-11 2-8 0,0 7-12 16,-2 3 1-16,-2 3-14 15,-1 2-2-15,-3 1 2 16,-2 0-14-16,-7 17 6 16,1 12 0-16,-2 11 2 15,2 3 1-15,8 3-2 16,4 0 0-16,7-3-2 15,7-6 1-15,2-4 0 16,0-7-1-16,5-8-2 16,9-6 0-16,3-6 3 15,6-5-6-15,1-1 7 0,4-1 4 16,-1-16-1 0,0-8 3-16,-2-5 7 0,-3-5-8 15,-4-2 0-15,-3 2 2 16,-4 4 4-16,-7 8 10 15,-2 12-4-15,-2 5 4 16,0 6-2-16,0 0-19 16,0 0-3-16,0 0-5 15,0 10-4-15,0 10 12 16,-2 7 5-16,1 5-2 16,1 0-3-16,0-5-2 15,3 0 2-15,13-5 0 16,1-5 0-16,2-5-2 15,3-4 1-15,-1-3 1 16,3-5-6-16,1 0 6 0,2 0 0 16,1-17 8-1,-1-8 4-15,-4-10-8 0,-2-2 3 16,-8-10-3-16,-6-4-2 16,-7 2 1-16,0 5-3 15,-3 10-1-15,-14 13-3 16,-4 8 3-16,1 9-10 15,1 4 9-15,1 0 1 16,5 0 0-16,5 4 1 16,5 8-8-16,3 3-1 15,0 5-2-15,5 1 6 0,14 4 1 16,7 2 4 0,2 2 3-16,0 2-2 0,-1-1 0 15,-5 3 2-15,-4 4-2 16,-1-2-1-16,-5-1 2 15,-1-1-2-15,-1-4 3 16,-1-4 0-16,-3-5-2 16,1-5 0-16,-1-6-1 15,0-5-3-15,3-2-58 16,4-2-130-16,-8 0-33 16,2-3-110-16</inkml:trace>
  <inkml:trace contextRef="#ctx0" brushRef="#br0" timeOffset="163444.73">16930 1896 710 0,'0'0'173'0,"0"0"-86"15,0 0 17-15,0 0-26 16,0 0-2-16,0 0-20 15,0-26-39-15,0 26-17 16,-6 15-6-16,0 6 6 16,0 7 11-16,3 2 4 15,2-2-6-15,1-1 5 16,0-3-7-16,0-3-7 16,7-4 1-16,6-3-1 15,1-4 1-15,2-4-1 16,2-5-1-16,0-1 1 15,0 0 2-15,2 0 4 16,0-14 3-16,-3-4 7 0,-1-5-10 16,-5-4 6-16,-4-2 1 15,-7-4 7-15,0-4-3 16,0 2-6-16,-10 4-3 16,-13 6-8-16,-3 6-1 15,-2 7-5-15,-1 5 6 16,0 4 0-16,7 3 0 15,6 0-2-15,10 0 1 16,4 0 1-16,2 0-7 16,0 0 1-16,0 0-9 15,13 0-16-15,10 0-6 16,9 0 27-16,0 0 9 16,4 0 1-16,-5-4 0 15,-4-3-1-15,0 2 1 16,-3 1 7-16,-2 3-5 0,-7 1-2 15,-2 0-3-15,-5 1-7 16,-2 13 0-16,0 9-5 16,1 5 12-16,-1 5 3 15,2 2 5-15,0-1 6 16,0-2-6-16,1-1-2 16,0-7-1-16,0-4 2 15,0-7-1-15,-4-9-3 16,1-3 0-16,-2-1-2 15,6 0 2-15,4-4 0 16,5-13 0-16,1-6 36 16,-1-5-31-16,-5-4 5 0,2-4-9 15,-4 0 5-15,0 2 7 16,-5 8-4-16,-2 8 1 16,-4 9-3-16,-1 4 15 15,0 5-9-15,0 0-1 16,0 0-9-16,0 0-3 15,0 0-5-15,0 6 0 16,0 13-8-16,-1 10 5 16,-4 5 8-16,5 3 5 15,0 1-3-15,0-5 0 16,14-3 1-16,0-9-3 16,-1-8 2-16,-6-6-2 15,-1-6-3-15,-2-1 2 0,-1 0-6 16,6-2 2-1,3-18 5-15,3-9 1 0,1-4 11 16,0-7-12-16,-4 1 0 16,1 2-1-16,-4 7 1 15,0 9 3-15,0 4-3 16,-3 7 1-16,-3 5-1 16,-2 3-1-16,1 2-1 15,-2 0 2-15,4 0-5 16,6 10-5-16,3 13-14 15,3 5 22-15,-1 3 2 16,-3 3 4-16,1 0-1 0,-5-2 3 16,-2 0-6-16,-3 1 0 15,0-5 4-15,-3-7-4 16,0-7-1-16,0-8 1 16,0-3 3-16,0-3-2 15,0 0 4-15,0 0 3 16,0-3 4-16,4-15-4 15,-3-7-8-15,4-7-4 16,1 0 4-16,2-3 0 16,3 1 2-16,1 4-2 15,1 4 0-15,1 4-2 16,-2 6 1-16,3 5-2 16,-4 4 0-16,-1 6 3 15,0 1-1-15,1 0 0 0,0 5-4 16,0 14-3-16,1 5-1 15,-2 6 5-15,0 2 2 16,-4 2 4-16,0 0 1 16,-2-5-1-16,2-2 3 15,-3-6-4-15,0-7 1 16,0-4-2-16,-2-4 1 16,2-2-2-16,-3-1 1 15,2-2-1-15,1 1-30 16,2-2-87-16,3 0-32 15,6 0-23-15,5 0-37 0,2-3 23 16,6-7 28 0,-3 1 123-16,-1 1 36 0,-1 0 5 15,-2-1 28-15,0 1 19 16,-2-1-8-16,0 1 7 16,-2-2-12-16,0 0-7 15,1-1-13-15,-2-2 9 16,-2-2 13-16,2-2 15 15,-4-3 20-15,-1-4 8 16,-4-1-18-16,-3-2 1 16,-3 4-6-16,0 3-6 15,0 5 5-15,-5 5-22 0,-9 3-15 16,0 3-10 0,-5 4-9-16,-2 0-6 15,-5 0 6-15,-4 17-8 0,1 6 3 16,2 9-4-16,3 0 3 15,6 3-2-15,6 1-1 16,8-4-3-16,4 1 7 16,0-4 1-16,1-4-2 15,15-5 0-15,3-6 2 16,3-8-2-16,3-4 2 16,2-2 0-16,0 0 15 15,3-19 13-15,1-9-2 16,1-9-15-16,-2-8 2 15,-4-10-10-15,-3-11 7 0,-6-10 1 16,-5-5-7-16,-6 5 1 16,-6 8-5-16,0 20 3 15,0 16-2-15,-6 13 13 16,-3 12-11-16,2 7 12 16,-3 0-15-16,-6 11-6 15,-3 22 6-15,-6 11-1 16,3 8-1-16,7 9 2 15,4 1 0-15,8 3 0 16,3-6 0-16,0-7 2 16,12-7-2-16,10-5 1 15,4-5 4-15,8-4-2 16,2-6 2-16,1-6 6 16,-1-8-11-16,-1-5 0 0,-7-3 0 15,-3-3-2-15,-3 0-7 16,-2-5-31-16,-1-12-83 15,-19 6-141-15,0 0-417 16</inkml:trace>
  <inkml:trace contextRef="#ctx0" brushRef="#br0" timeOffset="165572.75">19735 1778 745 0,'0'0'32'0,"0"0"46"16,0 0-10 0,0 0-32-16,0 0 1 0,-8-88 27 15,-5 71-9-15,1 2-12 16,-1 3-5-16,1 3-9 16,-4 3 44-16,2 3-63 15,-5 3 5-15,-1 0-11 16,-4 0-4-16,-3 21-8 15,1 5 6-15,-1 8-1 16,4 5-1-16,2 6-3 16,4 2 7-16,5 0-1 15,5-4 1-15,7-5 1 0,0-5-1 16,0-7 0 0,14-6-2-16,4-8 2 0,0-7-1 15,3-5-1-15,1 0 1 16,1-2 1-16,4-17 12 15,-2-8 1-15,0-4-2 16,-1-4-8-16,-4-5-2 16,-1 0 9-16,-7-2-3 15,-2 9 3-15,-5 6 7 16,-4 11 5-16,-1 9-3 16,0 7-1-16,0 0 3 15,0 0-21-15,0 8-2 16,-4 14-15-16,-1 8 17 15,2 3 3-15,3 0-2 16,0-2 0-16,11-3-1 0,12-2 0 16,7-6-1-16,1-5 1 15,4-7-1-15,-4-1 0 16,-3-6-2-16,-6-1 3 16,-6 0 0-16,-4 0 5 15,-3 0-5-15,-2-8 0 16,-2-4-24-16,-2-4-63 15,-3 9-123-15,0 0-167 16</inkml:trace>
  <inkml:trace contextRef="#ctx0" brushRef="#br0" timeOffset="166523.35">20736 1982 751 0,'0'0'119'0,"0"0"-119"16,0 0 46-16,0 0-14 15,0 0 30-15,0 0-1 0,5 7-18 16,-3-7 2-16,-2 0-4 16,2 0-2-1,-2 0 1-15,0 0-4 0,1 0-1 16,2 0-7-16,2 0-12 15,1-1 4-15,0-3-6 16,-1 2 10-16,-4 1-13 16,-1 1 2-16,0 0-6 15,0 0-2-15,0 0 0 16,0 0-3-16,0 0-2 16,0 0 4-16,0 0-4 15,0 0 0-15,0 0 4 16,0 0-4-16,0 0 0 15,3-1 4-15,3-3-4 16,3-4 0-16,3-3 0 0,6-6 4 16,-1-9-3-16,5-6 0 15,0-10-1-15,0-6 1 16,-4-6-1-16,-3 2-1 16,-8 8-2-16,-4 12 0 15,-3 15 2-15,0 10-2 16,0 7-4-16,0 0 3 15,0 0 4-15,0 0-9 16,0 11-4-16,0 13 4 16,0 8 9-16,0 5 0 15,10 6-3-15,13 0-1 16,4-2 4-16,3-6 1 0,-3-3-1 16,-5-6 3-16,-5-6-3 15,-7-6 0-15,-7-5 0 16,-3-5 1-16,0 2 0 15,0-1-1-15,-12 3 0 16,-8-2 7-16,-3-3-3 16,-3-1-4-16,4-2-20 15,4 0-33-15,6 0-51 16,9-10-87-16,3 3-36 16,0-3-189-16</inkml:trace>
  <inkml:trace contextRef="#ctx0" brushRef="#br0" timeOffset="166839.6">21188 1564 620 0,'0'0'192'16,"0"0"-92"-16,0 0 3 15,0 0-44-15,0 0-13 16,0 0-28-16,5-15-18 15,-5 36-3-15,0 10 3 16,0 12 30-16,0 3-4 16,0 5 1-16,0-1 5 15,1-4 7-15,7-5-2 0,5-5-15 16,1-6-8-16,2-4-3 16,2-8-3-1,1-7-2-15,2-5-6 0,-1-5 0 16,0-1 0-16,3 0-4 15,-8-18-47-15,-8-6-81 16,-7 10-91-16,0 1-366 16</inkml:trace>
  <inkml:trace contextRef="#ctx0" brushRef="#br0" timeOffset="167006.19">21221 1756 738 0,'0'0'207'0,"0"0"-167"15,0 0 43-15,0 0-58 16,0 0-15-16,0 0-6 16,97-50-4-16,-60 46-2 15,2 4-47-15,-6 0-93 16,-24 0-122-16,-2 0-246 16</inkml:trace>
  <inkml:trace contextRef="#ctx0" brushRef="#br0" timeOffset="167524.72">21683 1720 695 0,'0'0'125'0,"0"0"-10"15,0 0-32-15,0 0-19 0,0 0-3 16,0 0 1-16,15-20 0 16,-19 16-10-16,-7 1-32 15,-1 3-5 1,-2 0-7-16,-5 0-8 0,-3 3-1 15,0 14-1-15,-2 5-4 16,5 5 5-16,2 4-2 16,5 3 1-16,5 1 2 15,5-2-4-15,2-1 2 16,0-3 0-16,8-7 0 16,10-2 2-16,0-9-3 15,2-5 2-15,-1-5-4 16,-2-1 0-16,1 0 5 15,2-14 9-15,0-10-4 0,-1-6 2 16,-2-6-7 0,0-6-3-16,-4-2 2 15,-4 0 1-15,-4 4 0 0,-4 11 3 16,-1 12 2-16,0 7 1 16,0 9 20-16,0 1-1 15,0 0-2-15,0 0-23 16,0 15-14-16,0 12-4 15,0 7 18-15,0 1 3 16,0-1-2-16,0-2 1 16,0-5 3-16,12-3-4 15,2-4-1-15,3-5 0 0,13-2-2 16,13-7-9 0,13-6-108-16,-31 0-1 0,-1-7-221 15</inkml:trace>
  <inkml:trace contextRef="#ctx0" brushRef="#br0" timeOffset="168305.09">22173 1436 681 0,'0'0'102'0,"0"0"29"0,0 0-66 16,0 0 46 0,0 0-24-16,0 0-12 0,3-27-32 15,-3 27-18-15,0 9-23 16,0 12-2-16,0 11-3 16,0 14 3-16,-3 4 29 15,1 6-13-15,2 1 4 16,0 1-7-16,0-4 7 15,0-6-7-15,0-7-5 16,2-9 5-16,7-8-11 16,3-7-1-16,-2-5 2 15,4-5-6-15,3-2-1 16,4-5 0-16,0 0-2 16,3-1 2-16,-5-19-23 0,-6-9-54 15,-12-4-81-15,-1 16-62 16,-3 0-227-16</inkml:trace>
  <inkml:trace contextRef="#ctx0" brushRef="#br0" timeOffset="168654.75">22057 1692 525 0,'0'0'108'0,"0"0"-35"15,0 0 25-15,0 0-34 16,0 0-41-16,0 0-17 15,31-20 20-15,5 13 15 16,5-2-9-16,6 1-3 0,0-1-9 16,-2 3 6-16,-9 0-5 15,-8 3-8-15,-5 0-4 16,-11 3 1-16,-2 0-3 16,-7 0 5-16,0 0-5 15,2 6-6-15,-1 12 12 16,2 7 3-16,0 7 3 15,-3 1 16-15,1 0-8 16,-1-3-18-16,0-5-3 16,0-1-1-16,-1-6-2 15,-1-3-2-15,1-4 0 16,-1-7-1-16,5-4-6 0,2 0-112 16,-5-4-139-1,1-10-310-15</inkml:trace>
  <inkml:trace contextRef="#ctx0" brushRef="#br0" timeOffset="168787.5">22516 1581 783 0,'0'0'124'0,"0"0"-56"16,0 0-25-16,0 0-43 16,0 0-2-16,0 0-54 15,0 0-159-15,-6-33-184 16</inkml:trace>
  <inkml:trace contextRef="#ctx0" brushRef="#br0" timeOffset="169538">22650 1614 428 0,'0'0'103'16,"0"0"21"-16,0 0-2 15,30 73-32-15,-26-44-5 16,-2 1-31-16,-2 5-7 15,0-2-5-15,0 0-17 16,0-5-7-16,0-2-11 16,0-6 1-16,6-5-3 15,1-5-4-15,4-5 3 0,2-2-4 16,2-3 1-16,5 0 8 16,-1-1 14-16,1-14-3 15,-3-4-14-15,-5-1 3 16,-3-5-3-16,-9-5-1 15,0-1 3-15,-1-1 12 16,-20 2-20-16,-5 3-2 16,-5 9-13-16,1 2-3 15,2 8-15-15,7 3 11 16,9 3-5-16,6 2 14 16,6-2 11-16,0 1 1 15,0-1 0-15,0 1-7 16,11-2-14-16,6 0 9 15,6 0 13-15,5 1 13 0,4 0 1 16,2 2 6-16,0 0 2 16,-1 0-1-16,-5 3-3 15,-1 11 4-15,-4 5 2 16,-4 5-5-16,-5 1-7 16,-7 3-9-16,-3-2 4 15,-4-1-4-15,0-3 4 16,0 0-6-16,0-8 1 15,0-5 1-15,-1-7-3 16,1-2-7-16,0 0 5 16,0 0 2-16,0-9-5 15,0-14-4-15,0-7-31 16,9-5 11-16,1-2 29 0,4 3 1 16,-1 5 5-16,5 4-1 15,-3 9 17-15,3 6-4 16,-5 6 6-16,2 4-7 15,-3 0 3-15,6 5-9 16,0 18-1-16,4 7 7 16,-1 3 2-16,-4 4-18 15,-4-1 1-15,-4-2-2 16,-3-1 3-16,-6-5-3 16,0-5-29-16,0-9-78 15,0-14-70-15,0 0-139 16</inkml:trace>
  <inkml:trace contextRef="#ctx0" brushRef="#br0" timeOffset="170805.56">23635 1834 599 0,'0'0'91'0,"0"0"-15"16,0 0 5-16,0 0-28 15,0 0 3-15,0 0-4 16,39-55-8-16,-39 41 12 15,0 0-13-15,0-3-5 16,0 0 0-16,0-1-8 16,-5 1-7-16,-7 1-8 15,2 5-6-15,-3 4-6 16,-1 3 13-16,-4 2 6 0,0 2-22 16,-4 0-5-16,-2 4-1 15,3 15 3-15,0 3 1 16,3 7-2-16,6 0-1 15,2 1 2-15,7 0 2 16,0-2-2-16,3-1 0 16,0-2 1-16,3-4-1 15,9-4 1-15,1-6 0 16,4-5-5-16,-2-5 0 16,1-1-2-16,3 0 9 15,-1-11 5-15,3-10 10 16,-3-6-7-16,-2-1-4 15,-5-5-2-15,-5 5 0 16,0 1 2-16,-6 10 1 0,0 7 2 16,0 8 9-16,0 2 12 15,0 0 6-15,0 0-18 16,0 0-16-16,-3 18-8 16,-1 9-8-16,2 5 16 15,2 2 1-15,0-1 2 16,0-4-3-16,6-3 3 15,6-6 0-15,1-6-3 16,1-6-5-16,-1-5 0 16,0-3-19-16,3 0-40 15,0-13 27-15,-3-11-5 16,2-6-16-16,-4-4 3 0,-2-4 14 16,-3 5 26-16,1 5 15 15,-1 6 1-15,-2 8 9 16,3 6 12-16,0 4 2 15,3 4-4-15,1 0-10 16,4 0-5-16,1 16-3 16,3 10 20-16,-2 4-8 15,-1 0 5-15,-4 3-7 16,-6-3-1-16,0-5-4 16,-6-5-7-16,0-7 7 15,0-6-5-15,0-6 2 16,0-1 7-16,0 0 23 15,0 0 11-15,-4-14 7 16,-4-10-1-16,4-7-49 0,2-4 1 16,2-1 13-16,0 3-6 15,0 3-10-15,5 7-1 16,4 6-2-16,1 6-5 16,2 4 0-16,6 1-48 15,2 5-65-15,-12 1-76 16,1 0-138-16</inkml:trace>
  <inkml:trace contextRef="#ctx0" brushRef="#br0" timeOffset="171407.35">24172 1696 575 0,'0'0'270'0,"0"0"-165"15,0 0 7-15,0 0-27 16,0 0 4-16,0 0-26 15,0 0-26-15,3 23-27 16,-5-3-5-16,-7 7-5 16,2 3 20-16,4 0-7 15,3-4-8-15,0-1 0 16,0-7-1-16,3-3-4 16,13-4-3-16,8-2 1 15,0-8-3-15,6-1 3 16,4 0-7-16,-2-5 0 15,-3-13-24-15,-1-5 2 0,-8-5 13 16,-8-5 18 0,0 2 1-16,-12 6 7 0,0 6 7 15,0 11 19-15,0 6 14 16,0 2 7-16,0 0-27 16,-4 3-13-16,-11 20-15 15,-2 13-11-15,0 14 11 16,4 11-1-16,12 15 2 15,1 12 2-15,0 2 17 16,12 4-10-16,0-1 2 16,0-4 2-16,-8-3-10 0,-4-9 0 15,0-17-1-15,0-15-3 16,-7-16 3 0,-8-12-2-16,0-9 1 0,-3-5 2 15,-1-3 0-15,-5-7 5 16,0-23-3-16,0-13-2 15,5-18-4-15,4-14-2 16,4-13-5-16,11-1 4 16,0 6 0-16,3 16 1 15,20 13-3-15,-2 13-4 16,6 8-1-16,1 8-14 16,5 8-23-16,0 3-59 15,-20 14-115-15,-1 0-190 16</inkml:trace>
  <inkml:trace contextRef="#ctx0" brushRef="#br0" timeOffset="173853.78">25456 1769 139 0,'0'0'387'0,"0"0"-352"0,0 0 91 15,0 0-44-15,0 0 2 16,0 0-3-16,0 0-13 16,66-74 9-16,-66 56-18 15,0 0-12-15,0-2-2 16,-10-1-18-16,-4 6-4 15,0 1-2-15,2 2 0 16,1 5 0-16,-2 3-10 16,2 2-5-16,-2 2 9 15,-5 0-15-15,-1 12-2 16,-3 9 1-16,0 8-1 0,1 1-2 16,6 6-1-16,4 2 4 15,5-2 1-15,6-1 0 16,0-5 1-16,0-4-1 15,3-8-1-15,11-4 1 16,0-7 0-16,4-2-2 16,-2-5-1-16,2 0 3 15,4-5 3-15,-2-14 18 16,2-8-17-16,0-6 3 16,-2-5 3-16,-4-2-9 15,-4 3 3-15,-3 4 3 0,-6 12 9 16,-3 8 4-1,0 8 0-15,0 5-3 0,0 0-1 16,0 0-16-16,0 0 0 16,0 1-6-1,0 16-6-15,0 8 10 0,0 8 2 16,0 2 3-16,0-4 0 16,2-2-1-16,8-6 1 15,6-3-3-15,1-4 2 16,4-5 1-16,4-4-3 15,-1-4-3-15,5-3-5 16,-1 0-30-16,-1-16-38 16,-4-8-113-16,-21 9-101 15,-2-1-292-15</inkml:trace>
  <inkml:trace contextRef="#ctx0" brushRef="#br0" timeOffset="174191.64">25749 1611 734 0,'0'0'93'15,"0"0"21"-15,0 0-50 16,0 0-33-16,0 0-4 16,0 0-6-16,0 0 14 15,73 13-1-15,-50 12 42 16,-6 5-45-16,-3 0-22 16,-6-1 15-16,-4-2-17 15,0-9-5-15,-4-5 5 16,0-6-6-16,0-5 3 15,0-2 5-15,0 0 10 0,0 0 5 16,0-4 4-16,0-16 23 16,0-10-25-16,0-4-21 15,0-3-5-15,0-1 11 16,14 2-8-16,2 3-2 16,1 6 2-16,0 6-6 15,3 7 0-15,1 4-9 16,-4 9-53-16,0 1-82 15,-14 0-63-15,-3 5-139 16</inkml:trace>
  <inkml:trace contextRef="#ctx0" brushRef="#br0" timeOffset="175253.4">26254 1621 768 0,'0'0'112'0,"0"0"-54"16,0 0 19-16,0 0-47 0,59-80 8 16,-41 71-1-16,1 5-17 15,-4 3-2-15,1 1-9 16,-2 0-3-16,-2 15-4 15,1 12 0-15,-4 3 11 16,-3 6-7-16,-4 4 17 16,-2-2-10-16,0-5-11 15,0-6 1-15,0-8 2 16,-3-6-4-16,-2-8 4 16,4-2-2-16,-1-3-1 15,-1 0 1-15,-1 0 10 16,-2-18-9-16,-1-8-4 0,2-5-15 15,4-4 8-15,1-3 7 16,0 1 3-16,0 3 2 16,11 4 5-16,3 5-3 15,1 6 3-15,0 3 4 16,-2 4-7-16,0 8 1 16,1 3-4-16,1 1-4 15,0 3-8-15,1 18 3 16,-2 7 5-16,-1 6 7 15,-4 1-4-15,-3 1 8 16,-3-4-9-16,-1-5 6 16,-2-6-6-16,0-8 1 15,0-8-3-15,0-3 0 0,0-2 0 16,0 0 3-16,0 0 6 16,0-10 4-16,0-12-13 15,1-10-1-15,2-2-23 16,4-1 24-16,4-2-3 15,1 7 3-15,1 3 0 16,1 7 2-16,0 4-2 16,-3 8 5-16,-2 4-2 15,3 4 6-15,-2 0-7 16,4 7-2-16,1 14-6 16,1 7 6-16,-1 6 3 15,0 3 15-15,-6 2-15 16,-3-1 0-16,-3 2 4 15,-3-8-7-15,1-4 1 0,1-6-1 16,4-7-12-16,3-4-71 16,0-5-46-16,3-5-40 15,-8-1-115-15,2 0-135 16</inkml:trace>
  <inkml:trace contextRef="#ctx0" brushRef="#br0" timeOffset="175819.34">27080 1659 368 0,'0'0'235'16,"0"0"-118"-16,0 0 32 15,0 0-45-15,24-75-37 16,-24 68 13-16,-3 1-18 0,-9 2-30 16,-3 1 9-16,-2 3-36 15,-2 0-2-15,-5 0-2 16,0 16-2-16,0 4-2 15,0 3-3-15,7 0 2 16,2 3 3-16,5 1-2 16,3-2 3-16,6 0 0 15,1-2-1-15,0-2 1 16,0-5 0-16,13-4 3 16,2-5-3-16,1-4-7 15,3-3-2-15,-3 0 9 16,0 0 7-16,2-8 8 15,-3-10-10-15,3-6 8 16,-3-4-9-16,1-5 7 16,-4-5-9-16,0 0 4 0,-3-2-4 15,-6 9 5-15,0 10 0 16,-1 8 10-16,-2 8 12 16,0 5 8-16,0 0 1 15,0 0-22-15,0 0-16 16,0 10-12-16,0 12 2 15,0 5 9-15,0 6 1 16,0 0 2-16,0-2 1 16,4 0 1-16,9-3-3 15,0-5-1-15,3-4 0 0,2-5 1 16,-2-5-1 0,1-4-5-16,1-4-17 0,1-1-26 15,0 0-38-15,2-17-11 16,-2-5-81-16,-17 9-13 15,-2-2-214-15</inkml:trace>
  <inkml:trace contextRef="#ctx0" brushRef="#br0" timeOffset="176104.67">27357 1416 641 0,'0'0'131'16,"0"0"8"-16,0 0-51 0,0 0-26 15,0 0-8-15,0 0-23 16,4 10-29-16,-3 24-1 16,2 7 49-1,-3 3-6-15,1-2 2 0,1 1-21 16,1-4 0-16,0-3 5 16,1-4-11-16,2-4-10 15,0-8-4-15,1-7 0 16,1-5-5-16,-2-4-1 15,2-4-3-15,3 0-6 16,1 0-61-16,-1-15-8 16,-2-8-44-16,-8-5-61 0,-1 15-141 15</inkml:trace>
  <inkml:trace contextRef="#ctx0" brushRef="#br0" timeOffset="177356.11">27387 1617 502 0,'0'0'164'16,"0"0"-39"-16,0 0-3 15,0 0-48-15,0 0-17 16,0 0-8-16,-15-20-47 16,21 16 8-16,8 1-7 15,5-1 1-15,6-2 12 16,10-1-11-16,1 0-5 16,3-1 1-16,0 1 2 15,-7 1 3-15,-11 2-3 16,-8 2-1-16,-8 2 0 15,-5 0-1-15,0 0 0 0,0 6-2 16,0 11 4-16,0 8-2 16,-3 4 24-16,-5 3-8 15,1 2-2-15,-1 3-4 16,4-3-6-16,1-2 1 16,3-5-5-16,0-5 1 15,0-1-1-15,4-4 0 16,13-2-1-16,1-8 5 15,1-6-3-15,-1-1 3 16,6 0 2-16,3-18 13 16,3-9-3-16,-1-6-9 15,0-6-1-15,-6-5-4 0,-4-3-3 16,-5 1 0-16,-5 9 0 16,-1 10-2-16,-5 12 4 15,-1 11 0-15,-2 1 19 16,0 3 16-16,0 0-13 15,0 0-24-15,0 4-3 16,0 16-6-16,0 7-6 16,-5 8 15-16,2 3 7 15,3 3-7-15,0 1 0 16,0-1 0-16,0-6 3 16,4-5 1-16,4-9-4 15,-2-8 1-15,-3-7 0 16,-2-5-1-16,1-1 1 0,1 0-1 15,0-10 6-15,4-14 6 16,3-11 0-16,0-6-6 16,2-3-6-16,1 3-4 15,0 7-1-15,4 9 3 16,-4 7 0-16,2 4 0 16,0 8-2-16,1 2 1 15,4 4-1-15,1 0-1 16,1 1-8-16,-2 19 7 15,0 8 2-15,-3 3-3 16,-5 3 7-16,-3 0 6 16,-6-6-6-16,-3 0 5 0,0-7-5 15,0-7 2 1,-3-4 2-16,-2-8 0 16,2-2 3-16,0 0 6 15,0 0 20-15,-1-19 1 0,-2-10-10 16,3-11-23-16,3-5-1 15,0-1 7-15,9 3-7 16,6 9-3-16,1 9 0 16,-5 11 0-16,-2 7-15 15,1 7-7-15,-1 0-18 16,7 0-34-16,2 15-1 16,4 4 1-16,1-2 22 15,-4-2 36-15,5 1 17 16,-2-7 2-16,-2 0 6 15,2-4-1-15,1-3 4 16,-4-2 11-16,2 0 11 16,3 0-6-16,0-11 0 0,0-6 2 15,1-3-6-15,-3-4-9 16,-4 1 0-16,-9 2 11 16,-7 6 3-16,-2 7 0 15,0 3 3-15,-9 5-12 16,-17 0 9-16,-10 16-26 15,-7 13-10-15,3 4 2 16,6 3-5-16,11 2 7 16,11-1 5-16,9-2-3 15,3-1 4-15,11-5-2 16,20-4-5-16,11-8 1 16,13-6 6-16,8-6 6 0,3-5 29 15,-1 0-15-15,-7-3-3 16,-7-7-9-16,-15 0 3 15,-9 1-7-15,-12 2-4 16,-7 0 0-16,-5-1-1 16,-3 1-33-16,0 6-82 15,-7-2-203-15</inkml:trace>
  <inkml:trace contextRef="#ctx0" brushRef="#br0" timeOffset="181923.47">30085 1418 621 0,'0'0'117'16,"0"0"-70"-16,0 0 67 15,0 0-53-15,0 0 4 16,0 0 9-16,0 0-17 15,0 0 22-15,-10-54-25 16,-1 53-13-16,-1 0-11 16,-5 1 2-16,-5 0-31 15,-7 8-2-15,-3 18 1 16,-8 10 0-16,5 5 2 16,2 4 2-16,7-3 5 0,7 2 1 15,5-4 3-15,8-2-6 16,6 0 1-16,0-5-5 15,1-3 5-15,17-5-1 16,3-7 3-16,3-3-10 16,3-2 5-16,1-3-3 15,0-3 4-15,1-1 0 16,-1-5-6-16,2-1-16 16,-3 0-38-16,3 0-76 15,-3-8-49-15,-1-5-64 16,-21 6-81-16,-2 1-99 15</inkml:trace>
  <inkml:trace contextRef="#ctx0" brushRef="#br0" timeOffset="182483.79">30222 1766 295 0,'0'0'159'0,"0"0"-22"15,0 0 10-15,48-79-34 16,-42 61-20-16,-2 0-10 16,-2-2-5-16,-2 3-10 15,0 3 1-15,0 3-19 16,0 2-11-16,-9 2-29 15,-2 4 12-15,-1-1-7 16,0 4-8-16,-6 0 1 16,0 0-1-16,-7 7-6 15,-2 11-1-15,2 7-1 16,1 1 1-16,6 7 5 16,0 1-5-16,8 1 0 0,4-4-2 15,4-5 1-15,2-6 0 16,0-3-1-16,8-3-2 15,5-5-2-15,5-5 0 16,1-2 5-16,1-2 1 16,4 0 3-16,1-10 7 15,3-12-2-15,-2-1-8 16,-5-7-1-16,-2-3-4 16,-7 0 4-16,-6 2 1 0,-2 4 4 15,-4 8 5 1,0 10 0-16,0 6 15 0,0 3-5 15,0 0 1-15,0 0-17 16,-2 0-3-16,-1 1-7 16,-2 15-2-16,1 6 9 15,1 5 3-15,3-1-1 16,0-1-1-16,0-3 4 16,7 0-3-16,8-5 0 15,0-2-2-15,4-4-3 16,1 0 3-16,4-3 4 15,1-4-4-15,0-4-12 16,2 0-48-16,-4 0-78 16,-7-17-61-16,-15 7-49 15,-1-1-242-15</inkml:trace>
  <inkml:trace contextRef="#ctx0" brushRef="#br0" timeOffset="182815.88">30490 1627 656 0,'0'0'116'15,"0"0"18"-15,0 0-39 16,0 0-58-16,0 0 12 16,0 0-12-16,0 0-9 15,44-43-4-15,-26 48-9 16,-2 14-7-16,0 8 5 16,-5 3 27-16,-4 2-1 15,-2-1-27-15,-5-4-4 16,0-4 7-16,0-8-12 15,0-7 8-15,0-4-16 16,0-3 10-16,0-1-2 0,0 0 14 16,0 0 0-16,3 0 22 15,-2-18 0-15,-1-8-20 16,2-6-7-16,1-2-8 16,0 1-4-16,3 5-6 15,-1 4-11-15,1 7-24 16,-1 6-33-16,0 4-106 15,-5 7-56-15,0 0-203 16</inkml:trace>
  <inkml:trace contextRef="#ctx0" brushRef="#br0" timeOffset="183198.16">30731 1583 737 0,'0'0'143'0,"0"0"-79"15,0 0-4-15,0 0-18 16,0 0 15-16,0 0-12 16,80 43-2-16,-56-25-15 15,-2 4 13-15,-4 4-7 16,-9 2-23-16,-1 1-3 16,-7 1-6-16,-1-4 4 15,0-7 2-15,0-8-8 16,-7-4 5-16,2-4-2 15,2-3 2-15,2 0-1 16,1 0-2-16,0 0 6 0,0-14 15 16,0-8-8-16,0-2 1 15,0-6-10-15,7 1 1 16,7-2 8-16,5 1-9 16,2 3-6-16,-5 7 0 15,2 5-6-15,-7 5 3 16,-1 7-24-16,-1 3-78 15,-1 0-73-15,-8 0-122 16,0 1-344-16</inkml:trace>
  <inkml:trace contextRef="#ctx0" brushRef="#br0" timeOffset="183970.19">31201 1603 369 0,'0'0'231'0,"0"0"-108"15,0 0 13-15,0 0-48 0,0 0 10 16,0 0-12-16,0 0-15 15,0-12-9-15,0 12-15 16,0 0-5-16,0 0-13 16,-2 0-13-16,1 0-3 15,-4 5-13-15,-1 10-8 16,-3 8 8-16,2 1 6 16,2 3-4-16,2 1 1 15,2-4 1-15,1-3-2 16,0-4-2-16,0-4 0 15,4-2-3-15,7-2-1 16,4-7-4-16,3-2 1 16,4 0-9-16,3-2-8 0,2-15-12 15,-3-3-16-15,-3-3 14 16,-3-2 23-16,-6-1 15 16,-5 6 1-16,-4 6 17 15,-3 6 12-15,0 5 11 16,0 2 9-16,0 1-15 15,-9 0-13-15,-4 8-22 16,-7 20-4-16,2 12 3 16,2 14 1-16,5 9 0 15,5 14 5-15,2 8 10 16,4 5 1-16,0 1-1 16,0-5 11-16,0-6-15 0,-1-9-1 15,-5-10 0 1,-2-15-4-16,-1-13-6 0,1-16 2 15,0-9-1-15,0-6 3 16,-2-2-1 0,-6 0 3-16,-4-13 4 0,-4-16-3 15,-1-10-2-15,1-9-5 16,3-7 0-16,6-8-6 16,6-5 1-16,7 3 2 15,2 5 0-15,0 7 3 16,22 8-15-16,5 4 8 15,5 3-13-15,4 4-26 16,4 4-54-16,2 8-86 16,-30 22-114-16,0 0-412 15</inkml:trace>
  <inkml:trace contextRef="#ctx0" brushRef="#br0" timeOffset="184550.86">31558 1695 390 0,'0'0'459'16,"0"0"-376"-16,0 0-5 15,0 0-43-15,0 0-15 16,0 0 9-16,27 32 29 15,-21-10 18-15,0 2-32 16,-1 2-16-16,-2 1 3 16,0-2-7-16,-1-2-7 15,-2-3-6-15,0-5-6 16,0-4 0-16,0-4-4 16,0-4-2-16,0-3-5 15,0 0-94-15,0-7-84 16,-3-6-57-16,-1-1-511 0</inkml:trace>
  <inkml:trace contextRef="#ctx0" brushRef="#br0" timeOffset="184689.57">31587 1587 838 0,'0'0'101'0,"0"0"5"15,0 0-84-15,0 0-22 16,0 0-51-16,0 0-85 15,20-31-76-15,-16 31-166 16</inkml:trace>
  <inkml:trace contextRef="#ctx0" brushRef="#br0" timeOffset="185715.23">31715 1748 444 0,'0'0'153'15,"0"0"11"-15,0 0-55 16,0 0-68-16,0 0-7 15,0 0-22-15,18 47-7 16,-18-47 3-16,0 0 12 16,0-9 24-16,0-8-8 15,0-3-35-15,0-3 1 16,0-3 4-16,7 3-3 16,1 2 13-16,1 4 8 15,3 6-12-15,0 3 5 16,0 1-4-16,4 2 1 0,1 4 0 15,1 1 0-15,1 0-4 16,-1 0 3 0,0 14-5-16,-2 4-6 0,-1 6 4 15,-7 3-3-15,-4 3-1 16,-4-2-1-16,2-1-1 16,-1-6-4-16,4-5-59 15,3-4 2-15,3-5-6 16,8-1-37-16,-2-5-11 15,7-1-35-15,1 0 7 16,-1 0 11-16,3-4 107 16,1-6 25-16,-1-1 11 0,-3-1 27 15,-4-1 34-15,0-3 9 16,-2-1 15-16,-1 0 2 16,0-2-17-1,-3-1 12-15,-4 0-15 0,-4 4 8 16,-4 4-25-16,-2 2 9 15,0 3-6-15,-5 1-8 16,-11 1-21-16,-4 2-16 16,-5 3-7-16,-3 0-12 15,-5 1-3-15,3 15 3 16,5 5-1-16,1 0 1 16,10 2-1-16,4-2-3 15,4 0 1-15,6-6-2 16,0-1 2-16,0-4-3 0,10-4-3 15,11-3-17-15,5-3 18 16,3 0 8-16,3 0 6 16,-2-16-5-16,-2-2 2 15,-1-3 3-15,-5-3-6 16,-5 1 5-16,-4 5 3 16,-7 5-3-16,-5 7 15 15,-1 6 9-15,0 0-5 16,0 0-5-16,0 0-18 15,-3 0-1-15,-8 19-4 16,-3 16 0-16,-4 16 4 16,3 11 2-16,6 14 1 15,4 9-3-15,5 5 10 0,0 3-1 16,0-4-1 0,5-4 5-16,1-3-4 0,-3-10 4 15,-3-9-8-15,0-15 0 16,0-17 1-16,0-14-4 15,0-10 3-15,-3-7-1 16,-8 0 3-16,-3-1-5 16,-7-22 6-16,-3-15-3 15,-1-13-5-15,-1-12 4 16,6-10-6-16,11-9 2 16,7-6-6-16,2 1 3 15,15 8 2-15,15 12-5 0,7 17 2 16,0 10-6-1,1 13-7-15,-1 12-17 0,-2 9-28 16,-7 6-115-16,-24 0-105 16,-4 3-356-1</inkml:trace>
  <inkml:trace contextRef="#ctx0" brushRef="#br0" timeOffset="192549.87">2518 3685 760 0,'0'0'108'0,"0"0"-20"16,0 0 16-16,0 0-25 15,0 0-2-15,0 0-8 16,0 0-16-16,0 0-18 16,-6-19-16-16,3 37-8 15,2 13-8-15,-1 10 9 16,1 6 5-16,-1 2 3 16,1 1-8-16,1-1-8 15,0-1 2-15,0-3 0 0,0-2 4 16,4-7-3-16,8-2-2 15,-3-9 5-15,6-7-6 16,-3-2 5-16,-2-6-5 16,-1-3 1-1,2-1-5-15,-2-3 0 0,1-2 2 16,-3-1 1-16,1 0-3 16,1 0-2-16,0-16-29 15,-5-4-32-15,-4-5-79 16,0 14-113-16,0 0-125 15</inkml:trace>
  <inkml:trace contextRef="#ctx0" brushRef="#br0" timeOffset="193346.38">2397 4007 583 0,'0'0'226'15,"0"0"-179"-15,0 0 51 16,0 0-18-16,0 0-18 15,0 0-60-15,63-25 27 16,-24 18 11-16,5-2-14 16,4 2 3-16,3-3 5 15,-5 0-5-15,-1 3-6 16,-8 0-6-16,-10 0-6 16,-3 3-5-16,-11 2-1 15,-5-1-3-15,-5 1 2 16,-3 2-3-16,0 0 4 0,0-1 12 15,0 1 18-15,0 0-6 16,0 0-12-16,0 0-7 16,0 0-6-16,0 0 11 15,0 0-11-15,0 4-4 16,-5 13 0-16,-5 7-1 16,-1 6 0-16,1 6 1 15,4-1-2-15,3 1 1 16,3-4 0-16,0-5 1 15,0-4-5-15,6-5 3 16,10-6 2-16,-1-2-1 16,3-5 0-16,6-5 1 0,-3 0 3 15,4 0-2-15,-1-13 0 16,-4-5 4 0,-1-8-3-16,0-2 1 0,-5-3 1 15,-2-3-2-15,-5 1 3 16,-1 6-4-16,-3 5 1 15,-3 8 1-15,0 7 1 16,0 4 5-16,0 3 2 16,0 0-7-16,0 0-4 15,0 4-4-15,-1 16 2 16,-4 6-5-16,2 7 7 16,3 2-2-16,0-3 1 15,0-1 1-15,12-7 0 16,3-6 0-16,0-5-3 15,4-6 0-15,-2-4 0 0,2-3 3 16,-2 0 0-16,-1 0 1 16,3-13 0-16,-2-5 4 15,-1-2 0-15,-2-6 0 16,-5 0-1-16,-1-1 0 16,-6-1-2-16,-2 4 1 15,0 4-1-15,0 5-2 16,-3 6-1-16,-7 3-6 15,1 6-20-15,-2 0-16 16,4 0-126-16,4 3-104 16,3 3-319-16</inkml:trace>
  <inkml:trace contextRef="#ctx0" brushRef="#br0" timeOffset="193750.58">3440 3972 766 0,'0'0'187'0,"0"0"-155"15,0 0 12-15,0 0-37 16,0 0 16-16,-12 72-9 16,6-42-7-16,0-2-2 15,3-2-5-15,3 0 2 16,0-5-1-16,0-3-1 0,5-4 0 15,10-5-2-15,1-6-2 16,5-2 4-16,-3-1 13 16,3 0 2-16,1-3-1 15,-4-12 23-15,0-2 5 16,-6-4-12-16,-2 0 18 16,-7-2 8-16,-3 1-4 15,0-1-8-15,0 2-9 16,-12 4-19-16,-9 4-16 15,-6 3 0-15,-4 3-1 16,0 5 1-16,-1 0 0 16,4 2-16-16,9 0-6 15,5 0-31-15,7 0-86 16,7 0-78-16,0 0-417 16</inkml:trace>
  <inkml:trace contextRef="#ctx0" brushRef="#br0" timeOffset="194769.42">4644 3828 547 0,'0'0'377'15,"0"0"-353"-15,0 0 92 16,0 0-43-16,0 0-30 16,0 0 2-16,-10-4-5 15,-4 22-13-15,-1 9-19 16,0 4 8-16,0 3 8 16,-1 5-14-16,5 1 2 15,3 2-3-15,5-4 0 16,3-4-9-16,0-5 1 0,0-7-1 15,11-5-3 1,6-5-2-16,7-6-11 0,3-6-19 16,1 0 14-16,6-3-7 15,-2-14-15-15,-4-2 13 16,-3-4 14-16,-8-1 16 16,-1-1 6-16,-5 1 1 15,-5 6-2-15,-3 3 12 16,-3 8 27-16,0 6 3 15,0 1-1-15,0 0-5 0,0 0-33 16,0 5-8 0,0 13-4-16,-6 4 4 15,1 2 3-15,4 1-3 16,1 0 0-16,0-4-1 16,0-3 1-16,12-4-2 0,7-4-1 15,2-5-1-15,0-2 4 16,3-3 4-16,-2 0-4 15,3-4 3-15,-5-10-3 16,2-4 8-16,-6 0-3 16,-5-4-2-16,-5-1 4 15,0-2-1-15,-6-3 6 16,0 1 3-16,0 0 6 16,-12 6-9-16,-6 4-1 15,-3 5-4-15,0 6-3 0,-4 3 1 16,-3 3-5-1,1 0-2-15,3 0 0 0,0 7-2 16,9 5-1-16,3 0-8 16,6 2-19-16,6 0-8 15,0 0-43-15,3-1-78 16,17-3-42-16,-7-8-109 16,-1-2-301-16</inkml:trace>
  <inkml:trace contextRef="#ctx0" brushRef="#br0" timeOffset="195058.89">5214 3972 957 0,'0'0'66'0,"0"0"-3"16,0 0 6-16,0 0-42 15,0 0-7-15,0 0 35 16,2 80 8-16,-2-47-20 16,0 0-7-16,0-1-11 15,0-4-10-15,0-7-8 16,0-5-4-16,0-5 2 16,1-7-5-16,1-4-2 0,6 0-20 15,1-3-56 1,2-18-75-16,-4 7-51 15,-4-1-209-15</inkml:trace>
  <inkml:trace contextRef="#ctx0" brushRef="#br0" timeOffset="195181.43">5244 3791 718 0,'0'0'107'0,"0"0"4"15,0 0-41-15,0 0-63 16,0 0-7-16,0 0-106 15,-27-50-182-15</inkml:trace>
  <inkml:trace contextRef="#ctx0" brushRef="#br0" timeOffset="195731.18">5418 3698 555 0,'0'0'194'0,"0"0"-64"15,0 0-2-15,0 0-45 16,0 0-20-16,0 0-11 16,11 24-20-16,-11 4 15 15,-3 6 6-15,-2 6-22 16,2 5-4-16,2 2 0 16,1 3 3-16,0 2-14 15,0 2-7-15,0-6 4 16,0-1-6-16,0-8 6 0,7-8-6 15,1-5-3-15,2-9-3 16,2-8-1-16,4-3 0 16,-2-6-4-16,8 0 3 15,2-9 1-15,6-13 3 16,-1-9 0-16,-1-6-3 16,2-9-9-16,-5-6-1 15,-3-2-1-15,-5 5 4 16,-7 9 7-16,-5 15 3 15,-5 13-1-15,0 8 0 16,0 4 6-16,0 0-2 16,0 14-6-16,0 10-8 15,0 6 8-15,0 5 3 0,0 5-1 16,9 2 6-16,5 2-3 16,-3 0 4-16,4-4 6 15,-8-6-8-15,-4-3-4 16,-3-4-2-16,0-7-1 15,-10-4 0-15,-8-7-3 16,0-7-12-16,2-2-23 16,-2 0-44-16,13 0-166 15,2-7-158-15</inkml:trace>
  <inkml:trace contextRef="#ctx0" brushRef="#br0" timeOffset="197730.44">7276 3667 249 0,'0'0'504'16,"0"0"-450"-16,0 0 39 16,0 0-11-16,0 0-40 15,-97-41-3 1,64 50-15-16,-3 12-2 16,-3 10-9-16,-4 9 5 0,0 6 5 15,-3 8 7-15,2 2-4 16,2 2 1-16,7 3-1 15,9 4-4-15,10-2-5 16,13-2 0-16,3-8-7 16,15-6-3-16,18-7 1 15,16-10-5-15,8-6 11 16,4-10 6-16,0-6 1 16,-1-7-4-16,-5-1-4 15,-9 0-5-15,-5 0-8 0,-10-1 3 16,-3-5-3-16,-10 3 1 15,-6 0-2-15,-6 0-23 16,-5-1-88-16,-1-2-42 16,0 1-60-16,0-1-350 15</inkml:trace>
  <inkml:trace contextRef="#ctx0" brushRef="#br0" timeOffset="206960.56">8308 3985 585 0,'0'0'138'0,"0"0"-108"16,0 0 79-16,0 0-35 15,0 0-11-15,0 0 11 16,-1-72-6-16,-11 66-19 16,1 2-14-16,-2 1-7 15,-8 3-12-15,-3 0-10 16,-4 2-1-16,-2 13-5 16,-3 3-1-16,0 6 1 15,2 5 1-15,3 0 1 16,4 4 0-16,10 2-2 15,4-2 2-15,8 0-2 0,2-4 2 16,0-4 3 0,23-6 8-16,5-4 22 0,10-5 3 15,5-6-14-15,2-4-3 16,2 0-11-16,-3 0-3 16,-7-4 2-16,-2-6-6 15,-10 3-2-15,-8 1 0 16,-8 2-1-16,-4 2-7 15,-5 1-36-15,0 1-50 16,0 0-66-16,0 0-74 16,0 0-156-16</inkml:trace>
  <inkml:trace contextRef="#ctx0" brushRef="#br0" timeOffset="207345.24">8592 4141 654 0,'0'0'198'0,"0"0"-161"16,0 0 82-16,0 0-46 15,0 0-23-15,0 0 22 16,0 0-8-16,4-14-28 15,-4 17-23-15,0 14 7 16,0 9 12-16,2 6-7 16,-1 3-2-16,2 3-6 0,2 3-2 15,2-1 1-15,-1-5-8 16,-3-2-3-16,3-7 6 16,-1-6-7-16,-1-3-4 15,2-6 3-15,-5-2-2 16,1-4-1-16,-1 0-1 15,-1-4 1-15,2-1-25 16,-1 0-48-16,1 0-109 16,-2 0-63-16,0 0-208 15</inkml:trace>
  <inkml:trace contextRef="#ctx0" brushRef="#br0" timeOffset="208526.17">9156 4096 559 0,'0'0'29'0,"0"0"18"15,0 0 7-15,0 0-40 16,0 0 8-16,0 0 27 15,-3 0 11-15,3 0 6 16,-2 0-11-16,2 0-8 16,0 0-5-16,0 0-14 15,0 0-9-15,0 0-13 16,6 0-1-16,12 0 6 16,9 0 17-16,3 0-6 15,4 0-10-15,3 0-2 0,2 0 2 16,1 0 3-1,-5-1-5-15,-4-2 0 0,-6 2-4 16,-5-1-1-16,-7 0-1 16,-7 2-2-16,-4 0-2 15,-2 0 0-15,0 0 0 16,0 0-10-16,0 0-41 16,0 0-57-16,0 0-103 15,0 0-401-15</inkml:trace>
  <inkml:trace contextRef="#ctx0" brushRef="#br0" timeOffset="209115.91">9948 3801 735 0,'0'0'69'0,"0"0"12"16,0 0 8-16,0 0-64 15,0 0 11-15,0 0-21 16,-75-13 7-16,57 29-8 15,-2 1 4-15,1 5 2 16,2 2 0-16,2 2-5 16,1 2 0-16,5-1 4 0,3 1-7 15,6-2 2 1,0-1-2-16,0 0 10 0,9-3-7 16,11-5 4-16,2-3-2 15,5-5 11-15,3-3-1 16,0-2-15-16,-2-2-2 15,-1-2-5-15,-5 0-1 16,-7 0-4-16,-2 0 0 16,-5 0-43-16,-2 0-54 15,-4 0-58-15,-2 0-107 16,0 0-475-16</inkml:trace>
  <inkml:trace contextRef="#ctx0" brushRef="#br0" timeOffset="209460.5">10142 4030 733 0,'0'0'149'15,"0"0"-98"-15,0 0 48 16,0 0-53-16,0 0-9 15,0 0 12-15,7 20-8 16,-4 2 13-16,0 6-16 0,0 5-4 16,0 0-2-16,-1 0-9 15,-1-2-2-15,1 0-3 16,-2-3-7-16,1-2-3 16,1-6-6-16,-2-7-1 15,1-5 0-15,1-4-1 16,-1-3 0-16,-1 1-8 15,3-2-64-15,1 0-84 16,-2 0-75-16,-1-6-195 16</inkml:trace>
  <inkml:trace contextRef="#ctx0" brushRef="#br0" timeOffset="210022.9">10243 3473 716 0,'0'0'125'0,"0"0"-65"0,0 0 57 15,0 0-32 1,0 0-22-16,0 0 0 0,0 0-17 15,0 1-11-15,0 23-15 16,0 7 48-16,0 2-33 16,0 3-27-16,0 0-3 15,0-2-3-15,0 5-2 16,0-1-2-16,0-6-27 16,0-26-226-16,0-5-238 15</inkml:trace>
  <inkml:trace contextRef="#ctx0" brushRef="#br0" timeOffset="210510.33">10644 4060 1047 0,'0'0'64'0,"0"0"-36"16,0 0 60-16,0 0-26 15,6 86 16-15,-6-55-35 16,0 2-21-16,0 3-12 16,-20 0-2-16,-9 0-5 0,-5-2-3 15,0-5-17 1,4-6-109-16,22-23-158 0,7 0-199 16</inkml:trace>
  <inkml:trace contextRef="#ctx0" brushRef="#br0" timeOffset="211242.59">11572 3711 645 0,'0'0'169'0,"0"0"-140"0,0 0 65 15,0 0-35-15,0 0-19 16,0 0-2-16,0 0-1 15,-23-30-12-15,11 30-14 16,-3 4-5-16,-2 9 3 16,-2 6 1-16,1 3-6 15,3 5 7-15,2 1 3 16,4 2 1-16,3 2-3 16,3-2 9-16,3 0 4 15,0-5 6-15,0-3-3 16,12-2 6-16,4-3-12 15,2-3-9-15,5-1-10 16,2-5 1-16,3-3-4 0,5-5-1 16,-2 0-54-16,2 0-84 15,-25-3-77-15,-2-4-169 16</inkml:trace>
  <inkml:trace contextRef="#ctx0" brushRef="#br0" timeOffset="211610.71">11723 3952 161 0,'0'0'629'0,"0"0"-562"15,0 0 54-15,0 0-64 16,0 0-30-16,0 0-3 16,28-7 10-16,-12 7 15 15,1 0-19-15,-3 11-3 16,2 5 8-16,-4 3-1 15,-3 4-8-15,-7 5-8 0,-2 2-7 16,-2 3-5-16,-14-2 2 16,-2-4-5-16,1-3 0 15,4-6 4-15,4-3-1 16,3-5-2-16,4-4 2 16,2-2 2-16,0-2 0 15,0-1 2-15,0-1 7 16,14 1-6-16,5-1-2 15,1 0-7-15,8 0 5 16,-1-4-7-16,0-4-4 16,0-4-54-16,-4 1-123 0,-18 5-149 15,1 1-562-15</inkml:trace>
  <inkml:trace contextRef="#ctx0" brushRef="#br0" timeOffset="211859.45">12205 3886 838 0,'0'0'291'16,"0"0"-286"-16,0 0 6 15,0 0 7-15,90-20-5 16,-50 13-11-16,6-2-2 16,8 1-14-16,-36 4-150 15,0 0-155-15</inkml:trace>
  <inkml:trace contextRef="#ctx0" brushRef="#br0" timeOffset="212656.89">13179 3732 561 0,'0'0'74'0,"0"0"9"16,0 0 10-16,0 0-38 16,0 0 6-16,0 0-7 15,-86-58-13-15,65 58 5 16,-2 0-11-16,-5 17-11 16,-2 9 1-16,-3 5 9 15,4 5-5-15,2 5-4 16,5-1 4-16,6 1-3 0,5-2-4 15,8-2 0 1,3-2 1-16,0-5 0 0,16-3-1 16,8-6-9-16,6-4-13 15,2-6 0-15,9-7 0 16,1-4 0-16,5 0-19 16,1-1-77-16,-33-8-111 15,-6 2-180-15</inkml:trace>
  <inkml:trace contextRef="#ctx0" brushRef="#br0" timeOffset="213006.16">13263 4024 697 0,'0'0'214'16,"0"0"-155"-16,0 0 29 15,0 0-52-15,0 0-19 16,0 0 7-16,51-4 10 15,-40 15-4-15,-1 9-1 16,-4 3 7-16,-5 3-8 16,-1 7 13-16,0-2-22 15,-6-2-4-15,-9-2-1 16,0-7 2-16,6-6 5 16,2-7 6-16,1-2-2 0,6-5-7 15,0 0-10 1,0 0-2-16,0 0-2 0,18 0 2 15,10 0-6-15,5-2 10 16,3-10-4-16,0-1-6 16,-2-2-14-16,4 1-34 15,-2 0-71-15,-4-1-101 16,-26 11-23-16,-6-3-238 16</inkml:trace>
  <inkml:trace contextRef="#ctx0" brushRef="#br0" timeOffset="213373.97">13523 3499 777 0,'0'0'204'16,"0"0"-125"-16,0 0 31 16,0 0-37-16,0 0-30 15,0 0-12-15,0-19-21 0,0 41-6 16,1 8 36-16,5 2 8 15,0 3-39-15,-3 4 6 16,-2-3-15-16,-1 1 3 16,2-6-3-16,-1-6-54 15,5-8-106-15,-4-17-94 16,4 0-155-16</inkml:trace>
  <inkml:trace contextRef="#ctx0" brushRef="#br0" timeOffset="213689.59">13803 3453 714 0,'0'0'359'0,"0"0"-329"15,0 0 0-15,0 0-13 16,0 0 73-16,85 113-1 15,-61-48-33-15,-6 9-18 16,0 8-8-16,-8 3-7 16,-10-4-13-16,0 0 10 15,-7-6-10-15,-17-7-4 16,-3-13 0-16,-1-12-4 16,1-7-1-16,1-12-1 15,3-7-8-15,0-8-36 16,5-7-94-16,13-2-195 0,0-6-310 15</inkml:trace>
  <inkml:trace contextRef="#ctx0" brushRef="#br0" timeOffset="-213507.86">15171 3823 574 0,'0'0'65'0,"0"0"7"15,0 0 38-15,0 0-59 16,-68-75 4-16,54 64 1 0,-1 4-17 16,0 2-4-1,-1 4 3-15,-1 1-5 0,1 0-16 16,-2 0-6-16,-1 10 6 16,1 5-10-16,-2 6 4 15,4 6-5-15,4 3 4 16,3 0-1-16,3 3 1 15,2-3-2-15,4-1-2 16,0 0-1-16,0-5-4 16,13-3 2-16,1-4-1 15,0-5 2-15,1-3 0 16,2-6 0-16,-1-3 2 16,2 0 7-16,0-2-1 15,3-13-4-15,0-8 6 0,-3-3-2 16,-2-3-3-16,-2-2-2 15,-4-1-2-15,-4-1 2 16,-5 2 4-16,-1 6 5 16,0 6-1-16,0 7 5 15,0 7-5-15,0 4 2 16,0 1-5-16,0 0-12 16,0 7-5-16,-1 13 1 15,-2 7 4-15,1 1 4 16,2 5-4-16,0-3 0 15,0 1 0-15,9-1 0 16,6-4 0-16,2-6 0 16,0-5-1-16,3-5-4 0,-1-6 4 15,2-4 1-15,-1 0 0 16,4-14 4-16,-1-9 2 16,1-8-6-16,-4-1-4 15,-3-5-12-15,-6 3 3 16,-3 6 7-16,-5 7 6 15,-3 11 1-15,2 7 6 16,-2 3-5-16,0 0 1 16,2 0-3-16,2 14-12 15,4 9-19-15,2 1 31 16,1 0 9-16,-2 1-9 16,-2-1 0-16,-5 0 0 0,-2-1 4 15,0-5 1-15,0 0-3 16,-6-2 3-16,-8-5-5 15,-1-4 12-15,2-2-11 16,0-5-1-16,5 0-13 16,3-10-76-16,5-2-144 15,0-3-201-15</inkml:trace>
  <inkml:trace contextRef="#ctx0" brushRef="#br0" timeOffset="-212705.66">16183 3983 672 0,'0'0'215'15,"0"0"-166"-15,0 0 57 16,0 0-40-16,0 0-21 16,0 0 2-16,0 9-11 15,0-9-11-15,0 0-6 16,0 0-2-16,0 0 0 15,0 0-3-15,4 0-4 16,-1 0-2-16,3 0-2 16,3 0 3-16,4-9 7 0,1-5 0 15,4-6-8-15,-2-5-2 16,3-9-6-16,-2-10 3 16,-2-6-3-16,-5-7-1 15,-7 2-10-15,-3 9-6 16,0 13 10-16,0 15 5 15,0 9 1-15,-4 8 1 16,-1 1 6-16,1 0-6 16,-1 14-13-16,2 11 2 15,3 8 5-15,0 3 2 16,3 9 2-16,15 1-1 16,6-1 1-16,2-1 0 0,0-4 2 15,-3-8 3-15,-4-7 0 16,-7-6 7-16,-6-8-3 15,-5-4 0-15,-1-4 8 16,0 1-4-16,0-1 0 16,-11 1-3-16,-6-1 5 15,-4-2-9-15,3-1-4 16,-1 0-21-16,4 0-34 16,6-11-85-16,6-3-64 15,3 7-121-15,0 0-332 16</inkml:trace>
  <inkml:trace contextRef="#ctx0" brushRef="#br0" timeOffset="-212186.81">16522 3573 202 0,'0'0'535'0,"0"0"-433"15,0 0 28-15,0 0-26 16,0 0-22-16,0 0-14 15,10-44-37-15,-10 44-31 16,0 4 0-16,0 16-13 16,0 9 13-16,0 10 31 15,0 6-12-15,1 4 1 16,5 2 3-16,0-1 2 0,3-7-4 16,-2-3-7-1,0-8-4-15,-1-7 0 0,-2-6 0 16,-1-6-10-16,1-6 3 15,-1-4-3-15,-1-2-2 16,-1-1-1-16,1 0 1 16,1 0-1-16,1-4-9 15,2-15-14-15,2-5 6 16,-1-5-8-16,-2-4-19 16,-1 2 16-16,2 2 19 15,-1 7-1-15,2 4 10 16,-1 5 1-16,-1 6 2 15,-1 0 3-15,1 6 2 0,-1 1-3 16,3 0-2 0,1 24 3-16,-1 10-3 0,3 3 20 15,-2 3-3-15,1-3 1 16,0-5-18-16,6-5 0 16,-3-6-2-16,1-7-1 15,2-7-56-15,3-7-57 16,3 0-91-16,-12 0-110 15,-2-10-259-15</inkml:trace>
  <inkml:trace contextRef="#ctx0" brushRef="#br0" timeOffset="-210774.38">17003 3797 374 0,'0'0'286'15,"0"0"-241"-15,0 0 81 16,0 0-36-16,0 0-8 15,0 0 11-15,0 0-23 16,9-58-26-16,-9 57-6 16,0 1-2-16,0 0-11 15,0 0-8-15,0 4-17 16,0 11 7-16,0 9-4 16,0 3 14-16,0 3-11 15,0 1-4-15,0-1-1 16,0-2 1-16,0-6 1 15,7-3-2-15,6-4-2 16,-3-3 2-16,3-5-2 16,1-4 0-16,2-3 1 15,2 0 9-15,2 0-6 0,-1-12 4 16,-1-5 0-16,0-4-4 16,-6-3-2-16,-3 0 6 15,-5-4-3-15,-4-5 0 16,0 3 3-16,-13-2-2 15,-7 8 0-15,-5 7-5 16,-4 9-1-16,1 5-2 16,0 3 2-16,6 0-4 15,6 0 5-15,6 0-4 16,7 0-2-16,3 0 3 0,0 0-7 16,0 0-9-1,17 0-27-15,2-2-1 0,11-8 47 16,1-3 6-16,5 0-4 15,-3-1 2 1,4 0-3-16,0 3-1 0,2 2 2 16,-2 2-1-16,-9 4 0 15,-6 3-1-15,-8 0 0 16,-4 7-4-16,-3 18-2 16,-2 9 6-16,-2 6 10 15,1 4-4-15,-1-3-2 16,1-3 14-16,2-6-11 15,0-8-2-15,-1-7-5 16,-2-7 0-16,1-6-2 16,-1-3 1-16,3-1-6 0,2 0-8 15,5-12 2-15,2-11 11 16,1-3-4-16,-4-6-25 16,1-1-9-16,-2-3 16 15,0 4 19-15,-2 7 5 16,-1 8 0-16,-5 8 12 15,-1 6 7-15,-2 2 30 16,0 1-11-16,0 0-29 16,0 13-9-16,0 12-18 15,0 3 18-15,0 2 19 16,0 0-16-16,0-5 0 16,0-3 0-16,0 3 5 0,8-6 10 15,8-2-8-15,0-4 24 16,2-5-18-16,-1-6-11 15,1-2-2-15,0 0-3 16,2-8 13-16,-2-10-12 16,-3-5 5-16,-2-4-6 15,-5-5 0-15,-5 2 0 16,-3-5-1-16,0 4 0 16,-8 6-2-16,-11 3-1 15,-3 7-14-15,1 5-7 16,2 5-21-16,5 0-2 15,4 4 2-15,7 0 25 16,3-1 15-16,0 1 5 0,0-2 1 16,0 2-3-1,0-1-4-15,9 2-4 0,10 0 11 16,3 0 8-16,7 0 3 16,-5 0-5-16,6 0-2 15,1 7 4-15,-1 9-4 16,1 2 8-16,-2 5 10 15,-6 5-8-15,-5 3 12 16,-7 0-23-16,-8 0-3 16,-3 0-7-16,0-5-2 15,-13-7-12-15,-1-6-73 16,2-8-7-16,3-5 82 0,2 0 8 16,2 0 2-16,3-18-1 15,2-7-35-15,0-6 36 16,0-8 9-16,18-5 3 15,2 0-2-15,4 3 1 16,2 7 12-16,0 10 16 16,-1 9 15-16,-2 5 6 15,-1 8 0-15,0 2-11 16,-1 2 1-16,-3 18-12 16,-3 8-1-16,-6 6 18 15,-3 3-35-15,-3 3-2 16,-3 1-4-16,0-4-3 15,0-5 4-15,0-5-6 16,-9-7-50-16,-2-5-114 0,6-15-37 16,2 0-277-16</inkml:trace>
  <inkml:trace contextRef="#ctx0" brushRef="#br0" timeOffset="-210128.29">18756 3685 778 0,'0'0'130'0,"0"0"-56"16,0 0 7-16,0 0-57 0,0 0 10 16,0 0-5-16,0 0 28 15,9 99-7-15,-7-63-12 16,1-4-22-16,-3-5 3 15,2-4-16-15,-2-7-2 16,0-4 4-16,0-5-5 16,0-7-4-16,0 0-92 15,0-5-134-15,0-9-168 16</inkml:trace>
  <inkml:trace contextRef="#ctx0" brushRef="#br0" timeOffset="-209675.18">18775 3570 791 0,'0'0'20'0,"0"0"-20"15,0 0-53 1,0 0-56-16,0 0-86 0,0 0 21 16,94 42 90-16,-74-13 84 15,-2 1 23-15,-1 4 80 16,-4 2 26-16,-3-4 14 15,-2-1-45-15,-3-7-30 16,-3-6-43-16,-2-7-14 16,0-3-2-16,0-6-7 15,0 0 5-15,0-2 14 16,0 0 27-16,0-12 16 16,0-7-32-16,0-6-27 0,0-4 16 15,0-2-3 1,2 0-5-16,7 3 8 0,3 8 9 15,1 6 4-15,-1 4 1 16,1 6 5-16,2 4 6 16,3 0 10-16,0 2-27 15,3 17 1-15,-3 11 9 16,-2 5-12-16,-3 7-12 16,-6 2 5-16,-4-5-12 15,-3 1-7-15,0-6 1 16,0-4-2-16,0-6-46 15,-8-7-86-15,2-17-67 16,3 0-144-16</inkml:trace>
  <inkml:trace contextRef="#ctx0" brushRef="#br0" timeOffset="-207802.57">19892 3487 685 0,'0'0'148'16,"0"0"-94"-16,0 0 31 16,0 0-27-16,0 0 7 15,0 0-13-15,0 0-24 16,3-23-17-16,-3 23-2 16,0 0 5-16,0 9-8 15,0 7-3-15,0 5 36 0,0 6-2 16,0 6-15-1,3 2-1-15,0 2 2 0,1-1-8 16,3 1-4-16,-2-4-2 16,-1-2-3-16,1-4 1 15,-1-5 1-15,-2-4-6 16,3-4 0-16,-4-2-1 16,1-5 0-16,0-3-1 15,0-1-1-15,-2-2-10 16,1 1-54-16,-1-2-43 15,0 0-52-15,0 0-26 16,0-10-166-16</inkml:trace>
  <inkml:trace contextRef="#ctx0" brushRef="#br0" timeOffset="-207563.28">19868 3492 284 0,'0'0'541'0,"0"0"-466"16,0 0 25-16,13-87-45 16,8 69 5-16,4-1-4 15,4 1-7-15,4 2-15 16,-4 5-14-16,0 2-17 16,-6 8-3-16,-6 1-5 0,-4 1-6 15,-7 20-45-15,-6 6-75 16,0-9-103-16,-10-4-273 15</inkml:trace>
  <inkml:trace contextRef="#ctx0" brushRef="#br0" timeOffset="-207375.49">19938 3652 453 0,'0'0'255'0,"0"0"-197"15,0 0 63-15,0 0-28 16,0 0 17-16,0 0-66 15,73 33-6-15,-39-33-17 16,1-3-13-16,-1-5-8 16,-3 1-6-16,-4 2-126 15,-24 3-160-15,0-1-297 0</inkml:trace>
  <inkml:trace contextRef="#ctx0" brushRef="#br0" timeOffset="-207197.97">20274 3629 673 0,'0'0'179'0,"0"0"-174"16,0 0 96-16,0 0-29 15,23 95 0-15,-18-67-31 16,-5-1 6-16,0 0-22 16,0-3-22-16,0-6-3 15,0-6-5-15,0-7-83 0,-3-5-84 16,3 0-155-1</inkml:trace>
  <inkml:trace contextRef="#ctx0" brushRef="#br0" timeOffset="-207074.92">20317 3614 623 0,'0'0'59'0,"0"0"-59"15,0 0-16-15,0 0-158 16,0 0-49-16</inkml:trace>
  <inkml:trace contextRef="#ctx0" brushRef="#br0" timeOffset="-205371.04">20597 3628 656 0,'0'0'139'0,"0"0"-57"16,0 0 34-16,0 0-49 15,0 0 20-15,70-81-16 16,-68 70 3-16,-2 1-18 16,0 3-8-16,0 1-12 15,-9 3-18-15,-12 2-13 16,-3 1 2-16,-4 0-3 16,-1 6-4-16,-2 14-1 15,6 5 1-15,2 3 0 0,7 2 0 16,9-2-2-1,2-3 0-15,5-2 1 0,0-3-2 16,0-6 3-16,11-5-6 16,6-7-1-16,4-2-8 15,2 0 15-15,1-5 0 16,1-14 1-16,-1 2 1 16,-5 0 3-16,-2 7 1 15,-10 5-2-15,-4 3-4 16,-3 2 7-16,0 0 0 15,0 9-3-15,0 23-4 0,0 18 0 16,0 18 0 0,0 18 12-16,2 12-9 15,14 9 0-15,8 3 2 0,-3-6 33 16,-3-7-33-16,-9-12-2 16,-3-11 7-16,-6-13-4 15,0-16-1-15,-2-15-1 16,-8-11 5-16,0-9-4 15,-1-8 1-15,-3-2-1 16,-5 0 1-16,-2-23 0 16,-3-10-6-16,2-13-1 15,1-10-4-15,4-6 3 16,6-1-3-16,5 3 2 0,6 5-6 16,0 1 5-1,8 4-3-15,14 0-1 0,4 1-7 16,6-2-17-1,2 0 0-15,3 2-34 0,2 2 1 16,-3 5-112-16,-5 4 66 16,-3 5 12-16,-4 4 41 15,-7 0 35-15,-1 4 23 16,-8 0 17-16,-1 4 38 16,-1 1 13-16,1 3 9 15,-4 3-12-15,2 4-5 16,-4 2-17-16,1 2-2 15,-1 5-6-15,-1 1 4 16,0 0-7-16,0 0-13 0,0 1-19 16,0 17-4-1,0 9 4-15,0 7 10 0,0 0-6 16,0-1-3-16,8-1-1 16,2-6 0-16,2-5 0 15,2-5 0-15,-1-6-2 16,2-3 1-16,3-7-5 15,0 0-2-15,4 0-5 16,-1-16 8-16,-3-5-8 16,-2-5 1-16,-2-6-3 15,-2-3 12-15,-5 3 1 16,-2 3 2-16,-2 8 3 16,-2 10 1-16,-1 4 1 0,0 4 21 15,0 3 2-15,0 0-5 16,0 0-19-16,0 4-4 15,0 19-15-15,0 10 15 16,2 4 10-16,1 0-8 16,4-3 0-16,-1-5-1 15,2-4 2-15,-1-10-3 16,2-5 0-16,-2-5-2 16,1-5-2-16,0 0-3 15,3-7 2-15,0-13 3 16,2-8 0-16,1-4-3 15,2-5-4-15,0 1-4 0,2 5 7 16,-3 5-1-16,1 9 6 16,-2 7 2-16,1 6-2 15,-3 4-1-15,3 0-5 16,4 10 3 0,-1 13 4-16,-1 4 1 0,-4 4-1 15,-4-3 1-15,-5-3 6 16,0-3-5-16,-4-9 1 15,0-6-2-15,0-2 0 16,0-5-1-16,0 0 21 16,0 0 12-16,0-3-7 15,0-17-7-15,0-6-19 16,0-4 0-16,0 0 0 16,0 5 0-16,6 6-8 0,8 7-4 15,0 3 7 1,4 3-13-16,4 4-1 0,-1 0 0 15,3 2 3-15,0 0 3 16,1 0-11-16,-2-1 2 16,2-3 10-16,-4 0 10 15,-5-2 2-15,0-2 2 16,-5-1 5-16,-1-1 0 16,-1-3 6-16,-4 1 3 15,-1-1 3-15,-2 2-4 16,-2 1-6-16,0 4 5 0,0 4 7 15,-9 2-14 1,-7 0-5-16,-3 0-4 0,-4 18 2 16,0 6-5-16,5 3 1 15,4 2 2-15,6 1 1 16,5-2 0-16,3-4 1 16,0-2 1-16,3-5 4 15,13-1 6-15,2-3 0 16,6-6-1-16,4-1-3 15,5-6-6-15,3 1 7 16,2-1-8-16,-6 0-2 16,-5 0-3-16,-6 0-43 15,-7 0-56-15,-4 0-90 16,-10 0-88-16,0-1-352 16</inkml:trace>
  <inkml:trace contextRef="#ctx0" brushRef="#br0" timeOffset="-205206.19">22154 3684 1147 0,'0'0'226'16,"0"0"-225"-16,0 0-1 15,0 0-41-15,0 0-105 16,0 0-124-16</inkml:trace>
  <inkml:trace contextRef="#ctx0" brushRef="#br0" timeOffset="-194229.98">2797 5649 367 0,'0'0'132'16,"0"0"-58"-16,0 0 29 15,0 0-47-15,0 0 10 16,0 0-3-16,0 0-13 15,0 0-10-15,0 0-4 16,0 0-5-16,-3-38-12 16,-3 34 7-16,-3 0 2 15,2 0-2-15,-4 0-7 0,1 1 1 16,1 2-6 0,-2 1 2-16,-2 0-2 0,-2 0 11 15,-1 0-15-15,-1 4 0 16,-1 8-8-16,0 4 0 15,-1 4-1-15,1 3 3 16,3 3 1-16,-1 5 3 16,7 3 3-16,0 3-3 15,4 1 10-15,0 0-10 16,3 0 8-16,2 1-5 16,0-5 0-16,3-4-6 15,10-5-4-15,1-8 0 16,4-4-2-16,-2-6-4 15,2-5 5-15,6-2 3 16,1 0 5-16,2-15-4 0,0-7-4 16,-3-5-20-16,-5-1-12 15,-5-2 12-15,-4 2 4 16,-4 4 16-16,-3 4 3 16,-3 9 1-16,0 7 0 15,0 4 3-15,0 0 14 16,0 0-4-16,0 0-14 15,0 6-3-15,0 12-14 16,0 6 14-16,0 0 4 16,3-1-1-16,6 3-3 15,7-2 6-15,-2-1-2 16,2-5 10-16,7-4-7 16,-1-4 0-16,2-6-3 0,-2-4 5 15,1 0-6-15,-4 0-1 16,2-4 7-16,-3-13-5 15,-5-3 3-15,-2-2-3 16,-10-2 4-16,-1-2-6 16,0 1 5-16,-19-3-6 15,-5 4 1-15,-5 2 0 16,-2 7-4-16,6 8-5 16,-2 4 3-16,5 3 2 15,2 0-2-15,7 0 1 16,4 0-1-16,4 3 2 15,4-2 0-15,1-1-1 16,0 0-2-16,0 0-1 0,0 0-4 16,9 0-8-16,7 0 16 15,10 0 2-15,4-4 11 16,1-1-7-16,6 0 0 16,0 3-2-16,1 2 1 15,-1 0-3-15,-1 0 1 16,-5 4-1-16,-2 13 1 15,-6 3 0-15,-2 5 0 16,-7 2 0-16,-6-1 4 16,-3-2-3-16,-4-1 2 15,-1-6-2-15,0-6 1 0,0-4-1 16,0-3-2 0,0-4-1-16,-4 0 0 15,-3-4 1-15,1-15-5 0,1-7-8 16,2-2-6-16,3-4 19 15,0 0-3-15,0 4 1 16,5 4 0-16,5 6 1 16,2 4-1-16,3 4 2 15,0 4 2-15,-3 3 1 16,4 3-1-16,1 0-3 16,2 10 2-16,-2 11 8 15,0 6-2-15,-3 5 6 16,-4 3-1-16,-1 0-9 15,-3-1 0-15,-1-4-3 16,-2-5 2-16,2-6-2 16,0-6-3-16,1-7-42 0,3-5-45 15,4-1-1-15,2 0-53 16,3-11-51-16,-10 1-40 16,-4 1-74-16</inkml:trace>
  <inkml:trace contextRef="#ctx0" brushRef="#br0" timeOffset="-193843.23">3631 5945 198 0,'0'0'146'16,"0"0"6"-16,0 0-12 16,55-77-33-16,-46 61-13 15,-3-3-10-15,-1 1-23 16,-2-2-2-16,-3 2-11 16,0 1-4-16,0 4 8 0,-3 5-8 15,-9 5 2 1,-6 3-22-16,1 0-12 0,-2 7-7 15,5 10-1-15,3 5-4 16,5 2-7-16,6 2 0 16,0-1 1-16,4 3 3 15,17 1 3-15,7-2 1 16,2 2 4-16,0-5 12 16,4 3-2-16,2-3 8 15,-3-2-4-15,-6-4 1 16,-11-10 40-16,-13-4-57 15,-3-1-3-15,0 1-6 0,-15 3 6 16,-11 0 5-16,-9 2 9 16,1-7-14-16,1 1-5 15,9-3-30-15,6 0-24 16,11-4-34-16,4-13-59 16,3-5-30-16,0 9-107 15,7 0-331-15</inkml:trace>
  <inkml:trace contextRef="#ctx0" brushRef="#br0" timeOffset="-193638.92">3879 5843 611 0,'0'0'53'0,"0"0"94"16,0 0-10-16,43 88-63 15,-36-53-2-15,-1-3-8 16,-4-3-17-16,-1-10-28 15,1-8-17-15,-2-3-1 16,1-8-1-16,2 0-60 16,0-12-68-16,-3-3-111 15,2-3-539-15</inkml:trace>
  <inkml:trace contextRef="#ctx0" brushRef="#br0" timeOffset="-193496.14">3928 5682 817 0,'0'0'100'0,"0"0"-62"16,0 0 14-16,0 0-52 16,0 0-6-16,0 0-42 15,-21-15 0-15,21 21-123 16,0-2-201-16</inkml:trace>
  <inkml:trace contextRef="#ctx0" brushRef="#br0" timeOffset="-192064.9">4510 5925 706 0,'0'0'140'16,"0"0"-68"-16,0 0 13 15,0 0-16-15,0 0-10 16,0 0-11-16,13-82-17 15,-19 65-3-15,-7-4-11 16,-4 1-2-16,-2 3 1 16,0 2-9-16,-1 7 1 15,1 3-3-15,1 5 2 16,-3 0 7-16,2 2-2 16,-4 16-12-16,2 4-4 15,-1 7 2-15,7 3-3 0,5 2-1 16,2 3 5-16,8-1-4 15,0 0 2-15,0-6 1 16,18-7-2-16,0-6 3 16,3-7-2-16,1-6 3 15,2-4 1-15,0 0-1 16,4-8 3-16,-1-13 0 16,-3-4 6-16,3-7-9 15,-6-2 6-15,-2-2-1 16,-4-3-3-16,-3-4 1 15,-3-5 1-15,-6-7-2 16,-3 0-2-16,0 1 13 0,0 12-3 16,-6 11 3-1,-5 12 2-15,1 8 9 0,0 8-10 16,2 3-8-16,-2 0-6 16,-1 4 0-16,1 20 0 15,-2 8-4-15,6 7 4 16,3 2 1-16,3 3-1 15,0 0 0-15,0 0 0 16,11 1 0-16,6-5-2 16,1 1 0-16,5-6 2 15,-1-5-2-15,3-6 0 0,-1-8-3 16,2-9 5 0,1-6 2-16,-2-1-2 0,2 0-3 15,-2-17 2-15,0-4-4 16,-5-3 4-16,-1-3-4 15,-7-1 3-15,-2-2 2 16,-8-2-1-16,-2 2 2 16,0 6-1-16,-3 4 2 15,-10 11-1-15,-1 3 0 16,1 6-1-16,1 0-5 16,-3 10 4-16,0 11 1 15,6 6-4-15,0 3 4 16,6 2 0-16,3 2 0 15,0-2-3-15,0-2 1 0,13-7 2 16,4-6 0-16,2-6-4 16,2-10-2-16,0-1 5 15,0 0 0-15,4-8 1 16,-2-15 7-16,-1-4-7 16,-1-4-5-16,0-3 1 15,-6 0 3-15,1 4 0 16,-5 3 1-16,-2 5 4 15,-2 10-2-15,-1 6 1 16,-3 6 3-16,3 0 6 16,0 0-12-16,9 14 3 15,4 6-3-15,4 6 17 16,0 2-9-16,3 0-5 16,-8 3 6-16,-5 1-9 0,-7-2 0 15,-6-7-6-15,0-8 6 16,0-9 1-16,0-6 4 15,0 0 6-15,-6 0-10 16,2-14 6-16,-1-9-3 16,1-4-4-16,2-5 0 15,2-2 1-15,0 1-1 16,0 5 0-16,0 3-1 16,6 6-6-16,6 7-16 15,3 3-27-15,1 4-69 16,-8 5-108-16,-2 0-189 15</inkml:trace>
  <inkml:trace contextRef="#ctx0" brushRef="#br0" timeOffset="-189355.39">5982 5455 825 0,'0'0'118'16,"0"0"-47"-16,0 0 5 16,0 0-57-16,0 0-3 15,0 0 23-15,-6 90 27 16,6-47-9-16,0 5-7 16,0 2-10-16,0 1-10 15,8 0-1-15,-1-6-13 16,-4-6-8-16,3-4 3 15,-3-10-10-15,0-7 0 0,-3-7 0 16,0-6-1-16,0-3 3 16,0-2-3-16,0 0-8 15,-6-11-26-15,-10-15-84 16,-1-5-124-16,10 13-46 16,-5 2-260-16</inkml:trace>
  <inkml:trace contextRef="#ctx0" brushRef="#br0" timeOffset="-188494.21">5788 5679 464 0,'0'0'164'16,"0"0"-87"-16,0 0 30 15,0 0-68-15,0 0-35 0,0 0 14 16,63-23 21 0,-18 17-11-16,4-1 10 0,3-2-7 15,-1-2 8-15,-2-2-13 16,-5-2-9-16,-6-2 2 15,-4-1-10-15,-7-2-2 16,-7 1 1-16,-10 1-5 16,-4-1 7-16,-6-1 2 15,0-2 13-15,0 3 0 16,-16 3 0-16,5 5-8 16,-1 7 12-16,-1 2-4 15,2 2 1-15,1 0-3 16,0 12-19-16,1 10-4 0,1 9 0 15,1 6-1 1,7 5 0-16,0 3 1 0,0 2 5 16,0 0 0-16,7-3-1 15,2-2 1-15,2-10 1 16,-2-5-4-16,1-9 0 16,-4-7 0-16,0-6-2 15,0-5-2-15,1 0 2 16,4 0 4-16,1-10 4 15,4-9-2-15,1-3 7 16,-4-1-12-16,1-1 1 16,-3 2 1-16,-2 3-3 0,0 8-1 15,-4 4 1 1,2 7-1-16,-2 0-1 16,-1 5-6-16,4 15-1 0,3 6 9 15,0-1 5-15,3 2 6 16,2-2-6-16,-1-2 2 15,1-3-5-15,1-5 6 16,-1-4-6-16,3-3 2 16,-2-6-2-16,-1-2-2 15,4 0 0-15,-1-7 8 16,3-11-6-16,-2-2 1 16,-1-4 0-16,-4-4-2 15,-3-2-1-15,-3 0-5 16,-6 2 4-16,-3 6 1 15,0 8 1-15,-3 8 1 16,-8 6-2-16,-6 0-6 0,-4 10-6 16,3 15 12-16,0 4-1 15,9 0 0-15,6-2-1 16,3-1-2-16,0-5 4 16,11 1 0-16,15-4 1 15,6-2 9-15,8-4-3 16,6-7 5-16,1-5-5 15,-1 0 0-15,-1 0-4 16,-1 0-2-16,-5-10-1 16,-3 0-3-16,-5-1 2 15,-7-3-50-15,0-3-66 16,-24 10-82-16,0-1-229 16</inkml:trace>
  <inkml:trace contextRef="#ctx0" brushRef="#br0" timeOffset="-186231.34">8086 5609 883 0,'0'0'59'0,"0"0"18"15,0 0 15-15,0 0-45 16,0 0-9-16,0 0 0 16,-7 37-21-16,7-5 45 15,0 5-1-15,4-2-19 0,0 0-13 16,-1-5-17-1,0-3-6-15,-1-6-2 0,-2-3-2 16,0-8-1-16,0-3 1 16,0-3-2-16,3-4-1 15,-3 0-10-15,3-4-53 16,0-17-99-16,-3 7-93 16,0 0-189-16</inkml:trace>
  <inkml:trace contextRef="#ctx0" brushRef="#br0" timeOffset="-186091.03">8076 5525 691 0,'0'0'12'0,"0"0"84"0,0 0-37 15,0 0-45 1,0 0-14-16,0 0-4 0,-14-54-84 16,29 54-101-16,-6 1-23 15,0 5-159-15</inkml:trace>
  <inkml:trace contextRef="#ctx0" brushRef="#br0" timeOffset="-185295.64">8262 5623 161 0,'0'0'155'0,"0"0"-70"15,54 80 38-15,-47-58-30 16,2-5-20-16,-5-3-17 16,-2-3 13-16,-1-6-9 15,-1 1-11-15,0-5-10 16,0-1-11-16,0 0-4 15,0 0 2-15,0-1 9 16,-6-11-14-16,-1-7-5 0,3-5 8 16,1-1-6-16,3-3-2 15,0-1-4-15,0 5 8 16,0 3-7-16,6 4 6 16,7 5-6-16,2 2 0 15,4 4-4-15,2 5 6 16,2 1 3-16,2 0-4 15,0 15 4-15,1 12 4 16,-4 4 5-16,-4 6-6 16,-3 2-4-16,-5 1-6 15,-4-2-3-15,-4-3-4 0,-1-5 0 16,-1-5-2 0,0-8 0-16,0-4-1 0,0-6-1 15,0-6-3-15,2-1-3 16,4 0-46-16,9 0-66 15,0-8-71-15,1-5-21 16,5 0-46-16,-3-1 7 16,-2 0 118-16,-2 2 131 15,0-3 35-15,-3 3 58 16,1-1 21-16,0 0-6 16,0-1-13-16,1-1-24 0,-1-4-3 15,0-1-8 1,0-4-7-16,-3-1-5 0,0-5-2 15,0-3 0-15,-2-3-1 16,-4 5-14-16,0 9 0 16,-3 9-1-16,0 9 11 15,0 4 17-15,-10 0-18 16,-5 14-30-16,0 10-5 16,3 7-7-16,8 1 2 15,2 2-4-15,2 0 4 16,0-2 0-16,8 0 0 15,8-4 0-15,-2-4 6 16,2-3-6-16,-6-4 9 16,-2-4 3-16,-1-5 3 0,-5 1-3 15,-2-2-4 1,0 2 1-16,-2 0-4 0,-13-1 0 16,-3-4 3-16,-1-1-8 15,5-1-1 1,3-2-29-16,3 0-17 0,7 0-38 15,1-6-94-15,0-1-37 16,0 0-223-16</inkml:trace>
  <inkml:trace contextRef="#ctx0" brushRef="#br0" timeOffset="-184967.23">9026 5484 426 0,'0'0'446'0,"0"0"-399"16,0 0 55-16,0 0-26 15,0 0-37-15,0 0-13 16,1-3-13-16,-1 28 14 16,0 6 18-16,0 6-1 15,0 3 16-15,2 3-16 16,4-2-7-16,3-2-17 15,-2-4 1-15,1-2-9 16,1-5 0-16,-1-4-7 16,0-6-4-16,-2-3-1 0,-1-8 0 15,-2-4-2-15,1-3-17 16,2 0-45-16,-2-10-87 16,-1-12-60-16,-3 10-80 15,0-1-305-15</inkml:trace>
  <inkml:trace contextRef="#ctx0" brushRef="#br0" timeOffset="-183601.85">9068 5692 21 0,'0'0'638'0,"0"0"-536"15,0 0 18-15,0 0-39 16,0 0-46-16,0 0-20 16,0 0-11-16,19-36 1 15,6 34-4-15,4-1-1 0,5 2 0 16,8-2 0-16,7-1-1 15,8-2-1-15,-5-4 2 16,-6-1 0-16,-8-1 3 16,-12 0-4-16,-8-1 3 15,-4 4-1-15,-7-1 6 16,-5 2 14-16,-2 3 30 16,0 0 8-16,-2 3 0 15,-11 0-16-15,-5 1-20 16,0 1-14-16,-6 0 14 15,5 0-22-15,-1 10 2 16,-2 5 3-16,1 7-6 16,1 3 0-16,4 3-2 15,4 1 2-15,2 0-1 0,10-1-4 16,0-2 2-16,0-4-1 16,0-4 2-16,18-5 1 15,1-3-2-15,1-4 3 16,0-5 1-16,0-1 3 15,1 0 5-15,-2-1-2 16,2-12-1-16,-3-3-2 16,-2-3-2-16,-1-5 2 15,-6-2 0-15,0-2-1 16,-3 2 0-16,-3 1-1 16,0 5 2-16,-3 8 7 15,0 6 7-15,0 3 5 16,0 3 0-16,0 0-5 15,0 0-18-15,0 14-10 0,0 8 10 16,0 2 0-16,0 1 5 16,0-3-4-16,5 0 0 15,9-1-1-15,1-5-1 16,6-4 0-16,-4-5 1 16,-4-6 2-16,-4-1-2 15,0 0-4-15,0 0 4 16,0-15 2-16,0-6 3 15,-3-4-5-15,4-4-1 16,-2 0 0-16,1-1 0 16,2 3 1-16,0 6 0 0,1 6 0 15,0 6 0 1,-2 6-3-16,-2 3 2 16,7 0-1-16,-2 9 0 0,2 12 2 15,0 3 0-15,-2 3 6 16,-1 0-6-16,-4-4 4 15,1 0-4-15,-5-4 2 16,-1-7-2-16,-1-5 0 16,-2-4 1-16,0-3-1 15,0 0 0-15,0 0 6 16,0 0 0-16,0-18-6 16,0-9-7-16,0-7 1 0,0-3-1 15,6 0 3 1,3 4-8-16,1 7 8 0,1 6 3 15,2 8 1-15,-1 5 0 16,-2 5-4-16,2 2 3 16,0 0 2-16,0 6 0 15,0 12 3-15,-1 6 5 16,-2 3 3-16,-2 4-6 16,-1 5 1-16,-3-1-6 15,0 0 7-15,0-5-8 16,-2-6 2-16,2-8-3 15,-1-3 1-15,1-7-6 16,6-6-22-16,-2 0-42 0,5 0-26 16,1-17-2-1,3-7-14-15,-2-4 4 16,1-6-24-16,0-4-37 0,-1-2-6 16,-1 1 99-16,-4 2 30 15,-3 5 46-15,-1 5 29 16,-2 6 50-16,-3 5 47 15,0 5-17-15,0 5-2 16,0 3-20-16,0 3-5 16,0 0 8-16,0 3-18 15,0 16-34-15,0 8 1 16,0 2 31-16,0 5-10 16,-2 0-19-16,2-1-14 15,0 7 2-15,0-2-6 0,2 0 3 16,12-2-1-1,0-10-7-15,5-4-12 16,-2-8-4-16,2-4-1 0,-3-7-1 16,2-3-6-16,0 0 5 15,-3-5-10-15,-2-12-35 16,-8-3-63-16,-5 9-152 16,0-2-287-16</inkml:trace>
  <inkml:trace contextRef="#ctx0" brushRef="#br0" timeOffset="-183410.97">10254 5584 947 0,'0'0'143'15,"0"0"-123"1,0 0 51-16,0 0-39 0,0 0 0 16,0 0 24-16,80-7-11 15,-46 5-29-15,4-6-6 16,7-4-9-16,2-1-2 15,-2-1-43-15,-2 2-128 16,-34 7-101-16,-6 1-301 16</inkml:trace>
  <inkml:trace contextRef="#ctx0" brushRef="#br0" timeOffset="-180946.4">11486 5538 242 0,'0'0'390'16,"0"0"-320"-16,0 0 24 0,0 0 3 15,0 0-25-15,0 0 3 16,0 0-8-16,-3-56-8 16,3 56-1-16,-3 0-14 15,0 17-44-15,0 8 12 16,0 11-5-16,3 0 14 16,0-1-4-16,0 1-6 15,0-8-1-15,9-4-1 16,5-6-9-16,0-5-2 15,1-6 1-15,2-5 1 16,1-2 4-16,4 0 0 16,2-17-4-16,0-8 2 15,0-4-2-15,-5-3-19 16,0-1-4-16,-7 1 2 0,-4 5 16 16,-5 7 5-16,-3 7 4 15,0 9 3-15,0 4 8 16,0 0 16-16,0 7-31 15,0 16-3-15,0 5 3 16,0 1 2-16,0 1-2 16,3-4-1-16,15-3 1 15,5-4 1-15,6-5 0 16,2-5 2-16,2-8 4 16,0-1 1-16,0 0-5 0,-5-13 4 15,2-7-1 1,-8-4 1-16,-7-1 2 15,-4-3 8-15,-8-5-1 0,-3 1-3 16,0-2 3-16,-6 3-4 16,-11 7-6-16,-2 7-5 15,-3 8-1-15,2 7-5 16,1 2-3-16,-2 0-1 16,10 0-16-16,5 5-40 15,6 2-99-15,0-1-41 16,0-4-37-16,11-2-93 15</inkml:trace>
  <inkml:trace contextRef="#ctx0" brushRef="#br0" timeOffset="-179719.69">12132 5358 471 0,'0'0'139'16,"0"0"-44"-16,0 0 31 15,0 0-50-15,0 0 16 16,0 0 3-16,0 0-34 15,33-41-6-15,-33 49-31 16,0 16-19-16,0 9 25 16,0 6 13-16,4 6-8 15,-1 0-12-15,-1 2-2 16,5-5-3-16,-4-1-3 16,2-7-5-16,-2-6-2 15,0-6-2-15,-3-10-1 0,1-6-3 16,1-3 1-1,-1-3-3-15,1 0 3 0,-1 0-1 16,1-13-2-16,-2-10 4 16,0-6-2-16,1-3-2 15,-1 0 0-15,2 0-1 16,3 4 0-16,3 1 0 16,1 6 0-16,6 4-1 15,-2 6-3-15,5 4 5 16,0 5-2-16,3 2 2 15,0 0 0-15,0 14 0 16,-2 11 2-16,-2 5 2 0,-3 6-2 16,-3-2 5-16,-5 2-6 15,1-2 0 1,-4-6 1-16,2-7-2 0,-1-4 0 16,4-7-12-16,2-7-32 15,5-3-49-15,7 0-9 16,2 0 0-16,2 0 15 15,-4-8 17-15,-1-2 30 16,-3 1 30-16,-3-1 10 16,-2-1 5-16,1-1 9 15,-2 1 12-15,2-3 5 16,-1 0-3-16,-1-1-3 16,-1-4-7-16,-2-1-4 15,-4-1 0-15,-2-1-1 0,-3 0 1 16,0 1 4-16,0 6 0 15,-6 2 5 1,-3 8-2-16,-3 3 12 0,0 2-11 16,-2 0-21-16,-2 10 10 15,1 10-11 1,2 5-7-16,4 4 5 0,6 1-4 16,3 1 5-16,0 1-2 15,0-6 3-15,12-3 1 0,7-3-1 16,2-6-1-1,3-4 1-15,3-6 1 16,0-4-1-16,1 0 0 16,-3-1-3-16,-5-16-19 15,1-3-5-15,-2-4-11 0,-5-6-4 16,-1-1 22-16,-7 0 8 16,-3 2 12-16,-2 3 2 15,-1 7 5-15,2 7 14 16,-1 5 7-16,1 5 12 15,-1 2 1-15,2 0-23 16,2 0-18-16,7 16 1 16,-5 1 9-16,2 4 7 15,0 2-5-15,-5-2 0 16,-1 1-12-16,-1-3 5 16,-2-5-3-16,0-4 0 15,0-6-3-15,0-4 2 0,3 0 0 16,-3 0 0-1,5 0 7-15,-1-15 1 0,6-7-9 16,-1-2-8-16,0-1 4 16,6 0 0-16,-4 0 1 15,4 7 2-15,-2 4 1 16,4 7 0-16,2 7 0 16,-1 0 0-16,3 3 8 15,1 16 1-15,-1 8 7 16,-3 2-1-16,0 0 4 15,-3-2-17-15,-5-4-3 16,-4-5 4-16,0-5-3 16,-1-5 1-16,1-4-1 0,7-4 0 15,8 0-13-15,7 0-20 16,14-10-5 0,1-9-80-16,-25 8-189 0,0-1-504 15</inkml:trace>
  <inkml:trace contextRef="#ctx0" brushRef="#br0" timeOffset="-179179.26">13976 5301 864 0,'0'0'101'16,"0"0"-13"-16,0 0 22 15,0 0-50-15,0 0 0 16,0 0-12-16,24 9-27 15,-18 33 29-15,-3 9-4 16,0 5-19-16,0 3-8 16,1 1-1-16,-2-4-5 15,-1-5-3-15,1-7-3 16,-2-9-6-16,0-10-1 16,0-8 1-16,0-8-2 15,0-8-5-15,0-1-25 0,0 0-13 16,0-15-49-1,0-1-139-15,0-1-214 0</inkml:trace>
  <inkml:trace contextRef="#ctx0" brushRef="#br0" timeOffset="-178345.98">13928 5560 178 0,'0'0'579'0,"0"0"-515"15,0 0 39-15,0 0-71 16,0 0-31-16,0 0 23 0,76-30 4 15,-40 23 5 1,2-2-3-16,-1-2-18 16,9-6 0-16,0-3-4 0,2-1 0 15,-9-4 31-15,-9 1-17 16,-13-3-19-16,-12-3 4 16,-5 1 2-16,0 2 0 15,-8 4 13 1,-8 8 6-16,4 4 7 0,0 5-13 15,6 3 4-15,0 3-7 16,2 0-14-16,-5 14 3 16,2 13-8-16,1 10 0 15,1 5 1-15,5 6 7 16,0 4 5-16,0 1-5 16,0-3 6-16,0-3 4 15,5-8-6-15,1-5-2 16,1-10-2-16,-1-9-4 0,0-7-3 15,-2-6-1-15,1-2-4 16,1 0 2-16,7 0 2 16,4-15 0-16,2-6 9 15,0-3-9-15,-1 1-4 16,-4 2-8-16,-5 6 0 16,-5 6 9-16,-1 6 3 15,-3 3 0-15,2 0 0 16,-2 7-5-16,1 10-12 15,5 4 17-15,1 2 8 0,3-2-7 16,2-1 2 0,2-3 3-16,3 0 1 15,8-4-2-15,2-3-2 0,3-6 9 16,1-4 3-16,2 0-15 16,1-9 0-16,-1-12-1 15,-3-5-1-15,-5-3-16 16,-7-5-1-16,-9 0-12 15,-7 3 9-15,-2 4 18 16,0 7 4-16,-6 11 3 16,-12 7-3-16,-2 2-1 15,-4 3 0-15,1 18-6 16,2 9 6-16,4 2 1 16,6 2 3-16,6-1 3 15,5-2 1-15,0-6 4 16,3-5 1-16,16-4 3 0,5-5-5 15,6-6 3-15,6-2-3 16,7-3-3 0,8 0-2-16,1 0-3 0,-4-4 11 15,-5-9-13-15,-6-2 0 16,-5-1-13-16,-6 1-45 16,-9-1-69-16,-17 10-139 15,0 2-417-15</inkml:trace>
  <inkml:trace contextRef="#ctx0" brushRef="#br0" timeOffset="-177703.69">15953 5542 893 0,'0'0'103'0,"0"0"-36"16,0 0 42-1,0 0-95-15,0 0-8 0,0 82 79 16,0-31-20-16,0 7-8 16,6 7-18-16,-2 5-10 15,4 5-5-15,-4 3-2 16,1 3-7-16,1-1 4 15,1-4-14-15,2-7 2 16,-2-11 17-16,-2-13-24 16,-2-12 4-16,-1-14-3 15,-2-9-1-15,0-7-5 16,0-3-25-16,0-9-3 16,0-20-31-16,0-12-166 15,0 16-84-15,0 0-364 16</inkml:trace>
  <inkml:trace contextRef="#ctx0" brushRef="#br0" timeOffset="-177419.85">15941 5660 4 0,'0'0'727'16,"36"-76"-659"-16,-4 62 20 15,6 4-10-15,5 2-3 16,5 7-3-16,-1 1-8 15,-5 0-10-15,-4 20-3 16,-10 5-12-16,-10 5-20 16,-9 4 3-16,-9-1 7 15,0-1-14-15,-12-4 2 0,-12-4-5 16,-3-6 1 0,0-4-8-16,2-5-3 0,5-6 4 15,4-3-6-15,6 0-9 16,1 0-34-16,4-12-93 15,5 4-70-15,0-1-133 16</inkml:trace>
  <inkml:trace contextRef="#ctx0" brushRef="#br0" timeOffset="-176953.35">16456 5568 967 0,'0'0'81'0,"0"0"4"16,0 0-17-16,0 0-53 16,0 0-9-16,0 0 7 15,-18 93-10-15,13-61-1 16,4-2-1-16,1-4-2 16,0-4 1-16,0-5 0 15,10-3 0-15,4-4 0 16,4-6 0-16,1-4 2 15,0 0-2-15,5-2 4 16,0-14 1-16,-4-4 5 16,-1-2-5-16,-7-5 0 15,-3-3-1-15,-8-1 1 0,-1-3 4 16,0 4 12-16,-8 4 7 16,-11 5 2-16,-3 9-7 15,-2 7-8-15,0 5-4 16,-1 0-10-16,0 7-1 15,2 10 0-15,8 0-5 16,3 0 5-16,8-1-6 16,4-3-18-16,0-1-45 15,12-5 2-15,10-4 6 16,8-3-28-16,3 0-7 16,0 0-61-16,-2-9-46 15,-1-4-34-15,-3-4 17 0</inkml:trace>
  <inkml:trace contextRef="#ctx0" brushRef="#br0" timeOffset="-176216.51">16733 5528 54 0,'0'0'174'16,"0"0"-166"0,58-89 23-16,-44 56-16 0,-2-4 18 15,-2 2 34-15,-1 5 10 16,-3 6 16-16,-3 8 30 16,-3 8-16-16,0 4 12 15,0 4-19-15,0 0-3 16,0 0-24-16,0 0-36 0,0 15-35 15,0 12 3 1,-5 8 11-16,1 5 3 16,4 4 16-16,0-1 12 0,0 0-5 15,0-2-13-15,3-3-4 16,6-2-7-16,6-4-6 16,-5-7-6-16,2-5-3 15,3-5 0-15,-3-5-5 16,4-3 2-16,1-3-1 15,1-4-1-15,0 0-4 16,1 0-6-16,3-7-5 16,4-10-3-16,0-2-2 15,-1-2-9-15,-3-5-11 16,-3-1-4-16,-7-1-2 16,-4 1 40-16,-7 2 7 15,-1 2 1-15,0 5 6 0,0 3 8 16,-9 5 10-16,-1 2 2 15,0 7-5 1,1 1-7-16,-4 0 1 0,0 6-5 16,0 15-7-16,-1 4-3 15,4 6 0-15,4 2 3 16,4-2 3-16,2 3 2 16,0-4 1-16,9-5 0 15,11-4-1-15,4-8 6 16,4-8-7-16,2-5-4 15,0 0-2-15,3-13-1 16,0-12 3-16,-2-7-3 0,3-7-16 16,-7-1-7-1,-2-1-5-15,-1 3 4 0,-6 8 12 16,-3 10 12-16,-6 9 1 16,1 8 5-16,-1 3 2 15,2 0-6-15,2 17 3 16,-1 6 2-16,3 3 12 15,-3 2-8-15,-1 2 2 16,-1-1-4-16,-6-4 3 16,-2-1-1-16,-2-3-5 15,0-4-5-15,-5-3 0 16,-11-4-1-16,1-6-16 16,-1-4-57-16,0 0-34 15,12 0-116-15,0-10-196 16</inkml:trace>
  <inkml:trace contextRef="#ctx0" brushRef="#br0" timeOffset="-174787.59">18524 5548 837 0,'0'0'75'0,"0"0"-23"15,0 0 9-15,0 0-20 0,0 0 0 16,11-74 4-16,-11 59-6 16,-1-2 3-16,-12 3-7 15,-1 0-5-15,-2 4 5 16,1 5-8-16,-4 2-3 16,2 3-16-16,-4 0-3 15,-1 3-5-15,2 16 0 16,-1 5 0-16,4 6-2 15,2 1 1-15,4 1 0 16,5 1-1-16,6-1 2 16,0-2-3-16,0-4 2 0,3-3 0 15,8-6-1 1,2-3-2-16,2-7 0 0,0-7 3 16,3 0-4-16,0 0 3 15,4-7 2-15,2-12 0 16,0-5-1-16,1-6-8 15,-4-4-2-15,-3-1 1 16,-4-1 6-16,-6 7 4 16,-3 7 6-16,-4 10-3 15,-1 7 12-15,0 5 11 16,0 0-3-16,0 0-23 16,-1 20 0-16,-8 5-4 15,3 4 3-15,4 1 2 0,2-2-2 16,0-1 3-1,0-7-2-15,4-2 0 0,7-8 0 16,0-6-1-16,1-2-2 16,3-2 3-16,1 0 1 15,6-17 8-15,2-6-6 16,0-3-2-16,-3-1-1 16,0 0-13-16,-2 2 0 15,-5 9 4-15,-2 6 4 16,-2 7 1-16,4 3 2 15,2 0 1-15,2 10-4 16,4 9 5-16,-1 4 5 0,-1 3-2 16,-4 0 3-16,-4 0 2 15,-5 0 0-15,-4-7 0 16,-3-4-3-16,0-6-4 16,0-6-1-16,0-3 5 15,0 0 2-15,0 0 14 16,-3-9 1-16,-4-12-11 15,4-4-10-15,3-6 1 16,0 0-2-16,2 3 0 16,11 5-2-16,2 6-5 15,-1 7-4-15,2 6 0 16,1 2 5-16,3 2 2 16,1 0 0-16,4 0-1 0,5 0 0 15,1 0 2 1,1 0 3-16,-6 0 0 0,0 0 2 15,-7 0-2-15,-1 0 0 16,-6-6 1-16,-3-4 2 16,-2-2 0-16,-1-2 0 15,-3-2-1-15,-3-1-1 16,0 4 0-16,0 1-1 16,-6 7-3-16,-11 5 1 15,-3 0 2-15,-4 10-8 16,-3 15 0-16,2 7 7 15,3 5-2-15,5-2 1 0,10 1 0 16,1-4 0 0,6-4 1-16,0-3 0 15,18-6 1-15,10-6 4 0,11-5 7 16,13-2 8-16,9-6-6 16,5 0 13-16,-6-2-3 15,-11-9-22-15,-17 1-1 16,-13 5-3-16,-10-1-7 15,-9 3-25-15,0 2-56 16,-3 0-108-16,-11-1-481 16</inkml:trace>
  <inkml:trace contextRef="#ctx0" brushRef="#br0" timeOffset="-168705.07">2409 7277 701 0,'0'0'117'0,"0"0"-34"16,0 0 23 0,0 0-30-16,0 0 4 0,0 0 0 15,0 0-11 1,0 0-20-16,-15-21-17 0,15 25-13 16,-3 15-13-16,3 8-1 15,0 9 15-15,0 3-2 16,0 4-13-16,0-1 3 15,3 0 0-15,6-5-1 16,2-7-2-16,-1-8-1 0,-1-8-3 16,0-4-1-1,3-4-2-15,-2-6 2 0,1 0-4 16,2 0 0 0,2-17-24-16,-3-10-67 15,-9-7-106-15,-3 16-86 0,0 0-327 16</inkml:trace>
  <inkml:trace contextRef="#ctx0" brushRef="#br0" timeOffset="-168557.01">2397 7161 630 0,'0'0'148'16,"0"0"-49"-16,0 0-17 16,0 0-23-16,0 0-45 15,0 0-14-15,0 0-66 16,-30-25-110-16,35 32-37 15,2 3-211-15</inkml:trace>
  <inkml:trace contextRef="#ctx0" brushRef="#br0" timeOffset="-168180.56">2643 7507 347 0,'0'0'168'0,"0"0"-38"16,30 76-25-16,-30-70-12 15,0-2-40-15,0-4-10 16,0 0 2-16,0 0 5 16,-6 0-5-16,-1-7-23 15,-2-12 13-15,1-5 16 16,4-5-16-16,1-4 1 16,3 1-6-16,0 4-9 0,0 1 4 15,3 8-11 1,10 4-3-16,2 2 0 0,3 8-1 15,3 2-5-15,3 3-1 16,4 0 4-16,-1 14 1 16,0 13 4-16,1 6 11 15,-5 3 2-15,-10 5-19 16,-1-2 4-16,-12 1-9 16,0-3-1-16,0-7 4 15,0-2-5-15,0-9-9 16,0-7-41-16,0-8-44 15,0-4-88-15,0-3-164 16</inkml:trace>
  <inkml:trace contextRef="#ctx0" brushRef="#br0" timeOffset="-167439.9">3777 7470 785 0,'0'0'116'15,"0"0"-63"-15,0 0 33 16,0 0-30-16,33-79 1 16,-33 61 12-16,0-1-11 15,0 1 0-15,-12-3-20 16,-3 4-16-16,-4 0-7 15,-1 7-5-15,-5 4 1 16,3 6-6-16,-4 0 7 0,-2 7-9 16,0 16-2-16,2 8 2 15,2 6-3-15,8 4 0 16,7 1 0-16,6 1-1 16,3-4 0-16,0-4-1 15,12-6 1-15,7-8 0 16,2-9-6-16,3-5 6 15,0-5 1-15,3-2 0 16,-2 0 0-16,5-17 3 16,-3-7 1-16,-3-4-1 15,0-5-3-15,-5 0-10 16,-7-2 9-16,-4 4-3 16,-3 6 4-16,-3 10 0 15,-2 6 4-15,0 9 1 16,0 0 10-16,0 3-15 0,0 20 0 15,-7 7 0-15,-1 7 1 16,8 0 0-16,0-1-2 16,0-4 4-16,16-6-4 15,7-5 2-15,4-5 5 16,1-5 2-16,5-6-4 16,0-5-1-16,0 0-1 15,5 0-2-15,4-13-13 16,0-6-50-16,-27 8-105 15,-6 0-433-15</inkml:trace>
  <inkml:trace contextRef="#ctx0" brushRef="#br0" timeOffset="-166840.1">5257 7333 802 0,'0'0'86'0,"0"0"41"15,0 0 9 1,0 0-38-16,0 0-7 16,0 0-54-16,0 0-34 0,-28 31 2 15,28 25 27-15,0 11-8 16,1 9 3-16,13 5-4 16,4 2-4-16,-3-1-1 15,1 1 0-15,-1-1-5 16,1-11-8-16,-4-9 0 15,0-16 14-15,-7-15-13 16,-4-8-5-16,-1-9-1 16,0-7 0-16,0-7-1 15,0 0-4-15,0-7-22 16,0-20-11-16,-3-9-53 16,-7-7-122-16,7 20-48 0,-2-2-120 15</inkml:trace>
  <inkml:trace contextRef="#ctx0" brushRef="#br0" timeOffset="-166554.37">5238 7443 520 0,'0'0'97'0,"4"-85"-19"16,20 67 19-16,3 4-22 16,6 3-2-16,3 2-11 15,1 9 1-15,3 0-5 16,-4 0-6-16,-2 20-8 15,-10 6 2-15,-4 0 3 16,-12 6-4-16,-8-3-14 16,0-1-15-16,-7 2 1 0,-17-5-1 15,-3-4-1-15,-1-4-11 16,0-5-2-16,1-7 0 16,3-2-1-16,6-3-2 15,3 0-12-15,8 0-33 16,5-3-63-16,2-11-44 15,0 7-64-15,5-1-210 16</inkml:trace>
  <inkml:trace contextRef="#ctx0" brushRef="#br0" timeOffset="-165806.41">5675 7333 673 0,'0'0'118'0,"0"0"21"16,0 0-31-16,0 0-28 16,0 0-22-16,0 0-19 15,0 0-22-15,2 50 12 16,-7-20-13-16,5 2-3 16,0 0 2-16,0 2-3 15,5-5 6-15,9 0-1 16,0-5-1-16,7-6-5 15,2-4-4-15,0-5-5 16,4-8 6-16,-3-1-6 0,1 0 1 16,0-6 0-16,-2-10 5 15,-1-7-4 1,-3-2-4-16,-5-4 0 0,-8-4 4 16,-3-1 0-16,-3-3 0 15,-3-2-4-15,-15 2 4 16,-7 5-2-16,-2 4-2 15,-3 11 0-15,2 10-2 16,-2 7-3-16,3 0 5 16,1 16 0-16,6 5-3 15,2 3 2-15,12 0-2 16,4-1 3-16,2 1-3 16,0-3 2-16,11-3-2 0,10-4 0 15,1-5 3-15,6-5 2 16,-1-4-1-1,4 0 2-15,2-9 1 0,-3-10-3 16,4-6 1-16,-2-4 0 16,-1-3 0-16,-1-2-2 15,1 0-4-15,-4 4 3 16,0 10 0-16,-9 5 1 16,-3 10 0-16,-5 5 0 15,1 0-1-15,7 20-3 16,0 10 4-16,1 8 4 15,2 6 6-15,-6 3 3 16,3 2 2-16,-8-1-3 0,-5 0-1 16,-5-4 2-16,0-8-7 15,-14-6-5 1,-8-10 0-16,-6-7 6 0,-2-8-3 16,0-5 1-16,2 0-5 15,3-2-11-15,5-15-19 16,5-6-13-16,7-4-75 15,8 13-106-15,0 0-148 16</inkml:trace>
  <inkml:trace contextRef="#ctx0" brushRef="#br0" timeOffset="-165139.72">6500 7312 684 0,'0'0'130'16,"0"0"2"-16,0 0-40 16,0 0-24-16,0 0-18 15,0 0-16-15,3 33 21 16,5-4 29-16,-1 7-32 16,-1 1-17-16,0 2-7 15,-2-5-15-15,1-5-1 16,-2-6-7-16,-3-8-4 15,4-3-1-15,-4-9 0 16,3-3-21-16,2 0-34 0,-1-17-88 16,-2-1-74-16,-1 1-160 15</inkml:trace>
  <inkml:trace contextRef="#ctx0" brushRef="#br0" timeOffset="-164984">6516 7112 741 0,'0'0'138'16,"0"0"-40"-16,0 0-1 16,0 0-69-16,0 0-28 15,0 0-21-15,0 0-40 0,21-13-77 16,-12 14-157 0,0-1-184-16</inkml:trace>
  <inkml:trace contextRef="#ctx0" brushRef="#br0" timeOffset="-164690.87">6737 7075 468 0,'0'0'142'16,"0"0"-52"-16,0 0 1 15,0 0-22-15,0 0-3 16,0 0 1-16,33 47 62 16,-30-13-31-16,0 5-7 0,0 4-21 15,2 1-19 1,-5 2-18-16,1-1-6 15,2 3-9-15,3-6-5 16,-2-4-2-16,4-7-8 16,1-10 4-16,1-5-6 15,4-6-1-15,-2-4 0 0,4-6-5 16,2 0 4-16,0-5-3 16,-2-13-21-16,-2-5-41 15,-7-3-118-15,-7 13-67 16,0 0-276-16</inkml:trace>
  <inkml:trace contextRef="#ctx0" brushRef="#br0" timeOffset="-164390.8">6764 7343 597 0,'0'0'102'16,"0"0"15"-16,0 0-14 15,0 0-46-15,0 0-47 0,0 0 4 16,82-19 8-1,-47 16 3-15,0 3 3 0,-4 0 2 16,1 0 10-16,-4 0-3 16,-2 7 9-16,-4 8 4 15,-1 5 1-15,-6 2-12 16,-5 6-4-16,-1 1-10 16,-6 0-5-16,-3 1-6 15,0-4-10-15,0-5 2 16,0-6-6-16,0-5 4 15,0-6-4-15,0-4-2 16,0 0-9-16,0-5-33 16,0-17-71-16,0 7-167 0,0 0-141 15</inkml:trace>
  <inkml:trace contextRef="#ctx0" brushRef="#br0" timeOffset="-164270.11">7071 7205 626 0,'0'0'109'0,"0"0"-27"16,0 0-14-16,0 0-67 16,0 0-1-16,0 0-126 15,0 0-247-15</inkml:trace>
  <inkml:trace contextRef="#ctx0" brushRef="#br0" timeOffset="-163488.14">7265 7254 574 0,'0'0'160'15,"0"0"-74"-15,0 0 32 16,0 0-31-16,11 74-21 16,-11-50-8-16,0 1-1 15,0 3-8-15,0 0-11 16,0-2 0-16,6-2-10 15,1-3-7-15,4-7-3 16,-1-3-3-16,5-4-3 16,0-5-7-16,1-2 1 0,5 0 1 15,-3-2-5-15,1-13 2 16,-3-5 0-16,-5-1-1 16,-6-2-3-16,-5-1-6 15,0 1-11-15,-16-2-18 16,-8 5 0-16,-2 4 9 15,-1 3-9-15,5 5 20 16,3-1 10-16,7 4 2 16,6-1 2-16,4-1-3 15,2-2-1-15,0-1-9 16,5-1 5-16,11 1 9 16,2 1 3-16,6 0 5 15,-2 5 7-15,4 3 5 0,7 1-2 16,5 0-5-16,4 8 11 15,0 9-1-15,-1 5 11 16,-8 4-27-16,-9 2-6 16,-6-2 1-16,-9 0-2 15,-9-4 0-15,0-4-3 16,0-3-1-16,-4-5-7 16,-5-6-3-16,0-4 5 15,0 0-34-15,1-7 35 16,5-13-11-16,3-5-15 15,0-5-27-15,0-3 6 0,15-6 31 16,2 3 20 0,0 4 4-16,-1 9 4 15,-2 8 0-15,-3 11 11 0,-2 4 14 16,3 4 13-16,-2 19-22 16,-1 8 13-16,0 4 11 15,-3 5-7-15,-3 4-14 16,0 0-6-16,5-2-7 15,0-5-1-15,3-6 11 16,-2-10-13-16,0-7-7 16,1-7 1-16,4-6-2 15,5-1-3-15,6 0-9 16,2-17-83-16,-16 4-81 16,-5 1-296-16</inkml:trace>
  <inkml:trace contextRef="#ctx0" brushRef="#br0" timeOffset="-162175.17">8850 7288 671 0,'0'0'105'16,"0"0"-30"-16,0 0 6 0,0 0-31 16,0 0-4-16,31-72-6 15,-31 61-1-15,0-6-7 16,-13 1-8-16,-2 1 6 15,-2 2 0-15,0 3-3 16,0 3-3-16,2 6-9 16,0 1-3-16,-3 0 4 15,3 0-13-15,-2 11-3 0,1 8 0 16,0 3-1 0,3 5 2-16,1 4 5 0,3 3-6 15,4 1 1 1,5-1-1-16,0-2 2 0,0-2-1 15,3-4-1-15,8-6-3 16,8-1-1-16,0-9 4 16,0-5 0-16,0-3 6 15,-1-2-5-15,6 0 2 16,-2-17-2-16,0-6 5 16,-2-2 3-16,2-3-9 15,-4-2 4-15,-6-4-3 16,0-1 3-16,-5 0-3 15,-2 2 3-15,-4 9-1 0,-1 9 15 16,0 8 12-16,0 7 0 16,0 0-7-16,0 0-23 15,-4 21 0-15,-5 10 0 16,3 3 4-16,3 2-4 16,3 1 0-16,0-5 1 15,0-2 5-15,12-6-6 16,4-4 0-16,2-8 3 15,2-5-3-15,2-7 0 16,5 0 0-16,0-4 0 16,-2-18 3-16,1-5-3 15,-1-6-8-15,-1-2-5 16,-4 1-2-16,-3 2 6 16,-6 8 9-16,-4 10 0 0,-4 8 3 15,-3 6 0 1,1 0-1-16,4 2-2 0,-1 15-6 15,4 5 6-15,1 5 4 16,-5 1 3-16,-2 2-5 16,-2 2 6-16,0 0 0 15,0-2-1-15,0-3 3 16,-2-5 1-16,-14-4-11 16,-2-6 0-16,-3-5-1 15,2-5-3-15,4-2-24 16,4 0-43-16,4-13-76 15,7 2-93-15,0-3-264 16</inkml:trace>
  <inkml:trace contextRef="#ctx0" brushRef="#br0" timeOffset="-161388.5">9964 7427 427 0,'0'0'559'16,"0"0"-544"-16,0 0 49 0,0 0-7 15,0 0-20-15,0 0 0 16,14 49-3-16,-1-46 4 16,5-3-2-16,6 0 0 15,-3-3 4-15,6-16-9 16,1-6-16-16,2-4-4 15,0-10-9-15,0-4 2 16,-4-7-4-16,-8-3 1 16,-7 0-1-16,-10 7 1 15,-1 12-1-15,0 13 0 16,-6 11 0-16,-7 10-2 16,4 0 1-16,-2 10-2 0,3 14-3 15,3 7 4-15,5 6 1 16,0 0 0-1,0 5 1-15,16-3 1 0,8 1 4 16,2-4-3-16,4-1 8 16,1 0-3-16,-4-6 0 15,-5-5 0-15,-10-8 23 16,-5-11-22-16,-7-2-5 16,0-1-3-16,-3-2 4 15,-19 0 3-15,-5 0-4 16,-1 0-3-16,1 0-12 15,10 0-13-15,7-10-19 16,10-3-30-16,0-3-55 16,9-4-80-16,12-2 9 0,-8 12-17 15,-2-1-105 1</inkml:trace>
  <inkml:trace contextRef="#ctx0" brushRef="#br0" timeOffset="-159587.99">10479 7065 425 0,'0'0'149'15,"21"-76"-25"-15,-21 64 0 16,0 4-15-16,0 4-13 16,0 3-43-16,0 1 14 15,0 0-17-15,0 10-30 0,0 15-17 16,0 6 40-16,0 9-5 16,1 7-5-16,4 6-2 15,1 3 5-15,-3-1-11 16,4-1-6-1,-2-2-7-15,-1-8-8 0,1-6 2 16,1-10-6-16,1-10 1 16,-3-6-1-16,1-7 0 15,-2-2 0-15,5-3-4 16,1 0 1-16,4-7-7 16,2-15 3-16,0-7-6 0,-2-2-22 15,0-4-3 1,0-2 1-16,-6 1 12 15,2 4 20-15,-5 10 5 16,-1 9 3-16,-1 9 9 16,-1 4 7-16,2 0 3 0,0 8-22 15,2 15 4-15,4 4 24 16,-2 2-1-16,-1 1-14 16,0-1-6-16,3-6-4 15,-5-2-2-15,4-4-1 16,3-5-3-16,2-9 0 15,2-3-31-15,3 0-31 16,3-9-21-16,3-12-23 16,-1-3-33-16,0-4-22 15,-2-2-29-15,-2-1 31 16,-3 0 58-16,-4 2 104 0,-4 8 16 16,-5 5 47-16,0 7 114 15,-3 5-20 1,4 4-47-16,-4 0-23 0,0 0-13 15,0 4-31-15,0 14-27 16,0 8 40-16,0 1-26 16,-4 1-7-16,1 0 5 15,3 0 4-15,0-1 10 16,0 1-5-16,0-1-15 16,12-4-7-16,4-3-4 15,2-9 17-15,2-7-19 16,0-4-8-16,4 0 3 15,3-2-4-15,3-14 6 16,-2-5-4-16,-4-5-2 16,-1-2 2-16,-7-1-3 15,-6-4 1-15,-5-1-2 0,-5-1 2 16,0 1 1-16,-11 0 1 16,-9 6-1-16,-7 8 0 15,-5 7-2-15,-3 8 0 16,-3 5-1-16,4 0 2 15,4 0-1-15,11 1-1 16,5 6 2-16,4 0 0 16,10 0-3-16,0 0-1 15,0-1 1-15,0 1-1 16,15-3-4-16,5-4 7 16,5 0 0-16,6 0 1 0,3-4-1 15,2-6-3 1,-2-3 2-16,-1 1-4 15,4 0-1-15,-2 3 6 0,-2 2 1 16,-7 4 0-16,-3 3 0 16,-8 0 0-16,-2 8-1 15,-4 13-2-15,-1 7 0 16,-4 5 3-16,0 2 5 16,-2-1 3-16,-2 0-4 15,0-3 0-15,1-4 2 16,-1-6-3-16,3-6-2 15,-1-5-2-15,1-7 1 16,1-3 0-16,4 0-6 0,5-3-4 16,2-15-11-16,3-6 13 15,-1-6-16-15,-1-2-14 16,-1-3 8-16,0 3 16 16,-5 5 5-16,-2 7 9 15,-3 6 2-15,-2 8 0 16,-3 3 9-16,0 3 13 15,0 0-6-15,0 9-18 16,0 11 5-16,0 3 6 16,0 2 10-16,0 1-12 15,0-2-3-15,2-2 0 16,9-3 1-16,3-5 12 16,1-1-9-16,5-6-7 15,-1-4 3-15,2-3-4 0,-2 0 5 16,-2-1-5-1,1-14 0-15,-5-3 1 0,-4-2-1 16,-5-2-2-16,-4-5-3 16,0-3 3-16,-10 2-3 15,-11 1-1-15,-1 7-5 16,-5 7-7-16,8 6 7 16,-1 5-5-16,7-1-3 15,8 1-9-15,4 1 3 16,1 1 16-16,0-1-5 15,0-1-7-15,16-2 4 16,2 0 15-16,6 0 6 16,7 1-3-16,2 3 4 0,3 0-2 15,6 0 5-15,-5 8-3 16,-1 10-4-16,-5 6 4 16,-6 2 6-16,-6 1-4 15,-6-2 8-15,-6-2-6 16,-5-1-3-16,-2-3-7 15,0-4-2-15,-9-2-5 16,-4-6-32-16,-1-3-3 16,3-4-5-16,-2 0 42 15,3-8-53-15,4-14 46 0,4-4 8 16,2-10-7 0,2-5 9-16,19-4 1 15,7 0 1-15,3 7 1 0,2 10 3 16,-1 10 2-16,-6 12 3 15,-3 6 7-15,-3 0 7 16,-3 21-7-16,-1 11 16 16,-5 8 12-16,-5 5 0 15,-6 3-9-15,0-3-26 16,-3 2-4-16,-12-5-6 16,-3 0 0-16,0-3-113 15,11-34-63-15,2-2-220 16</inkml:trace>
  <inkml:trace contextRef="#ctx0" brushRef="#br0" timeOffset="-157140.67">12729 7298 502 0,'0'0'113'0,"0"0"-94"15,0 0 45-15,0 0-47 0,0 0-1 16,0 0 7-16,0 0-5 16,-40 44 0-16,40-40 1 15,0-4 10-15,6 0 14 16,4 0-4-16,-1-1 8 16,-2-9 1-16,-2 3-18 15,-4-2 2-15,-1 2 0 16,0 0 6-16,0 0-5 15,-4 4-19-15,-4 2-14 16,4 1-25-16,1 0-65 16,1 0-33-16,2 0-95 15,0 0-391-15</inkml:trace>
  <inkml:trace contextRef="#ctx0" brushRef="#br0" timeOffset="-155054.79">12712 7305 344 0,'0'0'185'0,"0"0"-181"0,0 0 20 15,0 0 12-15,0 0 5 16,0 0 7-16,0 0 4 15,27 17-2-15,-24-23 3 16,-1-1-14-16,-2 0-2 16,0 0 6-16,0-2 4 15,0 1-4-15,-5 0-11 16,-5 2-3-16,2 3-8 16,2 3-7-16,-1 0-14 15,-3 0-5-15,1 7-2 16,2 6-52-16,4 1-93 15,3-8-59-15,0-5-294 16</inkml:trace>
  <inkml:trace contextRef="#ctx0" brushRef="#br0" timeOffset="-147197.08">13949 7006 808 0,'0'0'162'0,"0"0"-122"16,0 0 100-16,0 0-54 0,0 0-54 15,0 0-4 1,0 0-4-16,0 0-13 16,0 0 39-16,-6 106-11 15,8-64-18-15,-1 2 1 16,4 3-8-16,-2-3-1 0,-2 0-4 15,2-4 1-15,-3-6-6 16,2-6 4-16,-2-4-5 16,0-6-2-16,0-4-1 15,0-1 0-15,0-4-1 16,0-4 1-16,0-3-20 16,0-2-16-16,-6 0-25 15,-5-3-76-15,-2-14-89 16,10 6-25-16,-2-1-171 15</inkml:trace>
  <inkml:trace contextRef="#ctx0" brushRef="#br0" timeOffset="-146953.93">13703 6959 714 0,'0'0'90'0,"0"0"19"15,-3-73-20-15,11 53-36 16,11 2-11-16,6-1-4 16,6 5-12-16,4 3-1 15,-2 6-11-15,-5 3-10 0,-5 2-4 16,-4 0-1 0,-5 17-28-16,-7 7-47 0,-7 4-45 15,0-14-106-15,-5 2-128 16</inkml:trace>
  <inkml:trace contextRef="#ctx0" brushRef="#br0" timeOffset="-146708.66">13745 7298 415 0,'-30'83'121'16,"23"-29"12"-16,4-5 16 16,3-4-37-16,0-5-20 15,19-7-6-15,11-7 6 16,7-3-11-16,9-8-8 0,8-3-21 15,4-7-17 1,-3-3-11-16,-5-2-3 0,-7 0-7 16,-12 0-9-16,-7-7-5 15,-7 0 3-15,-5-2-6 16,-4-1-1-16,-3-1-29 16,-2-3-48-16,-3-3-108 15,0 9-112-15,0-1-535 16</inkml:trace>
  <inkml:trace contextRef="#ctx0" brushRef="#br0" timeOffset="-145080.95">14543 7456 754 0,'0'0'122'15,"0"0"-68"-15,0 0 36 16,0 0-48-16,0 0-8 16,19-83-1-16,-19 67-6 15,0-1-5-15,-7-1 0 16,-8 1 1-16,0 3 0 0,-4 4 1 16,4 4-3-16,-5 6-5 15,1 0 0 1,1 0-10-16,-1 13-6 0,0 8 1 15,3 8 1-15,4-2-2 16,4 6-2-16,3 1-1 16,5 0 3-16,0 1-1 15,0-4 1-15,6-4 0 16,10-6 1-16,1-5-1 16,2-8 0-16,0-4 0 15,0-4 2-15,1 0 3 16,3-5-1-16,-4-15 8 15,4-4-5-15,-3-6-2 0,-2-6-4 16,-1-5 3 0,-5-4-2-16,-3-5 2 0,-4-2-3 15,-5-7 0 1,0-2 1-16,0 7-2 0,0 9 0 16,-7 17 3-16,0 13-3 15,1 9 4-15,0 6 0 16,1 0 1-16,-2 1-5 15,-1 19-2-15,-1 8-1 16,3 9 0-16,1 5 3 16,5 3-2-16,0 1 2 15,0-3 0-15,0-2 0 16,0-3 0-16,11 1 1 16,0-3-3-16,1-3 3 15,0-5-3-15,0-4 1 16,4-4-4-16,5-6-20 0,0-4-28 15,3-5-6-15,1-2-5 16,0-3 10-16,-5 0-2 16,4 0 2-16,-5-1 29 15,-2-11 8-15,-1 0 17 16,-4-4 1-16,1-2 2 16,-2-3 0-16,-4 0 3 15,-1-4 0-15,0 0 3 16,-6 0 4-16,0-1-2 15,0 3 9-15,0 5 6 0,-4 6 15 16,-5 3-2-16,0 7-7 16,-3 2-6-1,0 0-14-15,0 8-12 0,-3 13-8 16,4 3 8-16,7 3-2 16,1 1-2-16,3 1 3 15,0 0-1-15,1-2 1 16,12-4 1-16,3-3 2 15,2-5 3-15,0-7-4 16,0-4 3-16,3-4 0 16,-2 0-2-16,-1 0 0 15,1-17 4-15,-4-3-3 16,-2-3 2-16,0-5-1 16,-3-1 0-16,-3-1-3 15,-1 4 5-15,-1 3-6 0,-4 9 2 16,1 5 1-16,-1 8 10 15,1 1-5-15,1 0-8 16,4 10 0-16,-1 11 0 16,3 8 4-16,-1 0 2 15,0 4-2-15,2-2-3 16,-4-3 1-16,1-4-1 16,-1-6 0-16,-3-6-1 15,0-7 2-15,0-2-2 16,-3-3 0-16,1 0 0 15,2 0 0-15,0-10 5 0,5-10-2 16,1-7-3 0,0-2-4-16,0-4-10 0,0 2-4 15,1 2 4 1,1 5 2-16,2 8 8 0,-3 6 2 16,2 6 1-16,0 4 1 15,0 0 4-15,-1 10 5 16,0 8 2-16,0 5 14 15,-3 2-7-15,-1 3-6 16,-3-1-8-16,-1-2-2 16,-1-2 0-16,-1-4-1 15,2-5-1-15,-1-6-5 16,1-3-14-16,5-5-45 16,0 0-21-16,0-5-43 15,-4-5-31-15,-1-2-142 0</inkml:trace>
  <inkml:trace contextRef="#ctx0" brushRef="#br0" timeOffset="-144781.41">15404 7149 432 0,'0'0'255'0,"0"0"-175"15,0 0 42-15,0 0-49 16,0 0-36-16,0 0-10 0,4 49 74 15,-2-9-47 1,4 3 3-16,-3 0-1 0,1-2 0 16,1 1-14-16,-1-6-9 15,4-5-11 1,3-4-5-16,2-7-8 0,1-6-4 16,3-6-4-16,1-5-1 15,1-3-1-15,4 0 1 16,0-3-2-16,3-12-9 15,-4-5-51-15,-4-1-80 16,-18 10-51-16,0 1-198 16</inkml:trace>
  <inkml:trace contextRef="#ctx0" brushRef="#br0" timeOffset="-144467.83">15448 7371 36 0,'0'0'659'0,"0"0"-625"0,0 0 52 16,0 0-9-16,0 0-36 16,0 0-14-16,38-18 17 15,-13 12-7-15,8 1-13 16,10-4-1-16,3 4 8 16,2-2 30-16,-5 4-7 15,-11 3-46-15,-8 0-3 16,-5 0 6-16,-7 4 2 0,-3 13 0 15,-1 4 8 1,-5 3 2-16,-2 0-11 0,-1 1-6 16,0-2-2-1,0-2-4-15,0-7 2 0,0-5-2 16,0-5-3-16,-1-4-65 16,1 0-59-16,0-3-35 15,0-9-148-15</inkml:trace>
  <inkml:trace contextRef="#ctx0" brushRef="#br0" timeOffset="-144321.81">15808 7200 257 0,'0'0'612'15,"0"0"-542"-15,0 0 41 16,0 0-42 0,0 0-46-16,0 0-22 15,0 0-1-15,-22-56-86 16,22 56-114-16,0 5-138 0</inkml:trace>
  <inkml:trace contextRef="#ctx0" brushRef="#br0" timeOffset="-143944.95">16135 7034 652 0,'0'0'41'15,"0"0"70"-15,0 0-11 0,0 0-25 16,0 0 0-16,0 0-16 16,4-45-23-16,-13 45-8 15,-2 6-1-15,-4 14-17 16,0 10-2-16,1 10 9 16,1 5 13-16,4 6 1 15,4 3 2-15,4 2-7 16,1 13 2-16,0 7-6 15,6 8 6-15,10-1 25 16,-2-11-13-16,-3-9-34 16,-3-11 0-16,-5-9-3 15,-3-9-3-15,0-11 5 16,0-7-4-16,0-7 0 16,-6-9-1-16,-10 0-13 15,-4-10-23-15,-4-18-77 0,13 8-219 16,0-1-254-16</inkml:trace>
  <inkml:trace contextRef="#ctx0" brushRef="#br0" timeOffset="-143266.03">15914 7562 804 0,'0'0'25'0,"0"0"1"15,0 0 4-15,99-56-21 16,-56 37 5-16,5-2 1 0,-2-2-5 15,0 2-2-15,-9 0-6 16,-7 3-1 0,-9 3 1-16,-7 3 3 0,-10 5 23 15,-1 3 23-15,-3 2 10 16,0 2 11-16,0 0 0 16,-3 3-22-16,-7 15-31 15,-4 8-4-15,2 5-6 16,3 2 2-16,3 3 2 15,3-2-2-15,3-6-4 16,0-7-2-16,2-5-5 16,10-6-3-16,7-10 2 15,2 0 1-15,6 0 0 16,1-20-3-16,1-6-8 16,-3-5-26-16,-2-4 5 0,-4 0 12 15,-1-2 20-15,-5 6 0 16,-4 10 4-1,-6 7 2-15,-2 10 15 0,-2 4 17 16,0 0 9-16,0 8-26 16,0 20-17-16,0 13 5 15,-2 11-3-15,-1 10-2 16,3 10 2-16,-1 3 18 16,-1 9-8-16,-2-4-1 15,-3 0-5-15,1-6-3 16,-2-12 0-16,0-10 1 0,0-13-2 15,0-12 3 1,2-12 4-16,2-11-5 0,-1-4 2 16,0 0 2-16,-2-17-7 15,-2-12 2-15,2-8-5 16,0-10-1-16,2-7-1 16,4-4 0-16,1-1-2 15,0 3-2-15,0 3-5 16,14 7-7-16,4 4-2 15,9 4-3-15,5 1 0 16,5 2-32-16,3 1-47 16,-3-2-80-16,-25 28-74 15,-4 1-429-15</inkml:trace>
  <inkml:trace contextRef="#ctx0" brushRef="#br0" timeOffset="-141997.84">17312 7497 813 0,'0'0'209'0,"0"0"-189"16,0 0 43-16,0 0-16 15,61-76-4-15,-50 46 14 16,1-3-11-16,-5-6-25 16,-4-6-8-16,-3-7-5 0,0-10-1 15,0-3 4-15,0 3 0 16,-4 10 2 0,-4 13 21-16,2 14-28 0,0 11 5 15,5 7 1 1,-2 4-3-16,3 2-5 0,0 1-4 15,-2 0-1-15,-1 17-8 16,2 13 5-16,1 12 4 16,0 7 2-16,0 9-2 15,0 1 3-15,10 0 0 16,7-2-3-16,3-6 2 16,5-5-2-16,4-8 1 15,3-7-1-15,-1-10 0 16,-1-11 1-16,-6-7-1 15,-2-3 1-15,-5-9 0 0,-1-14 2 16,-4-13-2-16,-1-5-1 16,-4-8-4-16,-6-7-9 15,-1-8 0-15,0 1-1 16,0 5 3-16,-8 14 8 16,-2 17 3-16,3 12 0 15,-1 9 1-15,2 6 1 16,-1 0-2-16,-2 12-11 15,0 17 4-15,1 8 5 16,3 5 2-16,5 5 2 16,0 2 3-16,0-1 2 15,7-2 2-15,6-2 1 0,5-7 2 16,-1-6-6 0,2-7-1-16,3-6-4 15,1-7 0-15,5-5 1 0,2-6 1 16,0 0 0-16,0-15-2 15,-2-8-1-15,-1-4-1 16,-5-5-2-16,-5-3-20 16,-7 0-3-16,-4 5 9 15,-6 4 13-15,0 11 4 16,0 5 0-16,0 8 8 16,0 2 5-16,-2 0 3 15,-6 13-16-15,0 10 0 16,4 1 0-16,2 2 2 15,2 1-1-15,0-3 7 0,0-1-2 16,11-5 4 0,5-1 0-16,9-4-8 0,5-6 3 15,6-4-5-15,3-3 7 16,-2 0-7-16,-2-17 5 16,-2-7-5-16,-5-6 0 15,-3-5-14-15,-6-5-9 16,-7-6-4-16,-5 2 6 15,-7 5 11-15,0 12 10 16,0 12 5-16,-8 13 3 16,-6 2 14-16,-2 8-4 15,1 18-15-15,0 6-1 0,5 3 3 16,5 1 4 0,4-4-1-16,1-1 3 0,0-4 2 15,6-6-5 1,12-6-1-16,6-6-2 0,4-5-1 15,8-4-4-15,7 0 0 16,5-7-4-16,1-11-1 16,-9-2-43-16,-11-2-93 15,-17 2-85-15,-12 11-106 16,-8 1-254-16</inkml:trace>
  <inkml:trace contextRef="#ctx0" brushRef="#br0" timeOffset="-141753.95">17152 7230 1073 0,'0'0'18'0,"0"0"-6"16,111-17 6-16,-43 2-18 16,9-2-1-16,-2 1-41 15,-49 11-145-15,-8 1-353 16</inkml:trace>
  <inkml:trace contextRef="#ctx0" brushRef="#br0" timeOffset="-138416.54">2330 9251 893 0,'0'0'95'0,"0"0"-8"16,0 0 16-16,0 0-27 16,0 0-28-16,0 0-23 15,0 0-3-15,-9 56-9 0,9 6 30 16,0 12 13-1,9 7-29-15,-3 0-10 0,3 1 5 16,3-2-7-16,-6-6-8 16,1-5 0-1,-2-14-4-15,-2-10-2 0,-2-11 1 16,1-11 0-16,-2-9-4 16,3-6 2-16,-3-5 0 15,0-3-3-15,0 0-20 16,0-7-6-16,0-20-33 15,-9-12-173-15,3 16-114 16,1 1-387-16</inkml:trace>
  <inkml:trace contextRef="#ctx0" brushRef="#br0" timeOffset="-138132.95">2263 9406 714 0,'0'0'132'0,"0"-79"-51"16,21 65-17-16,3 3-6 15,4 2-3-15,3 5-7 16,-1 4-10-16,3 0 0 16,-5 5 6-16,-4 17-7 15,-1 3-8-15,-10 6 8 16,-7 5-4-16,-6-1-21 16,0 1-4-16,-6-3 0 15,-16-5 8-15,-5-4-10 16,0-8 0-16,2-2 1 0,-1-8-1 15,8-4-5 1,3-2-1-16,5 0-15 0,7 0-30 16,3-12-57-16,3-7-73 15,10 8-119-15,2 0-339 16</inkml:trace>
  <inkml:trace contextRef="#ctx0" brushRef="#br0" timeOffset="-137716.64">2693 9354 785 0,'0'0'118'0,"0"0"-21"15,0 0-15-15,0 0-48 16,0 0 10 0,5 114-15-16,-10-67-14 0,2-4-2 15,3-3-10-15,0-9-2 16,0-9 2-16,16-4-1 15,2-7-2-15,3-7 4 16,3-4 2-16,1 0-6 16,-2-3 12-16,2-17-1 15,-1-2 16-15,-5-3-11 16,-7-4 3-16,-1 1 6 0,-6-3 1 16,-5 0-2-1,0-3-7-15,-10 6 12 16,-11 5-6-16,-6 8-10 15,-1 9-6-15,-4 6-7 0,-2 0-3 16,3 17 3-16,4 6-1 16,6-1 0-16,9-1-9 15,9-2-20-15,3-4-38 16,0-3-44-16,23-8-43 16,-10-4-93-16,2 0-205 15</inkml:trace>
  <inkml:trace contextRef="#ctx0" brushRef="#br0" timeOffset="-136284.05">3179 8932 808 0,'0'0'111'0,"0"0"-7"0,0 0-17 16,0 0-24-16,0 0-20 15,0 0-26-15,0 0-3 16,-18 30-7-16,16 9 53 15,-2 10-12-15,3 5-15 16,-1 4-9-16,1 0-5 16,1 1-8-16,0 1 0 15,0-4-2-15,1-7-2 16,12-5-6-16,1-8-1 16,2-9-4-16,1-7 2 15,4-6-28-15,1-5-13 0,6-8-51 16,5-1-14-1,1 0-24-15,2-14-8 0,-1-6-17 16,-4-1 8-16,-4-1 69 16,-2-2 68-16,-7-2 12 15,-3 1 27-15,-6 0 26 16,0-1 21-16,-3 3-21 16,-6 1 24-16,0-1-18 15,0 5-3-15,-2 2-9 16,-11 5 9-16,-2 6 3 15,-6 3 5-15,-4 2-17 16,-2 0-14-16,-3 13-26 0,2 9-7 16,2 7-1-1,2 2 1-15,5 2 1 0,7 3-1 16,6-3-1-16,6-3-1 16,0-5-2-1,0-7 4-15,6-6-1 0,9-6 1 16,6-5 0-16,1-1 2 15,1-1-5-15,4-15 6 16,-2-6 2-16,-1-4 5 16,-6-1-9-16,-2 0 4 15,-4 0-5-15,-3 5 5 16,-6 3 0-16,0 6 1 16,-3 6 2-16,0 6 20 15,0 1 13-15,0 0-6 16,0 5-29-16,0 12-1 0,0 8-3 15,0 4 8 1,0-4-9-16,0 0 1 0,3-3-1 16,11-5 4-1,0-3 4-15,3-4 1 0,4-6-10 16,1-3 2-16,3-1 1 16,-2 0-2-16,4-7 5 15,-5-11-3-15,2-3 1 16,-6-5-4-16,-5-2 0 15,-1-3 7-15,-6-2-4 16,-6 1-2-16,0 2 1 16,0 5-1-16,-10 7 0 0,-8 8-1 15,1 6-2 1,-2 4-3-16,2 0-7 0,3 0 12 16,3 10-1-16,5 1-5 15,6 1-2-15,0-2 1 16,0 0-5-16,8 2-15 15,7-2 17-15,4 2 10 16,2 2 2-16,0 3-1 16,0 6 0-16,-1 1-1 15,-1 4 1-15,-2 3 1 16,0-3-2-16,-1-2 2 16,-4-5 3-16,0-4-4 15,-3-6 1-15,-3-2-2 16,3-4-4-16,-3-2-3 15,0-3-101-15,0 0-42 0,-5 0-56 16,1-6-92 0</inkml:trace>
  <inkml:trace contextRef="#ctx0" brushRef="#br0" timeOffset="-136067.65">4043 9368 720 0,'0'0'129'16,"0"0"-53"-16,0 0 50 16,19 85-46-16,-11-53 4 0,-1-3-18 15,3-5 1-15,-2-6-17 16,-5-9-45 0,0-3 0-16,-3-3-5 0,0-3 0 15,3 0-4 1,0-4-59-16,0-16-87 0,-3 6-172 15</inkml:trace>
  <inkml:trace contextRef="#ctx0" brushRef="#br0" timeOffset="-135917.58">4080 9224 888 0,'0'0'78'0,"0"0"27"0,0 0-38 16,0 0-55-1,0 0-12-15,0 0-66 16,-27-16-105-16,27 15-245 0</inkml:trace>
  <inkml:trace contextRef="#ctx0" brushRef="#br0" timeOffset="-135661.06">4219 9127 642 0,'0'0'182'0,"0"0"-128"15,0 0 3-15,0 0 22 16,0 0 38-16,19 88-15 16,-16-49-8-16,3 3-16 15,0 2-29-15,-1 1-18 0,-1-2-7 16,3-2-9-16,-2 1-11 16,4-11-1-1,0-8-3-15,1-13-2 0,-5-7-2 16,2-3-30-16,-2-3-27 15,5-14-94-15,-4-8-55 16,-6 11-67-16,0 0-201 16</inkml:trace>
  <inkml:trace contextRef="#ctx0" brushRef="#br0" timeOffset="-135033.52">4241 9353 437 0,'0'0'182'15,"0"0"-71"-15,0 0 20 16,0 0-38-16,0 0-23 15,0 0-3-15,-33-26-3 16,41 22-48-16,7-2-10 0,15-1 9 16,1 1 2-16,6-1 1 15,5 3-1-15,-3 1 2 16,2 3 8-16,-6 0 10 16,-4 4-28-16,-4 15-8 15,-6 8 8-15,-2 4 11 16,-2 1 6-16,-2-3-8 15,-5-7-2-15,2-7-14 16,-6-6-1-16,3-6 0 16,-1-3-2-16,3 0-1 15,3-9-5-15,2-13-6 0,-1-8-17 16,3-4 2 0,-3-5-7-16,4-2-3 0,-5 4 21 15,-4 9 12-15,-2 11 5 16,-7 10 3-16,-1 7 16 15,0 0 31-15,0 6-19 16,-6 18-23-16,-4 11 1 16,1 12-4-16,-2 13 8 15,5 19 0-15,1 14 3 16,3 12 3-16,2 6 30 16,0-5-37-16,0-4 9 15,-6-12-13-15,-3-11 4 16,0-14-5-16,-6-16 2 15,0-15-6-15,0-14 2 16,2-12-3-16,-5-8 2 0,4 0-1 16,-3-8 2-1,0-19-5-15,-1-7-1 0,5-11 1 16,1-9 0-16,6-8 0 16,6-2-5-16,0 2 3 15,9 8-5-15,13 9-5 16,10 6-2-16,5 3-7 15,6 1-5-15,8-1-12 16,7 3-46-16,-37 26-56 16,-1 1-264-16</inkml:trace>
  <inkml:trace contextRef="#ctx0" brushRef="#br0" timeOffset="-133984.83">5669 9351 763 0,'0'0'156'15,"0"0"-66"-15,0 0 22 0,0 0-48 16,0 0-26-16,-82-7-17 16,67 30-1-16,-1 2-9 15,4 6-1-15,4 3 1 16,5 0-2-16,3 0-4 15,0-3-3-15,6-2 4 16,16-4-4-16,3-3 1 16,3-5 1-16,5-6 1 15,-2-7-5-15,2-4 3 16,-2 0-2-16,2-8 3 16,-6-11 5-16,-3-1-5 15,-5-4 1-15,-4-4 0 16,-6 1-3-16,-9-5 8 15,0-3 4-15,0-3 10 0,-15-2-3 16,-6 7-6-16,-3 6-1 16,0 10-10-1,-4 12-2-15,0 5 1 0,-2 5-2 16,3 20-1-16,2 8-1 16,5 3-2-16,7 0 2 15,11-1-4-15,2-5-11 16,0-8-29-16,24-5-5 15,6-9-5-15,9-8 7 16,4 0-19-16,2-8-13 16,5-13-16-16,0-7-26 15,2-5 10-15,-10-3 1 0,-2-4 64 16,-10 2 47-16,-6 0 11 16,0 1 17-1,-10 5 10-15,-6 6 37 0,-8 9-24 16,0 9 54-16,0 8 22 15,0 0 11-15,-3 8-27 16,-10 22-82-16,-2 12-11 16,0 15 12-16,4 10 4 15,5 12 4-15,6 10-8 16,0 6-11-16,8 4 13 16,16 1-13-16,2-1 0 15,1-10-3-15,-4-12-8 16,-1-12 7-16,-9-15-8 15,-5-15-5-15,-8-14 0 16,0-11-1-16,0-10-1 0,0 0-1 16,-15-6-22-16,-3-21-17 15,-3-9-43-15,-1-12-129 16,13 21-138-16,1 0-228 16</inkml:trace>
  <inkml:trace contextRef="#ctx0" brushRef="#br0" timeOffset="-133854.52">6033 9903 560 0,'0'0'284'15,"0"0"-162"-15,0 0 4 16,-3-85-57-16,34 67-26 0,10-3-16 16,9-3-10-1,8-2-17-15,5 3 0 0,6 1-28 16,-5 4-79-16,-45 15-83 16,-8-1-208-1</inkml:trace>
  <inkml:trace contextRef="#ctx0" brushRef="#br0" timeOffset="-129767.84">7541 8875 707 0,'0'0'130'0,"0"0"-35"15,0 0 22 1,0 0-61-16,0 0-2 0,0 0 4 15,0 0-31-15,0 0-6 16,-9 18 0-16,9 11 10 16,0 9 27-16,0 5-20 15,2 2-6-15,2 0-9 16,-1-3-7-16,0-2-4 16,0-7-7-16,-1-6-1 15,-2-5-4-15,0-5 2 16,0-6-1-16,0-6-1 15,0-2-2-15,0-3-18 16,0 0-25-16,-9-15-50 16,-6-10-161-16,6 9-108 15,3 2-281-15</inkml:trace>
  <inkml:trace contextRef="#ctx0" brushRef="#br0" timeOffset="-128917.95">7373 9072 469 0,'0'0'137'16,"0"0"-31"-16,0 0-1 15,0 0-31-15,0 0-12 16,0 0-48-16,19-29-5 16,14 28 6-16,9-1 9 15,7-2 3-15,0-3-3 16,-1-1-2-16,1-6-4 16,-5-1-6-16,-3-4 0 15,-10-2 1-15,-8 0-5 0,-7 0 4 16,-10-2-3-16,-4 0-4 15,-2-1 3-15,0 2 8 16,-11 1 8-16,-3 5-1 16,-3 6-2-16,2 4-7 15,2 6 14-15,-2 0 4 16,3 0-24-16,0 22-6 16,-3 10 3-16,3 9-4 15,5 9 0-15,2 3 4 16,5 3 3-16,0 4 2 15,0-5 8-15,3-4-2 16,10-8-2-16,-2-6-2 16,-3-10-5-16,2-10-7 15,-4-10 1-15,-2-7-1 0,4 0-6 16,2-2 6-16,1-16 0 16,2-7 9-1,-1-6-9-15,2-3-7 0,-3-3 1 16,-2 0 3-16,0 6-1 15,-1 8 4-15,1 7-1 16,-2 9-3-16,-2 5 3 16,1 2 1-16,4 2-8 15,-1 19 5-15,6 6 3 16,-2 4 10-16,1 1-1 16,4 1-5-16,1-1-1 15,-1-3 4-15,6-7-4 16,-6-2 0-16,6-8 0 0,-2-3 1 15,0-6-3-15,-2-3-1 16,5 0 0-16,-4-10 0 16,4-10 1-16,-5-2-1 15,1-5 0-15,-6-3-10 16,-5-2-2-16,-4 1-2 16,-6 1 7-16,0 9 7 15,0 8 0-15,-14 9 2 16,-3 4-2-16,-1 2-1 15,0 18-4-15,2 7 1 16,5 4 2-16,6 0 2 16,5-1 0-16,0-2 6 0,5-1 3 15,19-3 0 1,1-3 2-16,11-4-3 0,1-7 2 16,5-4-3-16,3-6-2 15,-3 0-1 1,-2-2-2-16,0-12-2 0,-4-4-18 15,-2-2-69-15,-26 10-183 16,-2 2-379-16</inkml:trace>
  <inkml:trace contextRef="#ctx0" brushRef="#br0" timeOffset="-128346.77">9021 9158 447 0,'0'0'378'0,"0"0"-288"16,0 0 37-16,0 0-47 16,0 0-13-16,0 0-17 15,0 0-24-15,6 41 62 16,-1-7-28-16,1 4-23 15,1 1-19-15,-4 1-2 16,0-5-7-16,-1-7-4 0,-1-5-4 16,-1-10 1-16,2-6-2 15,-1-7 0-15,1 0-17 16,1-16-33-16,-2-15-115 16,-1 10-145-16,0 0-339 15</inkml:trace>
  <inkml:trace contextRef="#ctx0" brushRef="#br0" timeOffset="-127876.77">9007 9022 732 0,'0'0'137'0,"0"0"-67"15,0 0-39 1,0 0-31-16,0 0-1 0,0 0-72 16,-5-32-49-1,24 52-3-15,4 5-18 0,-1 6 103 16,2 3 40-16,-2 0 6 15,-1 0 46-15,2 2 50 16,-4-2 8-16,-4 2-9 16,-3-4-46-16,-6-5 4 15,-3-6-28-15,0-7-4 16,-3-7-12-16,0-6-15 16,0-1 4-16,0 0 12 15,0-7-5-15,0-13-4 16,0-6-7-16,-2-3 5 0,2-1 2 15,0-3 11-15,0 2-6 16,5 5 11-16,13 1 1 16,1 7 2-16,5 5 3 15,3 6 4 1,3 6 15-16,-2 1-3 0,0 5-2 16,-1 17-8-16,-3 3 1 15,-6 6-13-15,-3 6-10 16,-8 0 4-16,-4 2-10 15,-3-1-3-15,0-4-3 16,0-3-1-16,-1-7 0 16,-4-8-31-16,5-9-41 15,0-7-72-15,0 0-72 0,0-10-252 16</inkml:trace>
  <inkml:trace contextRef="#ctx0" brushRef="#br0" timeOffset="-126499.33">9869 9317 465 0,'0'0'374'0,"0"0"-316"0,0 0 30 15,0 0-18 1,0 0-16-16,27-72-4 0,-27 57-3 16,0-2-1-1,0-2-5-15,-6 1-15 0,-8-1-6 16,-4 1-4-16,3 3-2 15,-4 4-3-15,3 6-5 16,-2 5 6-16,-2 0-2 16,1 9-10-16,1 9-2 15,0 8 1-15,6 3 1 16,3 5-1-16,6 3-2 16,3 2 2-16,0 1-1 0,0-1 2 15,9-3-1 1,9-5 1-16,0-6-1 0,1-7-2 15,-2-6-1 1,4-9 3-16,-1-3-3 0,2 0 4 16,0-19 4-16,2-8-1 15,-2-8 3-15,-4-3-2 16,0-6-3-16,-8-1-1 16,-2-3-1-16,-1-4-1 15,-7-3 2-15,0-6 1 16,0 2 0-16,0 7-1 15,0 11 2-15,-7 14 0 16,-2 13-1-16,1 8 10 16,1 6-3-16,-2 0-5 15,0 2-3-15,1 19 0 0,-2 7-4 16,4 7 4 0,3 8-1-16,3 3 0 0,0 5 1 15,0 0 0-15,2 1 3 16,11-2-1-16,-1-3 0 15,7-3 2-15,-1-9-2 16,2-6-2-16,-2-8 1 16,-2-8-2-16,5-6 1 15,-5-7-2-15,2 0 1 16,0 0-3-16,0-17 0 16,-1-9-4-16,-1-6-2 15,-4-5 4-15,-2-3-5 0,-4 0-6 16,-3 1 11-1,-3 6 5-15,0 9 1 0,0 7 0 16,0 10 5 0,0 4 3-16,0 3 5 0,0 0-8 15,0 13-5-15,-3 12 0 16,3 4 2-16,0 7 4 16,0 1 4-16,0 2 1 15,0-2 1-15,9-2-1 16,4-7 1-16,-2-5-3 15,4-6-2-15,0-8-3 0,0-3-4 16,1-5 0 0,2-1-1-16,0 0 0 15,1-2-10-15,-2-12-15 0,-4-4-15 16,-1-6-13 0,-1-1-11-16,-4-3 7 0,-1 0 19 15,-6 0 7-15,0 0 23 16,0 2 9-16,0 4 4 15,0 2 6-15,0 4 6 16,0 7 3-16,0 3 3 16,0 3 3-16,0 2 10 15,0 1 1-15,0 0-4 16,0 12-18-16,0 11-9 16,0 7 18-16,0 5 3 15,0 3 0-15,0 2-10 0,0-3-3 16,0-4-8-1,0-3-3-15,6-10 0 16,2-2-3-16,0-7 1 0,1-4-5 16,3-4-19-16,5-3-48 15,1 0-78-15,-10-4-51 16,0-6-130-16</inkml:trace>
  <inkml:trace contextRef="#ctx0" brushRef="#br0" timeOffset="-125286.55">10603 9234 605 0,'0'0'135'0,"0"0"-36"0,0 0 13 16,0 0-29-16,0 0-10 15,0 0-7-15,0-42-7 16,0 42-1-16,0 0-19 16,-11 4-29-16,-1 14 8 15,-4 8-13-15,4 5-1 16,2 2 0-16,4 3 5 16,3-1-1-16,3-2-2 15,0-5 3-15,0-6-2 16,1-4-3-16,14-6-4 0,2-6 0 15,5-6-3-15,3 0 1 16,1 0 1-16,2 0-18 16,0-6-17-16,1-3-36 15,1 1-37-15,-2 0 3 16,-6 1 2-16,-5 0-223 16,-6 1 144-16,-6 1 171 15,1-1 12-15,-4 2 98 16,-1-1 28-16,2 2-23 15,-1-1-14-15,2-3-36 0,2 0-11 16,4-3-16 0,4-3 5-16,8-1 6 0,2-4 1 15,0-3 0 1,-6-1-31-16,0-1 3 16,-6-1 14-16,-2 1 5 0,-7 2-17 15,-3 5 1 1,0 5 4-16,0 6-2 0,-15 2 10 15,-1 3-8-15,-5 0-17 16,0 3 12-16,1 13-11 16,1 5 3-16,6 6 8 15,1 4 0-15,4 2 3 16,5-1 1-16,3-2-4 16,0-3-2-16,0-6-3 15,6-4-7-15,12-3-3 16,9-3 3-16,9-4-3 0,7-4-30 15,8-3 17-15,-5 0-40 16,0-13-73 0,-4-9 4-16,-3-5 0 0,-6-3 26 15,-2-2 26-15,-7-1 56 16,-6 2 17-16,-8 3 3 16,-5 1 10-16,-2 6 5 15,-3 6 34-15,0 4 15 16,0 5 23-16,0 5-5 15,-5 1-14-15,-10 0-12 16,-4 11-34-16,-3 11-25 16,1 5 0-16,0 8-1 15,3 5 1-15,8 0 0 0,2-3 5 16,8-5 10 0,0-8-1-16,6-6 13 0,12-9 3 15,1-4-12-15,7-5-10 16,-1 0 9-16,6-14-5 15,-2-14 3-15,-3-8-9 16,0-6-2-16,-7-5-4 16,-2-3-3-16,-8-6-21 15,-6-4-15-15,-3-5 9 16,0 4 10-16,0 9 16 16,0 17 4-16,-8 14 5 15,1 12 17-15,-2 9 18 0,-3 0 0 16,-2 20-22-1,0 9-17-15,0 8-1 0,4 5 4 16,5 8 5-16,4 1 3 16,1 1 3-16,0 0 9 15,0-1 0-15,12-2 4 16,1-1-10-16,8-7-6 16,-2-5-3-16,7-10-8 15,-1-9-1-15,5-7 0 16,1-10-13-16,5 0-13 15,1-10-105-15,-22-5-114 16,-3-1-383-16</inkml:trace>
  <inkml:trace contextRef="#ctx0" brushRef="#br0" timeOffset="-124637.25">12505 9040 638 0,'0'0'119'0,"0"0"-18"16,0 0 2-16,0 0-14 15,0 0-10-15,0 0-10 16,0 0-13-16,-3 0-13 15,-2 26 5-15,-1 5-8 16,1 3-16-16,3 6-2 16,1 0-8-16,1 4-2 15,0 1 3-15,0-2-6 16,0-1 3-16,13-7-3 16,2-6-2-16,4-7-4 15,2-8-2-15,3-4-1 16,2-9-1-16,2-1-1 15,0 0 2-15,-1-15-5 0,-2-8-20 16,-5-6-25-16,-5-4-63 16,-11-5-65-16,-4 24-100 15,0 0-395-15</inkml:trace>
  <inkml:trace contextRef="#ctx0" brushRef="#br0" timeOffset="-124430.61">12478 9062 486 0,'0'0'437'0,"0"0"-386"15,0 0 61-15,0 0-65 0,0 0-34 16,0 0 18-16,104-69-6 16,-66 59-13-1,-5 3-10-15,-5 4-2 0,-7 3-33 16,-8 0-101-16,-13 0-89 15,0 0-382-15</inkml:trace>
  <inkml:trace contextRef="#ctx0" brushRef="#br0" timeOffset="-124271.2">12526 9174 635 0,'0'0'147'0,"0"0"-79"16,0 0 35-16,0 0-51 15,0 0-12-15,92 23-18 16,-48-27-13-16,2-7-9 16,-33 3-119-1,-2 2-197-15</inkml:trace>
  <inkml:trace contextRef="#ctx0" brushRef="#br0" timeOffset="-123605.11">12906 9125 723 0,'0'0'38'0,"0"0"87"15,0 83-24-15,0-50-36 0,0 2-1 16,0 0 4-16,0 1-15 16,0-7-11-16,0-3-17 15,-3-9-16-15,2-10-9 16,1-5 2-16,0-2 3 15,0 0-4-15,0-15 11 16,0-8-12-16,0-7-17 16,0-6 2-16,0-2 11 15,0-1-1-15,0-4 0 16,0 3 3-16,0 5 1 16,0 9 1-16,3 9 0 15,1 11 0-15,4 5 3 16,1 1 1-16,1 0 0 0,5 20-3 15,0 5 5 1,-1 6 0-16,0 3 5 0,0 0-4 16,1-2-1-16,-2-2 2 15,0-6-3-15,-2-9-4 16,-2-5 1-16,0-5 2 16,0-5-4-16,1 0-1 15,2-8 1-15,3-13 2 16,-2-4-2-16,1-5-9 15,0-4-19-15,-3-1-7 16,1-2-3-16,3 3 9 16,0 7 20-16,1 2 8 15,0 10 0-15,-3 6 1 16,-1 5 6-16,0 4 17 0,3 0-4 16,-3 13-3-1,1 11 30-15,-4 4-12 0,-1 6 2 16,-5 1-14-16,-3 3 2 15,0 0-11-15,0 0-6 16,0-1-1-16,-5-6-5 16,-2-6-1-16,2-9-3 15,5-6 3-15,0-6-22 16,0-4-46-16,0 0-70 16,3-1-95-16,5-12-117 0</inkml:trace>
  <inkml:trace contextRef="#ctx0" brushRef="#br0" timeOffset="-123312.2">13590 9035 664 0,'0'0'212'16,"0"0"-149"-16,0 0-16 15,0 0 28-15,0 0 17 16,10 90-18-16,-10-56 16 15,0 4-22-15,0 0-18 16,-6 2-14-16,2 4-9 16,-2-6-8-16,0-3-11 15,1-5-8-15,1-12 3 16,4-4-3-16,0-5-2 0,0-5-18 16,0-4-9-16,0 0-22 15,0-18-123 1,6-12 26-16,-3 13-114 0,-3 0-408 15</inkml:trace>
  <inkml:trace contextRef="#ctx0" brushRef="#br0" timeOffset="-123120.89">13570 9100 363 0,'0'0'446'16,"0"0"-338"-16,0 0-20 0,0 0-19 15,37-72-21 1,-14 63-7-16,4 3-15 0,4 0 0 15,5 3-16-15,-5 3-7 16,-5 0-3-16,-8 0-5 16,-11 9-31-16,-7 9-63 15,0 4-48-15,-10-10-109 16,-8-2-297-16</inkml:trace>
  <inkml:trace contextRef="#ctx0" brushRef="#br0" timeOffset="-122955.45">13567 9251 733 0,'0'0'57'0,"0"0"83"16,0 0-58-16,0 0 4 15,99-4-13-15,-59-8-40 0,4 1-17 16,2-2-14 0,0 5-2-16,-3 2-27 0,-6 2-33 15,-31 4-128-15,-6 0-372 16</inkml:trace>
  <inkml:trace contextRef="#ctx0" brushRef="#br0" timeOffset="-119972.7">14967 9128 765 0,'0'0'84'0,"0"0"-19"15,0 0 6-15,0 0-35 16,0 0 8-16,17-72-5 15,-17 59-13-15,-13 1 5 16,1-2 10-16,-4 3-14 16,2 2-2-16,0 2-2 0,0 4-13 15,-4 2-9-15,0 1 9 16,-4 0-9 0,-2 7-2-16,0 10 1 0,5 4-2 15,1 4 0 1,3 4 1-16,3-1-1 0,5 1 2 15,4 0-1-15,3-6 2 16,0 1 3-16,0-4 1 16,13-4-4-16,6-5 0 15,2-5 0-15,2-5 0 16,2-1 0-16,2 0 3 16,-2-9 2-16,-1-11-1 15,-3-5-2-15,0-1 1 16,-5-5-2-16,-5-1 0 0,-4 2 3 15,-4 0-4-15,-3 9 3 16,0 6 0 0,0 8 6-16,0 7 9 0,0 0 15 15,0 0-11-15,-1 17-17 16,-5 12-4-16,1 6 3 16,5 2-1-16,0-2 0 15,0 0 0-15,0-4-2 16,11-2 3-16,5-6 0 15,2-4-3-15,1-8-1 16,4-2-1-16,-2-9 0 16,4 0-1-16,0 0-9 0,1-16-23 15,-1-8-52 1,-4-3-48-16,0-5 3 0,-6-4-57 16,-3-1-25-1,-8-6-27-15,-2 1 68 0,-2-2 146 16,0 5 25-16,0 6 118 15,-2 8 21-15,-5 9-8 16,1 8-13-16,0 4 11 16,3 4-18-16,1 0-21 15,-1 0-16-15,-1 5-31 16,1 15-20-16,-2 7 24 16,2 5 21-16,3 5-19 0,0 4-10 15,0-2-8 1,0-2-5-16,11-3-6 0,1-6-5 15,3-4-7 1,-2-4-3-16,4-6-5 0,-1-4 0 16,3-5-3-16,4-5 1 15,-4 0-14-15,2-5-29 16,-3-15-90-16,-17 9-126 16,-1-1-230-16</inkml:trace>
  <inkml:trace contextRef="#ctx0" brushRef="#br0" timeOffset="-119824.45">15253 9097 841 0,'0'0'90'0,"0"0"-40"16,0 0 30-16,0 0-70 0,0 0-4 16,88-34-3-16,-42 21-3 15,4-2-8-15,-29 6-181 16,-1 1-257-16</inkml:trace>
  <inkml:trace contextRef="#ctx0" brushRef="#br0" timeOffset="-118521.99">16438 8767 834 0,'0'0'85'15,"0"0"-18"-15,0 0 63 16,0 0-48-16,0 0-12 15,0 0-17-15,3-4-31 16,-3 45 11-16,0 11 30 16,0 5-34-16,0 0-9 15,0 2 2-15,1-2-10 16,4-6-1-16,-2-7-4 16,-2-10-7-16,1-8 0 0,-2-7 0 15,1-10 0 1,1-4-7-16,-2-5-26 15,0 0-30-15,0-17-60 0,-8-9-67 16,-7-1-135-16,-6-3-59 16,-2-3 130-16,-3 2 252 15,2 6 2-15,5 3 133 16,3 7 15-16,7 6 35 16,4 3-25-16,5 2-46 15,0 0-42-15,0 0-20 16,19-3-25-16,7 0-24 15,7 0 7-15,7-1 5 16,3-1 6-16,8-4 4 16,2-4-5-16,0-4 8 15,-1-3-13-15,-8-1 3 16,-12-1-12-16,-6-2 0 0,-12 0-1 16,-11-3 3-16,-3 1 3 15,0 2 20 1,0 7-1-16,-7 5-3 0,-5 6-7 15,2 6 7-15,2 4 3 16,-2 0-15-16,1 0 6 16,0 20-16-16,-3 10-1 15,1 9-1-15,2 8 2 16,5 3 2-16,1 7 5 16,3-2 6-16,0 0-4 0,0-1-2 15,9-9-6 1,1-7 6-16,1-10-10 0,2-10 2 15,-1-7-2-15,4-5 0 16,-2-6-1 0,4 0-2-16,2 0-2 0,-1-17-4 15,0-2-2-15,-2-7 0 16,-4-4-19-16,-1-2 2 16,-5-2-3-16,1 4 5 15,-4 10 24-15,-2 7 2 16,-2 9 1-16,1 4 2 15,-1 0 7-15,2 5-10 16,1 18 8-16,0 3-3 16,0 6 22-16,3-3-19 0,2-1-8 15,3-5 4-15,1-6-2 16,4-4-2 0,0-8 2-16,0-3-3 0,4-2 1 15,2 0-5-15,1-11 1 16,3-11-29-16,-4-2-11 15,-2-4-1-15,-4-3-7 16,-4 1 3-16,-3 3 14 16,-3 8 22-16,-2 8 13 15,-2 8 9-15,-2 3 19 16,0 0 33-16,0 4-25 16,0 16-35-16,0 3 26 15,0 4-12-15,0-2-1 16,0-4-10-16,0-3-2 15,3-7-2-15,3-1 0 0,1-8-32 16,3-2-57-16,3 0-50 16,-10-2-61-16,1-9-228 15</inkml:trace>
  <inkml:trace contextRef="#ctx0" brushRef="#br0" timeOffset="-118392.08">17257 8863 701 0,'0'0'80'0,"0"0"30"16,0 0-70-16,0 0-40 0,0 0-56 16,0 0-135-1,-8-10-154-15</inkml:trace>
  <inkml:trace contextRef="#ctx0" brushRef="#br0" timeOffset="-118011.7">17442 8994 712 0,'0'0'181'16,"0"0"-108"-16,0 0 51 15,0 0-51-15,83-50-6 16,-66 34-9-16,-4-4-18 16,-5 2-12-16,-4 2-21 15,-4 5 5-15,0 6 15 0,-6 5 2 16,-17 0-18-1,-3 8-10-15,-4 14 0 0,3 5 2 16,8 4-3 0,10 0-1-16,6 0 0 0,3 0-2 15,0-2 3-15,9-5 3 16,6-3 1-16,0-5 2 16,-3-3 0-16,-2-3-1 15,-4-3 0-15,-4-4 19 16,-2-1-18-16,0-2-6 15,-20 0 4-15,2 0 3 16,0 0-7-16,6 0-14 16,5 0-23-16,4 0-68 15,3 0-125-15,0 0-135 0</inkml:trace>
  <inkml:trace contextRef="#ctx0" brushRef="#br0" timeOffset="-116622.53">2797 11368 744 0,'0'0'187'0,"0"0"-112"16,0 0 10-16,0 0-37 16,0 0-15-16,0 0 11 15,-5 76 39-15,5-37-38 16,0 7-13-16,0-2-6 16,2 2-2-16,1-3-4 15,0-6-10-15,0-8-3 16,0-10-1-16,-3-9-4 0,3-4 0 15,-3-4 1 1,0-2-6-16,3 0 2 0,-3-8-24 16,3-19-73-16,-3-5-98 15,0-8-64-15,0 22-108 16,0 3-109-16</inkml:trace>
  <inkml:trace contextRef="#ctx0" brushRef="#br0" timeOffset="-116511.8">2767 11401 215 0,'0'0'212'0,"-25"-72"-25"15,19 64-112-15,3 2 35 16,1 2-27-16,2 3-63 16,0-1-20-16,0 2-42 15,0 0-111-15,0 0-134 0</inkml:trace>
  <inkml:trace contextRef="#ctx0" brushRef="#br0" timeOffset="-115734.4">2994 11582 451 0,'0'0'140'0,"25"87"-27"16,-20-55-11-16,-4-5-53 16,-1-5 23-16,0-8-24 15,0-4-17-15,0-4-4 0,0-5-8 16,0-1-6-16,-4 0 15 15,-4 0 26 1,-3-13 0-16,0-5-34 0,2-6-13 16,0-6 1-16,3-2 0 15,3 0-2-15,0 0 0 16,3 4-4-16,0 6-2 16,2 3 0-16,15 4-1 15,3 2-2-15,4 2 3 16,1 4 3-16,2 2 4 15,-2 5-3-15,-2 0 1 16,4 5 4-16,-2 14-3 0,-3 8 2 16,-1 6 1-1,-4 5 13-15,-3 3-8 0,-3-2 5 16,-5 0-6-16,0-6-4 16,-1-9-3-16,0-5 2 15,-2-9-7-15,-1-7 0 16,-1-3-1-16,2 0 0 15,2 0-2-15,7-3-2 16,4-14-16-16,6-8 13 16,0-3 0-16,0-4-6 15,0-4 1-15,-5-1 2 16,-1-5 0-16,-4 0 4 16,0-2-7-16,-6 1 7 15,-3 2 3-15,-3 8 3 0,0 12 1 16,0 11-1-16,0 9 8 15,0 1 18-15,0 4-1 16,0 20-25-16,0 7-5 16,0 6 3-16,1 2 1 15,13 0 1-15,8 1 0 16,-1 0 6-16,7-2 0 16,-4-4 7-16,-3-6 7 15,-5-2-3-15,-8-11 0 16,-2-4-1-16,-6-5-1 15,0-2-5-15,0 0-4 16,-3 2-1-16,-12-3-1 16,-6 0-4-16,-1-3 0 15,2 0-26-15,4 0-29 16,7-16-79-16,9 8-121 0,0-4-226 16</inkml:trace>
  <inkml:trace contextRef="#ctx0" brushRef="#br0" timeOffset="-115446.25">3697 11318 636 0,'0'0'231'15,"0"0"-157"-15,0 0-20 0,0 0-26 16,0 0 63-16,0 0 2 15,42 105-29 1,-31-66-19-16,0 3-6 0,-2 1-9 16,1-1-1-16,-2 1-6 15,-2-7-6-15,-2-5-14 16,-1-8 1-16,0-9-4 16,0-8-3-16,-3-6-36 15,0 0-77-15,0-9-81 16,0-5-15-16,0 0-386 15</inkml:trace>
  <inkml:trace contextRef="#ctx0" brushRef="#br0" timeOffset="-114390.52">3750 11580 485 0,'0'0'132'16,"0"0"-42"-16,0 0-16 0,0 0-58 16,0 0-16-16,0 0 16 15,0 0 1-15,91-27 4 16,-50 20-4-16,6-2 0 15,4-2 20-15,1-1 28 16,-7-1-14-16,-3 1-39 16,-11-1 1-16,-7 2 5 15,-12 3-4-15,-6-1 0 16,-6 5-3-16,0 0 11 0,0-1 14 16,-9 3-7-1,-9 0-7-15,-3 2-22 0,-3 0 3 16,-1 4-3-16,0 14 5 15,1 1-5-15,3 6 0 16,0 4-2-16,6 3-1 16,3 3-1-16,9 2 1 15,3-2-1-15,0-2 4 16,0-5 0-16,9-8 6 16,9-6-4-16,3-4 1 15,0-9 7-15,3-1-8 16,1 0-1-16,2-16 4 15,-2-7-1-15,2-5-4 16,-3-5-3-16,-2 1-11 16,-5-2-1-16,-5 4 7 15,-6 2 8-15,-3 4 1 16,-2 5 4-16,-1 8-3 0,0 5 8 16,0 6 18-1,0 0 10-15,0 0-17 0,0 14-21 16,0 9-7-16,0 6 7 15,0 0 3-15,0 4-1 16,0-1-1-16,0-3-1 16,0 1 2-16,5-1-2 15,8-7 0-15,-1-6 3 16,3-8 19-16,-8-7-15 16,-1-1-5-16,-1 0-2 15,1-12 1-15,4-10 3 0,2-5 7 16,1-8-11-16,-2 0 0 15,3-1-3-15,2 1 2 16,-1 9-1-16,3 6-2 16,-1 7 4-16,0 6-3 15,1 3-1-15,0 4 4 16,1 0-4-16,-2 4 3 16,2 13-1-16,-4 5 2 15,0 1 2-15,-6 4 0 16,4 0 6-16,-5-3-5 15,-2-4-1-15,-3-6 4 16,0-4-5-16,-3-7 3 0,1-3-3 16,-1 0 3-1,0 0-2-15,0-5 6 0,0-16-7 16,0-7-1-16,2-7-11 16,3-1-1-16,0 3 0 15,4 1-7-15,-1 10 3 16,0 11 8-16,0 5 8 15,-1 6-5-15,1 0-1 16,2 4 5-16,4 16 1 16,-1 5 20-16,-1 5-3 15,-3 5-3-15,6 7 1 16,-6-3 4-16,0-1-12 0,-2-7-4 16,-1-7-3-1,3-7 0-15,-1-9 0 0,2-3-7 16,-1-5-24-1,5 0-39-15,2-19-24 0,-1-8-18 16,1-8-5-16,-2-6-18 16,-11 20-75-16,1 2-127 15</inkml:trace>
  <inkml:trace contextRef="#ctx0" brushRef="#br0" timeOffset="-114124.64">4965 11366 96 0,'0'0'429'16,"0"0"-286"-16,0 0 0 15,0 0-34-15,0 0-27 16,0 0-28-16,3 14 13 16,-3 16-14-16,0 1-4 15,0 4-1-15,0 6-10 0,0 2 11 16,0 3-11-16,7 1 16 16,5-2-37-16,2-3-3 15,5-9-3-15,0-6-5 16,1-13-6-16,-2-7 0 15,1-7 0-15,5 0-4 16,-2-6-4-16,-1-15-26 16,-6-3-29-16,-9-4-87 15,-6 14-66-15,0-2-200 16</inkml:trace>
  <inkml:trace contextRef="#ctx0" brushRef="#br0" timeOffset="-113941.96">4981 11598 869 0,'0'0'71'0,"0"0"-15"16,0 0-2-16,0 0 5 15,88-25 11-15,-46 14-16 16,0-1-16-16,1-1-14 16,-7 2-19-16,-6 2-5 15,-4 2-6-15,-7 3-100 16,-19 4-57-16,0 0-179 15</inkml:trace>
  <inkml:trace contextRef="#ctx0" brushRef="#br0" timeOffset="-106583.87">6506 11285 769 0,'0'0'106'0,"0"0"-8"16,0 0-7-16,0 0-26 15,0 0 3-15,0 0 0 16,0 0-18-16,-9-7-26 16,9 27-6-16,0 10 11 15,0 4 6-15,0 2-13 16,0 1 1-16,6-1-13 0,0-4 2 15,1-2-4-15,-1-6-2 16,-3-6-1-16,0-5 1 16,-1-5-4-16,-1-5-1 15,-1-2-1-15,2-1-3 16,-2 0 2-16,0-4-34 16,0-17-54-16,0-7-134 15,0 14-143-15,0 0-313 16</inkml:trace>
  <inkml:trace contextRef="#ctx0" brushRef="#br0" timeOffset="-106458.31">6436 11226 532 0,'0'0'78'0,"0"0"-16"16,0 0-4 0,0 0-52-16,0 0-6 0,0 0-77 15,-6-36-93-15,13 36-60 16</inkml:trace>
  <inkml:trace contextRef="#ctx0" brushRef="#br0" timeOffset="-106093.72">6636 11400 255 0,'0'0'82'0,"0"0"7"16,60 86 10-16,-53-73-21 16,-6-9-32-16,-1-1 2 15,0-3-14-15,0 0 1 16,0 0 17-16,0-7 23 15,-1-10-46-15,-5-3-16 0,2-2 20 16,2-3 1-16,2 0 22 16,0 0-19-16,0 1-5 15,10 1-8-15,5 3 2 16,6 5-9-16,0 4 9 16,5 4 9-16,2 4 10 15,2 3-8-15,3 0-16 16,-2 14-8-16,0 8 6 15,-7 7-4-15,1 2-3 16,-11 1-10-16,-4 2 2 16,-7-3-1-16,-3 0-2 15,0-4-1-15,0-3-1 16,-3-3-29-16,0-7-46 0,3-6-42 16,0-8-51-16,0 0-171 15</inkml:trace>
  <inkml:trace contextRef="#ctx0" brushRef="#br0" timeOffset="-104992.68">8052 11179 866 0,'0'0'73'16,"0"0"32"-16,0 0-16 15,0 0-5-15,0 0 3 16,0 0-25-16,-5-13-34 16,-10 39-14-16,-3 7 1 15,2 8-3-15,1 5 4 16,3 1-5-16,4-1-4 15,4-4 2-15,4-9-6 16,0-6-3-16,3-7-1 16,12-7-1-16,7-7-2 15,5-6-3-15,6 0-10 16,4-15-3-16,-1-7-18 16,-6-2-11-16,-2-4-4 0,-7-1 14 15,-7-1 21-15,-7 3 16 16,-4 2 2-16,-3 8 4 15,0 7 3-15,0 6 16 16,0 4 21-16,0 0-2 16,-3 2-12-16,-4 15-21 15,-1 7-9-15,-1 3 1 16,5 1-1-16,4 2-1 16,0-5-1-16,0-3 1 15,13-3 0-15,5-7-1 16,3-2 2-16,6-5-1 0,-2-5 2 15,0 0 0 1,1-5 2-16,1-12 3 16,-3-4 0-16,-4-3-1 0,-4 0-2 15,-6-3 5-15,-6-1 0 16,-4 0 0-16,0-2 5 16,-4 1 1-16,-17 1-1 15,-1 3-1-15,-5 8-2 16,0 7-10-16,-3 9 2 15,-4 1-1-15,3 0-1 16,1 13-1-16,4 5-3 16,11 1-35-16,9-2-31 0,6-3-47 15,0-6-64-15,6-8-29 16,9 0-190-16</inkml:trace>
  <inkml:trace contextRef="#ctx0" brushRef="#br0" timeOffset="-104730.95">8637 11190 892 0,'0'0'43'0,"0"0"41"15,0 0 26-15,22 88-12 0,-19-54-25 16,0 5-8-16,0-1-21 15,-3-6-21-15,4-5-9 16,-4-7-8-16,3-8-4 16,-3-6-1-16,2-3-1 15,-1-3-5-15,4 0-37 16,-2-18-91-16,-2 2-103 16,1 1-295-16</inkml:trace>
  <inkml:trace contextRef="#ctx0" brushRef="#br0" timeOffset="-104587.03">8642 11070 866 0,'0'0'94'15,"0"0"9"1,0 0-41-16,0 0-62 0,0 0-1 16,0 0-115-16,-25-45-126 15,25 44-442-15</inkml:trace>
  <inkml:trace contextRef="#ctx0" brushRef="#br0" timeOffset="-104329.17">8826 10903 707 0,'0'0'95'0,"0"0"-13"16,0 0-34-16,0 0 72 0,76 106-1 15,-64-54 5 1,-3 4-35-16,-2 3-32 0,-4 0-20 15,-3 0-13-15,0-2-10 16,0-10-10-16,0-5-2 16,0-13-2-16,0-9 1 15,0-8-1-15,0-4-10 16,0-7-14-16,8-1-27 16,16 0-94-16,7-1-59 15,-15-9-177-15,1 1-282 16</inkml:trace>
  <inkml:trace contextRef="#ctx0" brushRef="#br0" timeOffset="-103557.65">9696 11263 725 0,'0'0'164'0,"0"0"-122"15,0 0 31-15,0 0-4 16,0 0-14-16,83-52-1 16,-66 28-10-16,-1 0-11 15,-4-3-6-15,-3-1-14 16,-3-2-7-16,-6 1 3 15,0 2-4-15,0 6-3 16,-6 7 2-16,-9 11 2 16,-4 3 1-16,-5 8 6 15,1 19-12-15,1 8 0 16,10 5-1-16,5-1-4 16,7 2 3-16,3 0 1 15,22-1-1-15,6-1 1 16,7-1 0-16,0-4 2 0,-2-4 3 15,-6-6 5 1,-8-6 3-16,-7-3 5 0,-7-6-2 16,-5 0 4-16,-3-5 3 15,0 0-12-15,-15 2-7 16,-10-2 9-16,-5-3-10 16,1 1-2-16,3-2-1 15,4 0-19-15,6-2-26 16,9-12-58-16,5-4-113 15,2 7-80-15,0-1-435 16</inkml:trace>
  <inkml:trace contextRef="#ctx0" brushRef="#br0" timeOffset="-103333.77">10106 11208 32 0,'0'0'775'0,"0"0"-716"16,31 78 75-16,-26-45-40 16,-2 0-32-16,1-5-9 15,-4-7-16-15,0-4-17 16,0-7-15-16,0-5-2 16,0-5-3-16,0 0-57 15,0-16-53-15,0 2-135 16,0-3-492-16</inkml:trace>
  <inkml:trace contextRef="#ctx0" brushRef="#br0" timeOffset="-103210.15">10127 11084 493 0,'0'0'220'0,"0"0"-120"16,0 0 8-16,0 0-82 16,0 0-26-16,0 0-22 15,-13-41-112-15,17 49-140 16</inkml:trace>
  <inkml:trace contextRef="#ctx0" brushRef="#br0" timeOffset="-102095.64">10482 11177 807 0,'0'0'68'15,"0"0"33"-15,0 0-11 16,0 0-39-16,0 0 6 15,0 0-2-15,25-51-7 16,-37 47-12-16,-4 1-17 16,-2 3-10-16,-1 0 3 15,-2 0-10-15,0 14-2 16,3 6-1-16,0 4-2 16,3 3 2-16,5 4-1 15,1-3 1-15,6 2 0 16,3-5 1-16,0-2 2 0,0-3 1 15,3-5 1-15,12-2 0 16,-2-6-3-16,5-5 4 16,1-2-5-16,2 0 1 15,2-1 4-15,0-14 2 16,0-6-7-16,2-6 4 16,2-3 1-16,-6-4-5 15,3-3 0-15,-5 0 0 16,-4-7 0-16,-3-4-2 15,-7-1-5-15,-5 2 4 16,0 4 3-16,0 10-1 16,-2 9 1-16,-7 7 4 15,-4 7 3-15,5 4 8 0,-1 2 3 16,5 4-8-16,-4 0-7 16,1 0 2-16,0 1-3 15,-3 18-4-15,4 3-1 16,-1 8 3-16,1 4 3 15,3 6-1-15,-1 0 1 16,4 3-1-16,0 0-2 16,0 0 0-16,0-4 0 15,0-2 0-15,6-5 0 16,4-4 0-16,2-5 0 16,2-6 0-16,0-3-4 15,3-5-1-15,1-4-3 0,2-3-7 16,2-2 3-1,3 0-1-15,0 0-3 16,3-9 0-16,1-5 14 0,1-3-9 16,-1-1 11-16,0-5-2 15,-5-2 2-15,1-3 0 16,-4-4 2-16,-7 2-1 16,-6-2 1-16,-5 1 0 15,-3 5 4-15,0 4 0 16,-3 4 5-16,-11 4 5 15,-3 5 3-15,1 7-7 16,2 2 3-16,-1 0-12 16,2 11-3-16,-2 10-4 15,3 8 1-15,2 4 2 0,7 1 0 16,3 1 0-16,0-2 0 16,0-6-2-1,7-3 3-15,11-5-1 0,4-5-4 16,4-5 4-16,0-8 0 15,3-1 0-15,-2-5 1 16,4-17 0-16,1-4-3 16,-1-5-3-16,-1-2-10 15,0 2-8-15,-2 4 9 16,-3 6 5-16,-4 10 10 16,-1 8 0-16,-3 3 0 15,-3 0 8-15,4 13-1 16,-5 9 1-16,2 5 6 0,-4 1 3 15,-4 5-3-15,-4 0-6 16,-3-1-3-16,0-1-4 16,-6-4 1-16,-12-6-1 15,-1-3-1-15,-1-5-3 16,2-6-42-16,5-4-108 16,4-3 16-16,9 0-145 15</inkml:trace>
  <inkml:trace contextRef="#ctx0" brushRef="#br0" timeOffset="-101376.59">12432 10895 703 0,'0'0'160'0,"0"0"-107"16,0 0 51-16,0 0-56 15,0 0-24-15,0 0-2 16,0 0-5-16,-82-20-7 15,55 46-6-15,0 5 3 16,2 5 1-16,2 7 7 16,6 0 4-16,4 4 6 15,9-5 2-15,4-2-6 16,0-5 1-16,9-7 7 16,16-5 4-16,2-5-12 15,0-7-8-15,3-5 0 16,0-6-1-16,0 0 4 0,-5 0-2 15,-1-3-6-15,-3-5-6 16,-6 0-2-16,-2 1 0 16,-1-2-36-16,-3 2-74 15,-9 4-85-15,0 2-191 16</inkml:trace>
  <inkml:trace contextRef="#ctx0" brushRef="#br0" timeOffset="-101093.08">12712 11118 865 0,'0'0'160'0,"0"0"-92"16,0 0 37-16,0 0-63 15,0 0 2-15,2 74 36 16,1-38-31-16,3 5-16 15,0 1 2-15,3 2-19 16,-3-1-7-16,-3-4 3 16,-2-5-8-16,-1-6-4 15,0-11 2-15,0-4-2 16,0-8-8-16,0-3-32 16,0-2-63-16,3 0-130 15,-1-7-151-15</inkml:trace>
  <inkml:trace contextRef="#ctx0" brushRef="#br0" timeOffset="-99829.7">13672 11142 792 0,'0'0'112'0,"0"0"-63"15,0 0 55-15,0 0-44 16,0 0-12-16,23-89-13 16,-23 66-5-16,-14 0-10 15,-1-6-3-15,-3 2 12 16,0 4-9-16,-3 4 4 16,2 8 7-16,1 5-2 15,-3 6-3-15,0 0-15 16,1 0-8-16,-2 18-3 15,1 8 0-15,3 5 0 16,4 3-2-16,3 2 2 16,8 1 0-16,3-4-1 0,0-3 0 15,0-5 0 1,6-5 0-16,9-6 1 0,4-6-1 16,4-2-1-16,0-6-3 15,0 0 2-15,4-5 3 16,-2-11 0-16,0-6-6 15,-2-2 2-15,-5-1 1 16,-3-2 2-16,-6 0 2 16,-2 3 1-16,-1 3-1 15,0 7 2-15,-3 4 0 16,-2 7 1-16,1 2 6 16,-2 1-4-16,1 0-6 0,4 4-2 15,1 15-1 1,2 0 3-16,0 5 2 15,0-1 1-15,-2 0-2 0,0-3 0 16,6-1-1-16,-5-5 0 16,4-4 0-16,3-3 0 15,-1-4-1-15,1-3 1 16,-3 0-1-16,-2-2-1 16,1-16-3-16,1-5 0 15,-2-2 0-15,1-2 1 16,-1-3 3-16,2 5 1 15,2 6-1-15,-4 4 1 16,-2 8-3-16,-2 6 2 16,4 1 0-16,-2 0 1 15,2 17-4-15,0 8 1 16,3 3 3-16,-1 3 3 0,2 1 0 16,-1-2-1-16,0-3-2 15,0-4 1-15,-5-6-1 16,-1-10-1-16,-3-5 0 15,-1-2 1-15,-1 0 0 16,1 0 5-16,3-8-3 16,1-11-2-16,2-8 0 15,0-5-2-15,0-1-2 16,3-4 1-16,-1 5 0 16,2 5 0-16,-1 8 3 15,-2 8 0-15,-1 7 1 16,-2 4 1-16,1 0 4 0,-1 3-6 15,0 17 1 1,1 5-1-16,-4 4 3 0,1 0 0 16,-1-1-3-16,0-4-1 15,3-3-1-15,5-4-10 16,1-3-47-16,7-5-55 16,4-5-18-16,8-3-7 15,6-1 78-15,-23 0-357 16,-2 0-43-16</inkml:trace>
  <inkml:trace contextRef="#ctx0" brushRef="#br0" timeOffset="-99312.52">14653 10974 400 0,'0'0'130'0,"0"0"10"16,0 0-21-16,0 0-14 15,0 0-12-15,0 0-22 16,-22-68-36-16,-2 88-25 15,0 5-8-15,0 6-2 16,1 5-1-16,3-3 1 16,5 0-1-16,6-5 1 15,8-7-2-15,1-4 4 16,0-5-4-16,0-7 2 16,4-3 0-16,10-2 5 15,6 0 4-15,2-9 13 0,4-9 3 16,3-5-9-1,1-5-11-15,-4-3 4 0,0-5 19 16,-7-9-24-16,-7-5-2 16,-6-8 0-16,-4-7 0 15,-2 0 1-15,0 7 0 16,-6 10 0-16,-5 17-2 16,-2 14 17-16,4 10 35 15,0 7 8-15,0 3-9 16,0 22-33-16,0 14-18 15,0 6 4-15,6 7 5 16,3 4 4-16,0 1 3 0,0-2-2 16,7-6-1-1,4-6-10-15,1-10-1 0,4-7-1 16,1-8-2-16,4-4-2 16,7-5-1-16,6-5-17 15,8-4-12-15,4 0 6 16,-2 0-132-16,-31-7-154 15,-3-4-522-15</inkml:trace>
  <inkml:trace contextRef="#ctx0" brushRef="#br0" timeOffset="-98679.14">15737 10806 615 0,'0'0'69'15,"0"0"24"-15,0 0 0 16,0 0-24-16,37-88-9 16,-34 69-5-16,0-1 12 15,-3-1-13-15,0 2 3 16,0 2-12-16,-5 3-14 16,-10 6 6-16,-4 4-13 15,-3 4 1-15,-4 0-19 16,-2 14 3-16,-4 13-4 15,1 7 1-15,1 3-5 16,5 12 1-16,4 4 3 0,8 4 0 16,4-1 8-16,8-2 0 15,1-9-2-15,0-7-4 16,14-5 3-16,8-9-8 16,6-6-1-16,6-6-1 15,1-6 2-15,6-5-2 16,-1-1-27-16,2 0-58 15,-32-7-142-15,-2-3-182 16</inkml:trace>
  <inkml:trace contextRef="#ctx0" brushRef="#br0" timeOffset="-98291.87">15908 11017 901 0,'0'0'90'0,"0"0"-69"16,0 0 41-16,82-3-31 15,-59 11 18-15,-3 6 2 16,-5 4-8-16,-4 3 3 16,-8 5-3-16,-3 2-13 0,-4 3-9 15,-21-1-8 1,-3-1-11-16,-2-3 6 0,2-3-7 15,4-6 3-15,6-5-1 16,8-2 7-16,5-9 4 16,5 1-1-16,0-2-6 15,0 0-5-15,8 0-2 16,17 0 0-16,8 0 15 16,4-10-5-16,5 0-5 15,-2 0-3-15,-2 0-1 16,-4 0-1-16,-3 2-2 15,-4 1-15-15,-5-2-74 16,-20 6-144-16,-1 0-171 0</inkml:trace>
  <inkml:trace contextRef="#ctx0" brushRef="#br0" timeOffset="-98074.14">16571 10912 1227 0,'0'0'84'0,"0"0"-54"16,0 0 12-16,0 0-42 15,0 0-3-15,0 0-35 0,6-2-140 16,-6 2-248-16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7T16:44:29.1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64 10293,'0'0'4335,"3"-6"-4087,0-1-150,-2 5-42,0-1 0,1 1 0,-1-1 0,0 1 1,1-1-1,0 1 0,-1 0 0,1 0 0,3-3 0,0-9 2046,-4 4-3604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2-07T16:44:40.3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22789 17047 188 0,'0'0'67'16,"0"0"-55"-16,0 0 0 0,0 0 0 15,0 0-10 1,0 0 3-16,0 0 2 16,0 0 5-16,0-8 8 0,0 8 10 15,0 0 5-15,0 0 2 16,0 0-9-16,0 0-4 16,0 0 1-16,0 0-3 15,-2-2-8-15,2 2-9 16,0 0 3-16,0-1-5 15,0 1 6-15,0 0 6 16,0-2 7-16,0 1 7 16,0 0 0-16,-1-1-6 15,1 2-6-15,0-1-1 16,0 1 0-16,-2-2 1 0,2 2 7 16,0 0-7-16,-1 0 5 15,1-1-3-15,0 1 3 16,-2-2-6-16,2 1-1 15,0 1-7-15,-3-1 6 16,3 1-2-16,-1 0 2 16,1 0 0-16,0-2 5 15,0 2 0-15,0-1 1 16,-3 0-1-16,3 1 0 16,0-2-8-16,0 2 2 15,0 0-3-15,0 0 4 0,0 0-5 16,0 0 2-1,0 0 1-15,0 0-2 0,0 0-3 16,0 0-3-16,0 0-1 16,10 0-2-16,4 4 4 15,4 6 1-15,1 2-2 16,4 0 4-16,0 1-4 16,1 1-2-16,0 0 3 15,-1 3 0-15,-1-3 2 16,2 3 5-16,-2-1 0 15,-1-2 3-15,1 0 2 16,-2-3-6-16,-4-1-2 16,-1-1 0-16,-4-2 0 15,-1-3 0-15,-4 0 0 16,1-1 5-16,-1 0-5 16,-3-2 0-16,0 1-3 15,-1-1-3-15,0-1 0 0,-2 2-2 16,0-2 0-16,0 0 1 15,0 0 1-15,0 0-3 16,0 0-1-16,0 0-9 16,0 0-35-16,0 0-79 15,0-3-99-15,-2 0-162 16</inkml:trace>
  <inkml:trace contextRef="#ctx0" brushRef="#br0" timeOffset="764.73">23071 17012 269 0,'0'0'108'0,"0"0"-40"15,0 0 34-15,0 0-23 16,0 0-33-16,0 0 7 0,9-8 0 16,-9 8-1-16,0 0-5 15,0 0-4-15,0 0-5 16,0 0-8-16,0 0-3 16,0 0-5-16,0 0 4 15,0 0-8-15,-1 0-8 16,-8 4-4-16,-2 7 1 15,-4 2-2-15,3 2 0 16,-3 2 2-16,2 2-2 16,1 0 3-16,-3-2-3 0,3 6-2 15,2-5 4 1,1-1-4-16,0-1 10 0,2-2 3 16,0-4 0-1,4-2-5-15,2-2 5 0,1-2-7 16,0-1-3-16,0-3 0 15,0 1-4-15,-2-1-2 16,2 0 1-16,0 0-1 16,0 0 0-16,0 0-24 15,0 0-66-15,0 0-45 16,0-1-77-16,0-3-231 16</inkml:trace>
  <inkml:trace contextRef="#ctx0" brushRef="#br0" timeOffset="1838.02">23047 17053 216 0,'0'0'113'0,"0"0"-50"16,0 0 33-16,0 0-8 0,0 0-28 16,0 0 1-1,0 0-8-15,15-20-10 0,-15 20-6 16,0 0 10-16,0 0-19 15,0 0-8-15,0 3-7 16,-6 7-6-16,-4 1-4 16,-1 1 1-16,4 0 0 15,-5 2 1-15,3-1 6 16,0 1 0-16,0-4-3 16,2 3 5-16,-3-2-8 0,4 2 0 15,-4-2-1 1,4-1-4-16,-1-1 1 0,1 0 1 15,1 0-1-15,2-2-1 16,-1-2 5-16,-1 1 4 16,4-3 6-1,-1 0 4-15,-1 0-5 0,2-3-1 16,1 1 1-16,-2 2-3 16,2-3-6-16,0 1-1 15,-1 1-2-15,1 1-1 16,-2-2-1-16,1 2 1 15,-1 0 0-15,1-2 2 16,1 0-3-16,-2-1-1 16,2 2 1-16,0-2 0 15,-1 0-1-15,-1 2 0 16,2-2-30-16,-2 0-18 16,2 0-7-16,0 0 4 0,0 0 12 15,0 0 14-15,0 0 10 16,0 0 8-16,0 0-10 15,0 0-40-15,0 0-54 16,-2 0-129-16</inkml:trace>
  <inkml:trace contextRef="#ctx0" brushRef="#br0" timeOffset="4431.96">23056 16937 312 0,'0'0'80'0,"0"0"26"15,0 0-5-15,0 0-41 16,0 0-13-16,0 0-5 15,0 0-11-15,3 0-8 16,-3 0 2-16,0-1-6 16,0-1-5-16,0 1 0 15,0-2-2-15,0 3 1 16,0-3-5-16,-3 0-2 16,0 1-4-16,-3-1 3 0,3-1 4 15,-1 1 1 1,-1 0-1-16,1-1 2 0,-1 1 3 15,-2-1-1-15,1 1-2 16,0-1-2-16,-2 1 3 16,1 0-6-16,-2 0 4 15,1 0 5-15,-1 2-5 16,-1 0 7-16,3-1-5 16,-2 1 8-16,-1-2-2 15,-1 1-7-15,2 1 1 16,0 0 4-16,0 1 0 15,1 0-1-15,2 0-2 0,-1 0-2 16,0 0-5-16,-1 0-5 16,1 0 0-16,-1 0 0 15,-1 0-1-15,0 0 2 16,2 0-2-16,-1 5 0 16,0 1 0-16,0 0 0 15,-1-1 0-15,3 1 0 16,-1-2 0-16,2 1 0 15,1-1 4-15,-1 1-3 16,1 2-1-16,-3-1 0 16,3 2 0-16,-2 1 1 15,2-1-1-15,1 2 1 16,-3 0-1-16,3-1 0 0,0 1 1 16,1-1-1-16,0 1 0 15,2 0 2-15,0 0-1 16,0-2-1-16,0 2 0 15,0 3 3-15,0 0-3 16,0 1 2-16,0 3-1 16,0-2 1-16,0 2-1 15,0-1 0-15,0-3 2 16,2 1 2-16,4-2-5 16,-1 1 3-16,1-3-2 15,0 1 0-15,2-1 3 16,-1 3-4-16,2-3 1 0,-2-3 2 15,5 1-1-15,-5-2 1 16,4 2 3-16,1-7-1 16,-2 2-2-16,1 0 0 15,1 0-3-15,-2 0 1 16,1-2-1-16,2 1 0 16,-2 0 0-16,2 0 0 15,-1-1 1-15,0 1-3 16,1-1 1-16,-1-1 1 15,3 0-4-15,-3 0 2 16,-1 0 1-16,-1 0 1 16,-3 2 0-16,-1-2 0 15,0 0 0-15,2 0 0 16,-2 0-1-16,1 0 1 16,2 0 0-16,3 0 0 0,0 0-3 15,1 0-1-15,-1-3 3 16,0-3 0-16,0 2 1 15,-1-2 0-15,-2 2 0 16,2-2 0-16,0 1 0 16,-3 0 0-16,0 0 0 15,0-2 1-15,-1 0-1 16,-1 0 1-16,0-3-1 16,0 3-1-16,-4-2 0 15,1-1 1-15,-3 0 0 0,1 1 1 16,1-3-1-16,-1 1 1 15,-1 0-1-15,0-3 0 16,0 1 0-16,0-3 2 16,0 2-1-16,0 0 0 15,0 2 0-15,-3 0 1 16,-4 0-1-16,-4 0 4 16,4-1-4-16,-2-1 3 15,0 2-2-15,-1-1 0 16,2 3 0-16,0 0 3 15,1 0-2-15,0 2-2 16,-2 2 1-16,1 0 0 16,-4 1-2-16,0-2 0 15,2 0-3-15,-5 0 1 16,1 1 2-16,1 1-7 0,0 1 6 16,-2 2-17-1,-2 2-21-15,3 0-47 0,11 0-67 16,1 0-169-16</inkml:trace>
  <inkml:trace contextRef="#ctx0" brushRef="#br0" timeOffset="5843.34">24005 16933 494 0,'0'0'76'0,"0"0"22"16,0 0 2-16,0 0-43 15,0 0-33-15,0 0 6 16,0 0 1-16,-51-25-4 16,41 22-8-16,-2 2 10 0,-2 1-13 15,0-2 1-15,-3 2-6 16,-2 0-5-16,1 0 0 15,-2 0 7-15,0 0-4 16,-3 7 5-16,2 2 1 16,-3 2 4-16,1 1-5 15,0 3-4-15,5 2-5 16,0-2 3-16,6 3-3 16,3-1-1-16,-1 2 4 15,4 2 4-15,3-3 0 0,1 3-6 16,2-4-2-16,0 0 2 15,0-1 5-15,10-3 1 16,6-2 3 0,0-3-1-16,5-1 4 0,4-3-1 15,1-2-2-15,-2-2-2 16,0 0 2-16,-2 0-10 16,-4 0-2-16,-2 0 0 15,-4 0-3-15,-1 0 0 16,-2 0-23-16,0 0-31 15,1 0-50-15,-1 0-51 16,-9 0-70-16,1 0-149 16</inkml:trace>
  <inkml:trace contextRef="#ctx0" brushRef="#br0" timeOffset="6450.13">24093 17159 479 0,'0'0'122'16,"0"0"-24"-16,0 0 1 15,0 0-28-15,0 0-10 16,0 0-4-16,0-21 9 0,0 19-1 16,0 1-19-1,0 1 4-15,0-2-10 16,0 2-7-16,0 0-11 16,0 0-6-16,0 0-12 0,0 0-4 15,0 10 0-15,0 7 0 16,0 6 7-16,0-1-3 15,0 2 1-15,0 5 1 16,0-4 0-16,0 0 0 16,-1 1-1-16,-1-5 0 15,1-3 1-15,1-4-4 16,-2-4-1-16,1-1-1 16,1-5-1-16,0 0 1 15,0-2-1-15,0-2-6 0,0 0-39 16,0 0-94-1,0 0-94-15,0-2-273 0</inkml:trace>
  <inkml:trace contextRef="#ctx0" brushRef="#br0" timeOffset="7412.6">24548 17083 220 0,'0'0'268'0,"0"0"-179"0,0 0 6 16,0 0 12-16,0 0-40 15,0 0-8-15,0 0-3 16,0-7-7-16,0 7-6 16,0 0-4-16,-1 0-6 15,-3 5-14-15,0 9 4 16,-2 6 7-16,-1 1-3 16,-2 3-1-16,-3 0-3 15,-3 0-8-15,0-3-1 16,-3-1 1-16,1-2-5 15,0 2-4-15,0-6-3 16,2 0 0-16,3-2-3 16,1-2 0-16,1-3-1 15,6-3-2-15,1-3-21 16,3-1-44-16,0 0-33 0,0 0-40 16,7 0-120-16,1 0-59 15</inkml:trace>
  <inkml:trace contextRef="#ctx0" brushRef="#br0" timeOffset="8760.77">25011 17002 325 0,'0'0'66'16,"0"0"41"-16,0 0 9 15,0 0-71-15,0 0-6 16,0 0 15-16,0 0 0 0,-39-19-3 16,36 13-17-16,1 2-1 15,1-2-4-15,1 0-1 16,-2 2-9-16,2 0 3 15,0-2-13-15,0 2 6 16,0-1 2-16,0 3-5 16,0-3-4-16,2 4 1 15,7-2 2-15,0 2-5 16,2 1 0-16,3 0 5 16,1 0-3-16,0 0-3 15,1 0 3-15,-4 5 0 16,2 8-1-16,-3 3 11 0,-3 2-7 15,0 2 2 1,-5 1-7-16,-3-1 1 0,0 3-2 16,0-2-3-16,0-2 2 15,-3-3-1-15,-7-2-2 16,3-4 0-16,-2-3-1 16,5-3 1-16,-1-1 0 15,1-3 0-15,2 0-1 16,-1 0 2-16,3 0-1 15,-1-10-1-15,-2-4-2 16,1-6 2-16,2-2 4 16,0-1-2-16,0 5 2 15,0-1-2-15,0 4 2 16,5 1-3-16,5 1 1 16,2 2 1-16,1-2-2 0,3 2 0 15,-2 1 2-15,3 1-2 16,-1 5 3-16,-2 1-4 15,-1 2 0-15,1 1 0 16,-1 0 2-16,0 0-2 16,1 0 3-16,-4 12-1 15,-1 4 1-15,1 3 6 16,-2 5 2-16,-4-5-1 16,1 7-2-16,-3 1 1 15,-1-2-7-15,1 0 6 16,-2-2-8-16,0-7 3 0,0-2-1 15,0-6-2-15,0-1 1 16,0-3-1-16,0-1-17 16,0-2-30-16,0-1-43 15,4 0-78-15,-2 0-114 16,3 0-270-16</inkml:trace>
  <inkml:trace contextRef="#ctx0" brushRef="#br0" timeOffset="9351.78">25470 17009 375 0,'0'0'236'0,"0"0"-154"16,0 0 39-16,0 0-32 15,0 0-29-15,0 0-1 16,0 0 0-16,0-19-20 16,0 19-16-16,0 0-11 15,-3 0-6-15,0 4-3 16,-3 8-1-16,0 2 2 16,0 0 0-16,2 5 3 15,-1 1-1-15,2 2 0 16,2 5-3-16,-1-6-1 0,2 1-2 15,0-4-2 1,0-3 1-16,0-2 1 0,0-3-1 16,6-3-3-16,2-6 1 15,2 1 0-15,0-2-10 16,1 0 12-16,4 0 1 16,-5 0 0-16,2-6 3 15,0-5-3-15,-3-1 5 16,0-2-3-16,-2-1 7 15,-1-3-2-15,-3-4 9 16,-3 1 11-16,0-1 15 16,0 2 2-16,0 4-14 15,0 5-7-15,-7 0-4 16,-3 3 1-16,-2 2-8 16,-2 0-5-16,-1 3-7 0,3 2-11 15,-1 1 2-15,4 0-3 16,3 0-7-16,1 0 8 15,4 0-32-15,1 0-23 16,0 0-37-16,0 0-72 16,1 0-239-16</inkml:trace>
  <inkml:trace contextRef="#ctx0" brushRef="#br0" timeOffset="10262.86">25980 16968 274 0,'0'0'112'0,"0"0"-30"15,0 0 12-15,0 0-49 16,0 0-4-16,0 0 6 16,-6 40-8-16,6-37 6 15,2-3 0-15,4 0-7 16,-3 0 4-16,3 0 2 16,-2 0-13-16,2 0-10 15,0-5-7-15,1-4-2 16,-4 2-5-16,-3-3-2 15,0-2-2-15,0 0 3 16,0-3 1-16,0 1-1 16,0 0-2-16,-6 3 9 15,-1 3 1-15,1 2 10 16,2 2 5-16,-2 1-4 16,0 1 0-16,-2 2-17 0,1 0-7 15,-1 0 0-15,-1 10 2 16,-1 3-3-16,1 4-3 15,3 2 3-15,0 3 4 16,0 2 4-16,6-2 0 16,0 4 12-16,0-2 2 15,0 0 0-15,0 0 2 16,4-2-5-16,5-2 0 16,4-1-3-16,0-4-4 15,-1-2 1-15,3-4-2 16,-2-3-4-16,-1 0 0 15,3-2-5-15,-3-3-1 0,3-1-1 16,-3 0-27-16,3 0-13 16,-2 0-17-16,-1-8-48 15,1-5-41-15,-11 8-89 16,-2-2-205-16</inkml:trace>
  <inkml:trace contextRef="#ctx0" brushRef="#br0" timeOffset="11070.72">26171 17011 29 0,'0'0'536'0,"0"0"-446"15,0 0 7-15,0 0 6 16,0 0-41-16,0 0-14 16,0 0 0-16,25-33 3 15,-22 33-10-15,3 0-18 16,1 0-6-16,0 9 10 15,2 3-7-15,-5 5 9 16,-1 4-13-16,-3 1-6 16,0-1-8-16,0 1 4 15,0-8-4-15,0 2 1 16,0-5-3-16,-4-1 0 16,-1-3 0-16,0-1-2 15,0-3-3-15,2-3-5 16,2 0-6-16,-1 0 4 0,1 0-5 15,1-11-1 1,0-5-6-16,0-4 11 0,0-3 13 16,0 1 3-16,0 2 1 15,3 2 1-15,4 1 5 16,5 3-2-16,-2 3 3 16,-1 2 0-16,3 2 1 15,0 3-4-15,0 0 0 16,0 2 3-16,-1 2 3 15,0 0-3-15,0 0 4 0,-1 7-4 16,1 9-9 0,-5 3 5-16,-3 1 0 15,-3 3 0-15,0-2-4 16,0-1 0-16,0-2-3 16,0-4-10-16,0-1 4 0,0-9-10 15,-3 2 7-15,0-6-1 16,1 0-1-16,1 0-8 15,-1 0 2-15,1-7-2 16,1-6 4-16,0-7 8 16,0-1 7-16,0 3 5 15,0-2-3-15,4 4 5 16,4 5-1-16,2-2 0 16,2 6 0-16,-1 0 0 15,-2 5-1-15,2-2 1 16,0 4 1-16,-2 0 0 15,3 0-1-15,-5 4-2 0,1 8 3 16,-1 5 7-16,-1 0-7 16,-2 4 4-16,-4 1-9 15,0-3-1-15,0 2-1 16,0-2 0-16,0-5-3 16,0-1-20-16,2-4-12 15,-2-2-3-15,1-1-32 16,-1-2-41-16,0-4-70 15,0 0-210-15</inkml:trace>
  <inkml:trace contextRef="#ctx0" brushRef="#br0" timeOffset="11606.99">26699 16916 513 0,'0'0'100'0,"0"0"-5"16,0 0 2-16,5-79-38 0,-5 69 10 15,0 3 0-15,0 5-6 16,0 0 0-16,0 1-7 16,0 1-13-16,-2 0-5 15,-2 0-18-15,-2 9-14 16,-3 12-1-16,2 3 0 16,-3 8 3-16,4 4 0 15,-1 8 3-15,6 5 4 16,1 9-3-16,0 6 3 15,0-4 10-15,0 1 2 0,0-9-15 16,5-4 10 0,1-5-10-16,-3-5-4 15,1-4 3-15,-4-6-5 16,0-6-3-16,0-5-2 16,0-4 2-16,0-6-3 0,0 0-1 15,0-1 1-15,-2-6-7 16,-6 0-10-16,-3 0-14 15,-3 0-48-15,-1-13-64 16,9 2-73-16,2-2-162 16</inkml:trace>
  <inkml:trace contextRef="#ctx0" brushRef="#br0" timeOffset="11808.93">26541 17290 640 0,'0'0'89'0,"0"0"15"0,0 0 23 16,0 0-56-16,0 0 11 16,85-75 2-16,-58 64-10 15,-1 2-32-15,-1 1-30 16,-1 1-9-16,-4-1-3 16,2 1-14-16,-3-2-63 15,-3-1-42-15,-11 6-94 16,-4 0-101-16</inkml:trace>
  <inkml:trace contextRef="#ctx0" brushRef="#br0" timeOffset="12572.34">27118 16929 317 0,'0'0'342'16,"0"0"-251"-16,0 0 16 16,0 0-21-16,0 0-32 15,0 0 3-15,0 0 7 16,-2-7-13-16,2 7-4 16,0 0-8-16,0 8-6 15,0 8 0-15,0 5-6 16,0-1-2-16,0 2-3 15,2 1-5-15,0-3-6 0,-1 1-3 16,-1-3-2-16,0-3-4 16,0 1 2-16,0-6-4 15,0-3 1-15,0-1 1 16,0-3-2-16,0 1-1 16,0-4-1-16,0 0-20 15,0 0-34-15,0-10-79 16,0 0-155-16,0-3-386 15</inkml:trace>
  <inkml:trace contextRef="#ctx0" brushRef="#br0" timeOffset="12705.55">27095 16822 392 0,'0'0'224'16,"0"0"-215"-16,0 0-9 15,0 0-53-15,0 0-264 16</inkml:trace>
  <inkml:trace contextRef="#ctx0" brushRef="#br0" timeOffset="13191.79">27229 17034 283 0,'0'0'279'0,"0"0"-195"16,0 0-11-16,0 0-4 15,0 0-32-15,0 0-14 16,3 46-2-16,-3-46-4 16,0 0-2-16,0 0 3 15,0-6-1-15,0-8 2 16,0-3-1-16,0 0-7 15,0-1 5-15,0 0 5 16,0 2 12-16,2 0-8 16,6 2 6-16,3 1-11 15,1 1 3-15,4-2-1 0,2 3-5 16,3 1 1-16,0 3-4 16,0 1 4-16,0 3 7 15,-4 3-3-15,-1 0-6 16,-2 0-1-16,-5 11-4 15,0 7 4-15,0 4 3 16,-6 3-1-16,-1 2-6 16,-2 3-2-16,0-2 4 15,0-3-9-15,0-2-3 16,-7-5 3-16,0-4-4 16,3-4 0-16,1-6-14 15,3-2-16-15,0-2-48 0,0 0-89 16,0-3-125-1,9-7-398-15</inkml:trace>
  <inkml:trace contextRef="#ctx0" brushRef="#br0" timeOffset="13800.61">27899 16898 122 0,'0'0'497'0,"0"0"-417"16,0 0 29-16,0 0-20 15,0 0-24-15,0 0 11 16,4-54 3-16,-4 48-13 16,-1 5-9-16,-5-2-5 15,-2 3-16-15,-2 0-11 16,-1 0-18-16,-2 0-3 0,1 3 0 15,0 8-4-15,-3 3 1 16,0 2 0-16,1 3 0 16,0 0 1-16,1 5 2 15,2 0 0-15,4 2-1 16,1 2 6-16,2 0-4 16,2-1 0-16,2-1-2 15,0-2 5-15,0-2 3 16,10-2-2-16,5-4-4 15,4-2 3-15,1-2-3 16,4-5 25-16,1-4-24 16,-1-2-6-16,-2-1 0 15,-2 0 1-15,-4 0-1 0,-4 0-11 16,-3-1-26-16,0-7-47 16,-3 3-58-16,-1-1-54 15,-5 3-132-15,0 2-322 16</inkml:trace>
  <inkml:trace contextRef="#ctx0" brushRef="#br0" timeOffset="14333.56">28033 17123 647 0,'0'0'164'0,"0"0"-76"15,0 0 11-15,0 0-20 0,0 0-5 16,0 0-6-16,79-47-5 16,-62 44-10-16,-1 3-21 15,1 0-9-15,0 0-8 16,0 0-8-16,-7 4-7 16,-2 10-1-16,-7 7-2 15,-1 3 2-15,0 5 1 16,-16 0 3-16,-7 1-3 15,1-5-4-15,-2-1-1 16,3-4 2-16,2-3 0 16,4-3 3-16,5-5 1 15,5-2 0-15,2-5 1 0,3 0-2 16,0-2-1-16,0 0-2 16,0 0-2-16,8 0 3 15,12 0 2-15,10-6 10 16,8-4 0-16,2 0-2 15,8 0-1-15,-3-1 14 16,-1 2 6-16,-7 2-16 16,-5 0 3-16,-7 2 0 15,-7 3-2-15,-9 0-5 16,-5 0-5-16,-1 2-1 16,-3 0-1-16,0 0-1 15,0 0-1-15,0 0-4 16,0 0-25-16,0 0-26 15,0 0-43-15,0 0-117 16,0 0-142-16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2-07T16:29:40.21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1353 1799 696 0,'0'0'91'16,"0"0"-38"-16,0 0 60 15,0 0-47-15,0 0-12 16,0 0-6-16,0 0 10 16,28-24-2-16,-23 12-5 15,2 1-2-15,-1-2-8 0,1-3-13 16,-2-2 3-16,1-4-12 15,-3-2-8-15,0-2-2 16,-3-3-1-16,0 2-1 16,0 1-2-16,-12 5-4 15,-3 5 3-15,-3 4 5 16,-1 7-9-16,-5 3-11 16,3 2 5-16,-3 0 4 15,5 9-4-15,5 9 1 16,8 8 4-16,6 5-7 15,0 6 3-15,12 5 5 16,15 6 0-16,6 1 1 0,1 1 0 16,1-3 1-1,-4-1-1-15,-6-7 0 0,-7-5 1 16,-12-3-2-16,-6-6 0 16,0 0 1-16,-13-6-1 15,-13-3-3-15,-11-7-2 16,0-6-9-16,-2-3-4 15,9 0-5-15,6-8 13 16,9-12 10-16,5-5 6 16,7-6 0-16,3-4 6 15,0-2-7-15,18 0 1 16,3 5-4-16,1 3 0 16,-4 8-1-16,0 6-1 15,-3 5-1-15,-5 6-5 16,2 2-2-16,-3 2-74 0,3 0-127 15,-10 0-66-15,-1 0-229 16</inkml:trace>
  <inkml:trace contextRef="#ctx0" brushRef="#br0" timeOffset="436.01">1180 1441 62 0,'0'0'663'15,"0"0"-638"-15,0 0 109 16,-84-39-13-16,60 39-53 15,-1 0-1-15,0 13-38 16,-4 10 7-16,1 8-8 16,0 8-12-16,-2 8 1 15,6 6-7-15,0 9 11 16,9 7-10-16,3 8 4 16,9 5-2-16,3 1-4 15,0-2-2-15,19-8-2 0,7-9 4 16,4-10-6-1,7-10 1-15,0-10-2 16,2-10 1-16,0-10-2 0,4-10-1 16,-1-4 0-16,4-7-31 15,2-20-61-15,1-9-130 16,-35 14-36-16,-4 0-419 16</inkml:trace>
  <inkml:trace contextRef="#ctx0" brushRef="#br0" timeOffset="718.48">1566 1534 856 0,'0'0'55'0,"0"0"50"0,0 0-14 16,0 0-58-16,85 25 27 15,-59 33 23-15,-4 10-30 16,-1 8-25-16,-9 1-1 15,-9-1 1-15,-3-3-3 16,-3-6-7-16,-22-6-1 16,-8-5-7-16,-3-9-4 15,-3-8-5-15,3-9-1 16,3-9-2-16,5-6 2 16,9-8 0-16,5-7-33 15,4 0-41-15,10-10-170 16,0-7-249-16</inkml:trace>
  <inkml:trace contextRef="#ctx0" brushRef="#br0" timeOffset="2046.74">2888 1626 733 0,'0'0'165'0,"0"0"-107"16,0 0 97-16,0 0-78 15,0 0-29-15,0 0-23 16,0 0-18-16,0 39-6 15,0 8 13-15,-9 9 15 16,3 9-7-16,-1 4 0 16,-4-1 7-16,4-2-10 15,-1-7-2-15,2-8-6 16,0-6-5-16,0-12 2 0,3-9-6 16,1-10 0-16,-3-9-2 15,5-3 1-15,0-2 0 16,0 0-1-16,0-21-31 15,0-13-103-15,0-10-69 16,0-5-7-16,0-5 90 16,0-4 44-16,0 0 75 15,0 1 1-15,0 3 27 16,0 3 13-16,0 6 23 16,5 6 2-16,8 4-2 15,2 10-5-15,6 4 5 16,1 7 0-16,2 4-2 15,0 6-7-15,9 4-15 0,2 0 7 16,4 22-1-16,3 13-9 16,-3 14-6-16,1 8-4 15,-9 8-13-15,-11 2 1 16,-1-1-4-16,-11-3-2 16,-4-3 2-16,-4-4-6 15,0-7 1-15,0-6-3 16,0-9 1-16,-4-9 0 15,-5-8-2-15,-2-7-1 16,1-7 0-16,-2-3-4 16,-9 0-31-16,1-11-37 0,-8-14-152 15,15 8-136-15,1-1-303 16</inkml:trace>
  <inkml:trace contextRef="#ctx0" brushRef="#br0" timeOffset="2228.96">2891 2069 462 0,'0'0'228'15,"0"0"-66"-15,0 0-22 16,0 0-9-16,0 0-40 16,0 0-30-16,-36-22-36 15,51 21-15-15,12-2-7 16,12-1 2-16,10-3-3 16,9-3 1-16,15-3-3 15,15-2-12-15,14-1-143 16,-61 11-67-16,-3 0-56 0</inkml:trace>
  <inkml:trace contextRef="#ctx0" brushRef="#br0" timeOffset="2780.43">4159 1783 835 0,'0'0'50'0,"0"0"79"15,0 0-8-15,0 0-25 0,0 0-13 16,0 0-14-16,0 0-28 16,3-35-18-16,2 60-4 15,3 15-17-15,0 8 9 16,1 5 4-16,-3 1-8 16,-1-2 1-16,-1-3-4 15,-4-7-2-15,0-5-1 16,0-9 1-16,0-7-3 15,0-9 2-15,0-4-2 16,0-8-38-16,0 0-59 0,-4-16-144 16,-1-3-200-1</inkml:trace>
  <inkml:trace contextRef="#ctx0" brushRef="#br0" timeOffset="3112.86">4089 1806 541 0,'0'0'144'16,"-18"-89"-27"-16,18 69-3 15,0 6-9 1,5 3-32-16,14 2-13 0,8 4-4 16,7 5 0-16,5 0-3 15,10 15-4-15,2 19-9 16,3 11-13-16,-2 9-5 16,-4 4-6-16,-10 1-11 15,-15 0 1-15,-11-2-2 16,-12-4 0-16,-5-3 2 0,-25-7-3 15,-13-4 3-15,-6-8-1 16,-6-10 4-16,-2-6-5 16,8-9-2-16,7-6 1 15,14 0-5-15,4 0 2 16,12-13-12-16,10-7-8 16,2-3-27-16,6-1-33 15,23-1-82-15,8 4-20 16,-16 14-66-16,1 2-290 15</inkml:trace>
  <inkml:trace contextRef="#ctx0" brushRef="#br0" timeOffset="3446.2">4807 1881 748 0,'0'0'107'16,"0"0"-6"-16,0 0 38 15,0 0-37-15,0 0 10 16,0 0-38-16,-24-51-61 16,-6 78-10-16,-3 10-1 15,8 2-3-15,10 4 2 16,6-2 0-16,9-1 0 16,0-2 0-16,0-5 3 15,18-6 0-15,9-6-2 16,4-3 3-16,8-5-1 15,13-5-1-15,3-6 5 0,-1-2-4 16,-8 0-2-16,-13-2 1 16,-5-9-2-16,-7-4-1 15,-4-3-14-15,-1-1-88 16,-16 9-136-16,0 0-254 16</inkml:trace>
  <inkml:trace contextRef="#ctx0" brushRef="#br0" timeOffset="4733.01">5912 2106 655 0,'0'0'282'0,"0"0"-273"16,0 0 24-16,0 0-19 15,0 0 0-15,0 0 23 16,0 0-6-16,48 56 14 16,-35-49-10-16,5-3-2 15,3-3-3-15,6-1 11 16,4 0 6-16,2-11 4 16,3-10-16-16,1-8-15 15,0-7-6-15,-4-9-1 16,-6-7-8-16,-7-11-3 0,-6-6 1 15,-9-3 1-15,-5 9-3 16,0 12 2-16,0 20-2 16,-5 16 2-16,-1 9-2 15,1 6 2-15,2 0 3 16,0 13-6-16,-2 20-11 16,5 17 5-16,0 7 6 15,6 6 1-15,21-1 0 16,7-3 0-16,8-3-1 15,-2-6 2-15,1-7-1 16,-8-8 3-16,-11-11-3 16,-13-8 5-16,-6-7-4 0,-3-1-1 15,-17 1 3 1,-20-2 2-16,-12-3 3 0,1-4-7 16,5 0-2-16,10 0-17 15,18-11-25-15,12-9-75 16,3 7-127-16,10 0-120 15</inkml:trace>
  <inkml:trace contextRef="#ctx0" brushRef="#br0" timeOffset="6921.07">6633 1633 272 0,'0'0'234'0,"0"0"-124"16,0 0 27-16,0 0-44 15,0 0-17-15,0 0 10 16,0-66-13-16,0 65-1 15,0 1 14-15,0 0-17 0,0 0-30 16,0 0-20-16,0 0-6 16,0 15 0-16,0 10-11 15,3 4 9-15,6 11 2 16,-2 2-4-16,-1 7 2 16,2 8-6-16,-3 4 2 15,-2-2-1-15,-1-1-2 16,-2-6 0-16,0-9-3 15,0-4-1-15,0-11 0 16,0-7 0-16,0-10 0 16,0-5 5-16,0-6-5 0,0 0 0 15,0 0 2 1,0 0 2-16,0-13 1 16,0-12 3-16,0-9-6 0,0-4-2 15,0-1 0-15,6 0-1 16,6 4 0-16,4 5-1 15,1 6 2-15,4 6-1 16,-2 6 0-16,-1 6-1 16,-2 6 0-16,-2 0 1 15,5 8-7-15,-5 19 7 16,-1 7-3-16,-4 5 4 16,-1 2 3-16,-7 0-2 15,-1-1-1-15,0-3 1 0,0-5-1 16,3-7 0-16,1-5 0 15,1-6-1-15,4-5-2 16,3-7-29-16,7-2-27 16,5-1-75-16,3-17-24 15,-6-5-34-15,6-1 3 16,-8-3 30-16,-2 1 99 16,-1-3 60-16,-7 1 24 15,-3 0 52-15,3 2-3 16,-6 1-12-16,0 1 2 15,-2 3-4-15,-1 4 10 16,0 4-3-16,0 6 18 16,0 3-7-16,0 4 13 0,0 0-3 15,0 0-18 1,0 0-35-16,-4 12-34 0,-4 13-5 16,-1 9 5-16,5 1 4 15,4 3-4-15,0 1 3 16,0 0 0-16,0-4-3 15,9-4 1-15,7-6 1 16,-1-5-2-16,3-6 0 16,1-7 0-16,-1-6-1 15,2-1 1-15,0 0 0 16,2-12 2-16,-2-12-2 16,-3-7 7-16,1-4-5 15,-8-5-1-15,-3 0 0 16,-5 4 2-16,-2 3-1 0,0 9 0 15,0 9-1-15,0 5 2 16,0 6 16-16,0 3-9 16,0 1 0-16,0 0-2 15,0 0-8-15,0 12-4 16,4 12-6-16,1 6 10 16,7 2-2-16,0 0 5 15,0 3-4-15,4-6 3 16,-2-2-2-16,-2-6 0 15,-2-7 1-15,-1-4-3 16,-4-5 2-16,-4-5 0 16,1 0 0-16,1 0 3 0,4-19-2 15,-1-8 5-15,1-7-5 16,-2-2 1 0,1-4-4-16,4 3 1 0,-1 6 1 15,0 3 0-15,4 6-1 16,1 6 1-16,1 5 0 15,1 3-2-15,4 8 1 16,0 0-2-16,0 2 2 16,-1 19-3-16,-2 5 4 15,-2 4 0-15,-5 3 0 16,-2 0 0-16,-3-4 1 16,0-2 0-16,-4-5-1 15,1-7 0-15,-2-7-1 16,0-5 2-16,0-2-1 15,0-1 0-15,3 0 0 0,0 0 4 16,0-19 1-16,2-9-5 16,2-11-5-16,0-4 2 15,1-1 1-15,-1 2 0 16,-2 6 3-16,4 10-1 16,-2 7 0-16,-1 8 1 15,-1 5-3-15,-4 6 0 16,2 0 1-16,4 5-5 15,1 16-6-15,4 8 12 16,0 5 3-16,-3 1-1 16,0 2 0-16,-3-3 1 15,3-5 1-15,-3-5-1 0,0-4-1 16,-2-7-2-16,2-3 0 16,3-6-1-16,-3-4 1 15,8 0-5-15,0-4-39 16,0-17-97-16,8-5-65 15,-3-5-14-15,-2-5-62 16,1-3 63-16,-8-3 131 16,-2 2-92-16,-5 1 180 15,-3 2 163-15,0 4-25 16,0 3 57-16,0 6-67 16,0 5-20-16,0 8-23 15,0 6-3-15,0 3 18 16,0 2 2-16,0 0-12 15,0 0-27-15,0 17-44 0,-3 14-15 16,3 9-3-16,0 5 20 16,0 4-1-16,0 1 12 15,3-2-17-15,7-5 7 16,1-6-12-16,2-5-1 16,-1-7-5-16,3-6-1 15,1-5 1-15,-2-5-3 16,4-4-1-16,-1-3 0 15,0-2 2-15,2 0-4 16,-5-14 2-16,-4-8-34 16,-10-16-44-1,0 20-445-15,-7 0-338 16</inkml:trace>
  <inkml:trace contextRef="#ctx0" brushRef="#br0" timeOffset="7078.04">8008 1931 632 0,'0'0'340'15,"0"0"-247"-15,0 0 32 16,0 0-58-16,0 0-33 16,0 0-10-16,-12-10-7 15,42 6-13-15,21-4-2 16,15-7-1-16,13-5-1 16,1-3-44-16,-50 14-214 15,-6 1-402-15</inkml:trace>
  <inkml:trace contextRef="#ctx0" brushRef="#br0" timeOffset="10045.01">9351 1902 577 0,'0'0'50'0,"0"0"50"15,0 0-6-15,0 0-48 16,0 0-3-16,0 0-2 0,0 0 10 16,82-61 11-16,-79 51-21 15,-1 0-1-15,-2-2 9 16,0-2 5-16,0-2-10 15,-3-2-13-15,-11-1 5 16,-2 3-8-16,-2 0-3 16,-1 3-9-16,-1 3-8 15,-4 3-2-15,0 6 4 16,-2 1-5-16,-3 0-5 16,1 7-10-16,5 14 10 15,-1 7-1-15,4 8-5 16,6 2 4-16,2 3 0 0,8 1 0 15,4-1 2-15,0-4 2 16,0-4-2-16,19-4 3 16,2-9-3-16,5-5 0 15,0-8-1-15,1-5 1 16,0-2 2-16,4-3-1 16,1-18 0-16,-1-8 0 15,-1-6-1-15,-5-3 4 16,-5-3-4-16,-7 0-1 15,-7 3 1-15,-6 6 5 16,0 5-2-16,0 8 4 16,0 9 1-16,0 6 9 15,0 3-6-15,0 1 3 16,0 0-1-16,-3 0-13 0,-5 1 0 16,-3 14-2-16,0 8 0 15,-2 4 2-15,7 5 0 16,1 4-1-16,4 5 1 15,1 0 1-15,0 1-1 16,1 0-1-16,10 1 1 16,5-5 1-16,2-5-1 15,-3-10 0-15,-3-6 0 16,-2-9-1-16,-4-6 1 16,0-2-2-16,2-2 2 15,1-16-4-15,-2-8-5 16,-1-7 4-16,-3 0-1 15,-1 3 6-15,-2 4 0 0,0 5 0 16,0 5 1-16,0 5 0 16,0 4-1-16,0 3 1 15,0 0-1-15,0 2 4 16,0 1-2-16,0 1 1 16,0 0 2-16,0 0-1 15,0 0 0-15,0 0-3 16,0 0 1-16,0 0-2 15,0 0 0-15,0 0 0 16,0 0 0-16,0 0 0 16,0 0 0-16,-2 0 0 15,-4 0-8-15,0 0-27 0,-3-1-27 16,2-1-54 0,4-1-29-16,0-2-12 15,1-3-1-15,-1 0 14 0,2-4 69 16,-2 3 59-16,-2-4 16 15,1 1 9-15,-2-2 31 16,2-1 34-16,-1 1-10 16,2 0-11-16,0 1 12 15,3 1-3-15,-3 3-12 16,3 4 15-16,-2 0-21 16,2 4 10-16,0 0-12 15,0 1 5-15,0 0-14 0,0 0-15 16,0 4-9-16,0 18-7 15,0 13 3-15,0 14 1 16,0 6 1-16,8 9-3 16,0 8 3-16,-2 5 5 15,2 5 6-15,1 4 7 16,2 3-9-16,4 2-7 16,-6-3 29-16,-5-9-32 15,-4-13-1-15,0-14-1 16,0-11 0-16,-13-11 3 15,-2-9-1-15,4-10 5 16,-2-7-2-16,-5-4-3 16,-4-4 0-16,-2-20-2 15,3-11-2-15,-3-11-1 0,6-10-1 16,3-10 0-16,3-6 0 16,8 3-1-16,4 5 1 15,0 15-2-15,22 5 1 16,10 3-1-16,2 3-1 15,10 0-3-15,3 3 0 16,2 4-6-16,9 1-19 16,-1 2-28-16,-3 4-92 15,-38 21-141-15,-7 0-330 16</inkml:trace>
  <inkml:trace contextRef="#ctx0" brushRef="#br0" timeOffset="12043.71">9681 2003 552 0,'0'0'111'16,"0"0"-111"-16,0 0 21 15,0 0 24-15,0 0 41 16,0 0-29-16,0 0 14 16,89 4-12-16,-68-12 0 15,0-4-21-15,-1-2 4 16,-4-2-2-16,-3-1-6 0,-1-2-2 16,-4-1-10-1,-5-3-7-15,-3-1-7 0,0 1-1 16,0 2-2-1,-5 4-1-15,-8 5 0 0,-2 4-2 16,-1 6-1-16,-3 2 15 16,0 0-16-16,1 11-3 15,-1 12 0-15,3 3 3 16,2 5 0-16,8 3-2 16,3 1 2-16,3 2 0 15,0 0 0-15,3-2 0 16,12-2 2-16,6-5-2 15,1-4 1-15,1-6 0 16,1-6-1-16,-1-7 0 16,1-5 0-16,-3 0 1 15,0-3 0-15,0-15 5 0,-3-8-2 16,0-6-1-16,-3-3 3 16,-2-5-2-16,-2-2-3 15,-2 2-1-15,-2 5 2 16,-3 7 2-16,-1 11-3 15,0 7 0-15,-1 6 19 16,-1 4 4-16,-1 0-8 16,3 0-16-16,2 17 0 15,5 13-14-15,-1 9 14 16,0 3 11-16,0-1-9 16,-5-1 1-16,-1-8 1 0,-1-4-1 15,-2-6-3 1,0-8 2-16,0-7-1 15,0-4 0-15,3-3 0 16,-3 0 0-16,0-4 0 0,3-18 6 16,2-6-7-16,-1-6-4 15,5-3-1-15,1-1 3 16,1 0 2-16,5 7-2 16,1 5 1-16,-1 7 0 15,3 6-2-15,-4 8 2 16,-1 5-1-16,2 0-2 15,2 11-4-15,-1 15 4 16,0 4 4-16,-3 7 4 16,-1 1 5-16,-4 2-4 0,-1-5-1 15,-2-3-3-15,1-5 2 16,-1-7-3-16,0-7 0 16,3-5-3-16,3-8 3 15,1 0-3-15,5 0-19 16,3 0 1-16,3-10 3 15,0-6-2-15,1-3 4 16,-4-2 8-16,2-2 8 16,-3-1 1-16,-6-1-1 15,1-3 0-15,-6-2 3 16,-3 0-3-16,-3 1 3 16,-3 5 0-16,0 4-2 15,0 7 8-15,0 5-3 16,-8 6 30-16,-2 2-3 15,-5 0-24-15,-2 13-9 0,0 13 0 16,3 6-6-16,2 2 5 16,6 3 1-16,5-1 0 15,1 0 0-15,0-6 1 16,0-3 0-16,9-7-1 16,7-5 0-16,1-7 0 15,2-8 0-15,3 0 1 16,3 0-2-16,-2-17-3 15,1-9-18-15,-2-5-2 16,-5-2 15-16,-3-3 1 16,-3 5 6-16,-2 4 4 15,1 10 0-15,-2 6 1 0,-2 5 9 16,4 6-6-16,2 0-6 16,7 0 0-16,6 19 0 15,0 5 1-15,-1 1 7 16,-4 3-2-16,-6 1 4 15,-3-4 0-15,-4-1-8 16,-6-9 3-16,-1-5-1 16,0-4 1-16,0-6-3 15,2 0 2-15,-2 0 6 16,0-1-2-16,0-15 3 16,0-7 4-16,0-6-12 15,0-4 1-15,0-5-3 16,1 0 3-16,11 3-3 0,3 6-1 15,0 3 0 1,9 2-1-16,7 1-1 0,8 4-17 16,9 3-33-16,-32 16-64 15,1 0-282-15</inkml:trace>
  <inkml:trace contextRef="#ctx0" brushRef="#br0" timeOffset="12826.38">11465 1987 509 0,'0'0'196'0,"0"0"-150"15,0 0 71-15,0 0-38 0,0 0 0 16,33-85-7-16,-30 63-8 15,0-3-8-15,-3 0 11 16,0-3-23-16,0 1-5 16,-6 4-18-16,-6 5 4 15,1 7-7-15,0 4 5 16,0 3 9-16,-5 4-18 16,2 0-14-16,-5 0-1 15,-4 14-3-15,-2 12 3 16,0 10-2-16,3 4 2 15,6 3-2-15,5-1 3 16,6-4-1-16,5-2 1 16,0-7-1-16,0-3 0 15,6-9 0-15,7-5 0 0,3-6-1 16,1-5 2-16,0-1-2 16,7 0-1-16,-2-19-6 15,5-8 2-15,-6-7 6 16,3-6 1-16,-5-5 0 15,-5 0 1-15,-3 1-1 16,-5 11 0-16,-4 8 0 16,-2 14 2-16,0 8 1 15,0 3-2-15,0 0 11 16,0 3-3-16,0 20-9 16,0 9-10-16,0 10 10 15,0 0 0-15,0-2 4 16,0-1-4-16,4-7 1 0,7-4-1 15,2-4 3 1,1-5-3-16,0-6-1 0,2-6 0 16,1-7 0-16,3 0-4 15,4-1-62-15,-2-17-94 16,-3-6-39-16,-16 10-68 16,-1-2-229-16</inkml:trace>
  <inkml:trace contextRef="#ctx0" brushRef="#br0" timeOffset="13143.2">11759 1593 605 0,'0'0'158'15,"0"0"-46"-15,0 0 57 16,0 0-69-16,0 0-16 16,0 0-12-16,0 0-30 15,8-30-13-15,-5 63-14 16,0 10-11-16,1 5 26 15,2 3-10-15,-2 2-3 16,2 0-3-16,2-2-1 16,-2-5-1-16,3-7-6 15,0-10-1-15,1-5-5 16,2-8 2-16,-1-6-2 16,5-5-1-16,2-5 0 15,7 0 0-15,2-4 1 0,-3-16-34 16,-6-4-53-16,-6-5-80 15,-12-4-55-15,0 17-97 16,0 2-225-16</inkml:trace>
  <inkml:trace contextRef="#ctx0" brushRef="#br0" timeOffset="13859.43">11862 1806 408 0,'0'0'130'16,"0"0"-43"-16,0 0 49 15,0 0-30-15,0 0-37 16,0 0-10-16,-48-21-14 15,48 21 3-15,12 0-10 16,18-3-31-16,12-1-2 16,16-3 20-16,3-3-4 15,-1 0 10-15,-2-2-24 0,-7 4-5 16,-11 3 11 0,-12 0-5-16,-14 4 0 0,-5 1 3 15,-9 0-7 1,0 0-1-16,0 8 3 0,0 15-4 15,0 11 9-15,-11 2 0 16,2 5-5-16,3-1-1 16,3-4 5-16,3-3 0 15,0-6-2-15,0-6 0 16,2-4 2-16,8-7-3 16,4-6-5-16,1-4-1 15,2 0 2-15,5 0 2 16,0-13 4-16,-3-8 14 0,-4-3 10 15,-7-5-26-15,-8-3 0 16,0-1-3-16,-12 0-4 16,-17 3-11-16,1 5-21 15,0 7-2-15,7 4 12 16,6 5 13-16,7 3 9 16,8 1 1-16,0 0 2 15,0-2 5-15,15-1 1 16,12-2-9-16,8 2 0 15,5 2 0-15,0 6 1 0,-1 0 5 16,-2 0-1 0,-4 14 7-16,-3 9 1 15,3 7 3-15,-6 3 2 0,-5 1-5 16,-7 3-4-16,-14-5-8 16,-1-1 1-1,-1-3-4-15,-17-10 1 0,4-7-12 16,1-6 3-16,4-5-3 15,4 0 13-15,0-16 8 16,5-12-7-16,0-8 8 16,4-6-4-16,17-5 0 15,4 2-3-15,2 7 0 16,0 10 3-16,-6 10-1 0,-6 6-1 16,-6 7-3-1,0 5-2-15,-3 0 1 0,1 1-39 16,-7 8-123-16,0 0-177 15</inkml:trace>
  <inkml:trace contextRef="#ctx0" brushRef="#br0" timeOffset="19658.41">14048 1894 347 0,'0'0'296'15,"0"0"-224"-15,0 0 43 16,0 0-41-16,0 0-24 16,0 0 22-16,14-36-10 15,-14 26-15-15,0-1 11 16,0-3-18-16,0 0 15 15,-8-4-24-15,-4 0-1 16,-6 1-9-16,3 2 0 16,-3 5-9-16,3 3-5 0,0 4 4 15,0 3-2-15,-1 0-3 16,-2 0-6-16,-3 14-2 16,2 12-5-16,2 5 0 15,1 8 1-15,5 1 6 16,4-1-2-16,5 1 1 15,2-6 1-15,0-5 0 16,3-5 1-16,9-7-1 16,5-5-1-16,-2-5 0 15,2-4 1-15,3-3 0 16,4 0 0-16,3-17 0 16,1-10 6-16,-1-9-3 0,-3-6 1 15,-5-7-1-15,-4-8-1 16,-6-2-1-16,-3-4 3 15,-4-3-3 1,-2 3 0-16,0 4 3 0,0 8-4 16,-2 13 4-16,-2 18-4 15,1 12 5-15,-2 8-3 16,5 0 19-16,0 0-21 16,-3 13-3-16,-2 17-11 15,-2 17 5-15,0 11 9 16,2 4 2-16,4 2 1 15,1-1-3-15,0-4 3 16,0-5-3-16,6-8 0 16,4-7-1-16,2-8 1 0,5-8-3 15,0-4 0-15,6-8-31 16,-1-4-64-16,1-5-21 16,-1-2 6-16,-5 0 24 15,-3 0 56-15,-5 0 31 16,-3 0 2-16,0 0 4 15,-2-3 29-15,1-3-8 16,3 1 1-16,1-4 3 16,1-2-7-16,3-2-6 15,1-4-8-15,-1-1-7 16,-2-2 2-16,0-1-2 16,-4-3 2-16,-3-1 1 15,-2-1 2-15,-2 2 10 0,0 5 6 16,0 3 2-16,-2 7 4 15,-4 4 8 1,0 5 14-16,1 0-20 0,-5 0-19 16,0 7-11-16,-8 17-8 15,4 7 1-15,0 4 3 16,3 4-1-16,5 3 5 16,6-4 0-16,0-5 1 15,0-4-1-15,8-5-1 16,9-6 1-16,3-4 0 15,7-7 1-15,4-5-1 16,2-2 0-16,1-2-29 16,-1-18-62-16,-24 6-60 0,-5 0-133 15</inkml:trace>
  <inkml:trace contextRef="#ctx0" brushRef="#br0" timeOffset="20007.66">14543 1628 288 0,'0'0'488'16,"0"0"-424"-16,0 0 69 15,0 0-44-15,0 0-17 16,0 0-7-16,0 0-16 16,-12-61-15-16,12 67-7 0,0 15-2 15,0 11-19-15,0 9 11 16,0 9-4-1,0 2-8-15,5 2 7 0,-1-2 1 16,2-4-1-16,3-1 0 16,-2-7-1-16,2-3-2 15,1-4-1-15,0-8-4 16,-1-5-4-16,-2-4 2 16,2-6-2-16,-2-4 0 15,1-1 0-15,0-5 0 16,3 0-9-16,3 0-62 15,1-13-104-15,-9 2-52 16,-3-2-134-16</inkml:trace>
  <inkml:trace contextRef="#ctx0" brushRef="#br0" timeOffset="20250.54">14750 1868 752 0,'0'0'122'0,"0"0"-59"16,0 0 40-16,0 0-65 16,0 0-15-16,0 0 12 15,18 26-1-15,-9 3 36 16,0 1-26-16,-1-2-20 16,-3-4-12-16,0-4-4 15,-1-5-7-15,-2-6 1 0,0-4-2 16,-1-5 0-16,4 0-94 15,-5 0-106-15,3-14-148 16</inkml:trace>
  <inkml:trace contextRef="#ctx0" brushRef="#br0" timeOffset="20408.3">14846 1679 820 0,'0'0'97'0,"0"0"-30"15,0 0 20-15,0 0-87 16,0 0-8 0,0 0-187-16,-9-23-73 0,9 25-102 15</inkml:trace>
  <inkml:trace contextRef="#ctx0" brushRef="#br0" timeOffset="21623.44">14846 1679 208 0,'88'70'160'0,"-79"-54"-23"15,-1 2-21-15,3 4-12 16,1 3-23-16,1 5-26 16,3 2 11-16,-2 2 2 15,1 0-19-15,-1-2 23 16,-4-2-42-16,-1-5-1 16,-3-3-8-16,0-10 14 0,-2-4-13 15,-4-5-4-15,0-3-1 16,0 0 17-16,0 0 5 15,2 0 19-15,-1-3-6 16,4-16-9-16,1-12-12 16,3-10 0-16,3-3-28 15,-2 0 0-15,0 4-3 16,0 7 0-16,-4 9-7 16,-2 12-13-16,-1 6-4 15,2 6-15-15,2 0-23 16,7 1-49-16,5 15-16 15,4 0 51-15,5 1 48 16,0-1-4-16,-3-6 1 16,1-1 31-16,-7-7 2 15,-7-2-1-15,-3 0 1 0,-3 0 1 16,0-2 3 0,-3-13 10-16,-3-3 11 0,0-2 6 15,0-1 3-15,0 1-5 16,0 3 3-16,-10 6-2 15,5 4 12-15,-2 4-7 16,-1 3-16-16,-5 0-18 16,-2 10-2-16,-2 15-2 15,5 9-6-15,2 3 7 16,4 0-7-16,5-1 7 16,1-5 0-16,0-2 0 15,0-7 0-15,4-6 0 0,5-6-2 16,0-6 1-16,0-4 1 15,6 0-1-15,0 0 1 16,2-20 0-16,2-7-5 16,1-2-3-16,1-6 6 15,3 5 1-15,-3 2 1 16,1 5 0-16,-2 7 1 16,-2 9 2-16,-2 4-1 15,-1 3 2-15,3 3-4 16,-3 17-7-16,1 8 7 15,-7 5 9-15,-3 2-3 16,-4-1 1-16,-2-2-5 16,0-5 1-16,0-6-1 15,0-6-1-15,-3-8 0 16,1-7 0-16,2 0 7 0,0 0 13 16,-1-2 15-16,-1-20 3 15,1-10-19-15,1-6-8 16,0 0-11-16,1 2 1 15,14 3-2-15,-4 8 0 16,-1 6-2-16,0 8-1 16,1 5-14-16,4 6-26 15,4 0-41-15,7 0-58 0,0 10-35 16,6 0-37 0,-3-2-25-16,1-3-110 15,-1-2 258-15,-8-3 91 16,1 0 120-16,-3 0 20 0,-5 0 38 15,-1-3-65-15,-4-6 9 16,0-2-35-16,-4-2 7 16,-1 0-7-16,-4-3-12 15,0 3-17-15,0 4 4 16,0 5-18-16,0 3 16 16,-4 1-15-16,-8 0-18 15,-3 8-25-15,-2 15-2 16,1 4-6-16,6 5-1 15,5 0 4-15,3-2 2 16,2 0 1-16,0-3 0 16,4 0 0-16,8-4 0 15,-1-3 0-15,-2-4 0 0,-6-7 0 16,-3-5 2-16,0-1-2 16,0 1 1-16,-3 0-1 15,-13-1 0-15,-2-1-15 16,-3-2-58-16,3 0-84 15,9 0-111-15,6 0-377 16</inkml:trace>
  <inkml:trace contextRef="#ctx0" brushRef="#br0" timeOffset="44177.88">17350 1667 615 0,'0'0'93'0,"0"0"-38"16,0 0 77-16,0 0-44 15,0 0-7-15,0 0 7 16,0 0-40-16,5-66 26 16,-5 65-12-16,0 0-16 15,0 1-4-15,-2 0-17 16,2 0-6-16,0 0-14 0,-2 0-5 16,1 7 0-1,-3 21-10-15,0 8 0 16,-2 14 10-16,-2 1 6 15,0-1-2-15,0 0-4 0,-1-5 0 16,0-4 0-16,-1-7 0 16,1-8 0-16,1-6 0 15,1-7 2-15,3-7 0 16,0-3-3-16,3-3 2 16,-1 0 1-16,2 0 0 15,-1 0 6-15,-1 0 8 16,2 0-3-16,-3 0-5 15,2 0 4-15,-2-5-5 16,0-3-4-16,1-1-1 16,1 4-1-16,1-1 4 15,0 3-2-15,0 0-1 16,0 3 0-16,0-1-1 16,0 1-1-16,0 0 0 0,0 0 0 15,0 0-2-15,0-2 0 16,7 0-1-16,16-1 0 15,5-3 0-15,8 1 3 16,4-1-2-16,5-1 1 16,1 0 0-16,-2-1-9 15,-3-4-2-15,-7-2-3 16,-5 0 0-16,-8-2 6 16,-6 0-4-16,-9-5 5 15,-6-4 0-15,0 0 8 16,0-2-1-16,-8 3 2 15,-3 7-1-15,1 6 5 0,4 6 1 16,0 4 10-16,3 1-14 16,3 0 1-16,-4 0-3 15,-2 17-11-15,-1 16-5 16,-4 10 11-16,2 7 4 16,6-1 1-16,3 1 0 15,0-5 2-15,0-6-1 16,0-5-1-16,3-6 2 15,6-4-1-15,-3-7 0 16,-1-3-1-16,1-4-2 16,-2-4 2-16,2-2 0 15,0-4-2-15,-2 0-94 16,-2 0-113-16,-1-10-212 16</inkml:trace>
  <inkml:trace contextRef="#ctx0" brushRef="#br0" timeOffset="45033.11">17866 1753 662 0,'0'0'120'0,"0"0"-34"16,0 0 52-16,0 0-58 15,0 0-10-15,0 0 3 16,0 0-6-16,10-34-16 16,-10 34-7-16,0 0-9 15,0 0-7-15,0 0-11 16,0 0-9-16,0 0-4 15,0 0 0-15,0 0 0 16,0 0-3-16,0 0 0 0,0 0 0 16,0 0-1-1,0 0 0-15,0 0 0 16,0 0 0-16,0 0-1 0,0 0 2 16,0 0-1-16,0 0 0 15,0 0 0-15,0 0 1 16,0 0 1-16,0 0-1 15,0 0-1-15,0 0 2 16,0 0-1-16,0 0-1 16,0 0 1-16,0 0-1 15,0 0 0-15,0 0-1 16,0 0 1-16,0 9-2 16,0 8-2-16,-6 6 4 15,0 0 0-15,0-2 0 16,3-2-1-16,1-3 1 0,2-3-2 15,0-2 0 1,0-1 2-16,0-2-2 0,13-1 1 16,3-2-2-16,5-1 2 15,4-3 0-15,1-1 1 16,-1 2-1-16,0-2 1 16,-4 2 2-16,-1 4-2 15,-4 2 0-15,2 6-2 16,0 6 2-16,-8 6 0 15,-1 2 0-15,-3 2 0 16,-6-3 0-16,3-2 2 16,-3-6-1-16,0-3-1 15,0-4 0-15,0-5 0 16,-7-2 3-16,-2-1-1 16,-3-1 6-16,-2-1-3 0,-2-2-3 15,-6 0 2-15,-2 0-1 16,-1-5-3-16,0-9-21 15,6-3-23-15,3-6-43 16,5-4-96-16,8-7-88 16,3 18-47-16,0 2-269 15</inkml:trace>
  <inkml:trace contextRef="#ctx0" brushRef="#br0" timeOffset="45218.43">17931 1744 655 0,'0'0'132'0,"0"0"-25"15,0 0 21-15,0 0-54 16,0 0-14-16,0 0-13 16,0 0-12-16,81-69-14 15,-56 63-12-15,3 2-6 16,2 4-2-16,1 0-1 16,1 0-29-16,-1 0-124 15,-25 1-120-15,2 3-407 16</inkml:trace>
  <inkml:trace contextRef="#ctx0" brushRef="#br0" timeOffset="45768.16">18506 1759 848 0,'0'0'11'15,"0"0"4"-15,0 0 4 16,0 0-1-16,4 106 58 16,-4-66-40-16,0 5 16 15,0 0-21-15,0-1 13 16,0-6-16-16,-1-6-13 16,-4-8 11-16,-1-5-19 15,4-9-3-15,-2-5 3 16,4-3-6-16,0-2 0 0,0 0 2 15,0 0 8-15,0-13 13 16,0-12 46-16,0-8-49 16,0-8-21-16,0-3-4 15,3-5 4-15,5-5 1 16,2 1 0-16,3 1 0 16,1 9 8-16,2 12 0 15,-2 10-3-15,-1 7 1 16,1 7 5-16,-2 4-1 15,1 3-8-15,2 0 0 16,4 9 2-16,2 19 0 16,3 8 9-16,-3 10-2 15,-4 3 2-15,-1 2-10 0,-4 0 3 16,-2-4-1-16,-1 0-2 16,-4-6 0-16,-1-6-4 15,-2-6 0-15,-2-7 0 16,0-5 0-16,0-3-9 15,-2-4-22-15,-10-7-49 16,3-3-127-16,-1 0-121 16</inkml:trace>
  <inkml:trace contextRef="#ctx0" brushRef="#br0" timeOffset="45946.5">18537 2003 1013 0,'0'0'67'0,"0"0"15"0,0 0 34 16,0 0-92-16,0 0 4 16,0 0-26-16,0 0-1 15,52-21-1-15,-15 15 4 16,5-3-4-16,7 0-117 16,-29 5-184-16</inkml:trace>
  <inkml:trace contextRef="#ctx0" brushRef="#br0" timeOffset="47098.32">19814 1989 826 0,'0'0'53'16,"0"0"34"-16,0 0 4 15,0 0-51-15,0 0 20 16,0 0-15-16,9-81 8 16,-19 68-22-16,-4 0 16 0,-4 2-17 15,3 4-11-15,-2 3-6 16,1 2-4-16,-1 2-4 16,0 0 3-16,-2 14-8 15,0 13-7-15,-1 5 2 16,4 7-1-16,4 0 5 15,4 2 2-15,8-4-1 16,0-3 4-16,0-7-4 16,6-6-3-16,9-6-6 15,3-5 2-15,-1-6-8 16,2-4 5-16,0 0 6 16,1-4-3-16,0-17 5 15,3-4-2-15,-2-8 4 16,0-2 2-16,-5-5 0 0,-4-2-2 15,-6-2 8-15,-3 4 15 16,-3 8-9-16,0 10 4 16,0 10-2-16,0 9 8 15,0 3-1-15,0 0 5 16,0 0-13-16,0 10-15 16,-5 15-2-16,-2 9-4 15,2 9 4-15,5 1 3 16,0-2-1-16,0-1 3 15,6-4-3-15,10-7 1 16,1-5-1-16,2-7 1 16,-2-5 0-16,2-3-1 15,0-9-1-15,-2-1 0 16,5 0-6-16,-3-16-22 0,0-10-20 16,-5-7-44-16,-1-5-39 15,-6-7-11-15,-2-5 36 16,-4-6 52-16,-1-3 38 15,0-2 17-15,0 6 11 16,0 13 32-16,0 14 129 16,0 12-160-16,0 10 79 15,0 5-11-15,0 1-21 16,0 0-5-16,0 0-24 16,0 23-30-16,0 9 0 15,0 12 0-15,0 5 3 16,0 1 7-16,0 2 1 15,0-3 6-15,8-5 2 0,4-4-10 16,0-7-2-16,2-4-1 16,1-5-5-16,0-8 0 15,-1-5-1-15,-2-4 0 16,-3-5 0-16,0-2-1 16,-5 0-21-16,-4-13-70 15,0 1-160-15,0-2-298 16</inkml:trace>
  <inkml:trace contextRef="#ctx0" brushRef="#br0" timeOffset="47258.31">20059 1960 924 0,'0'0'171'16,"0"0"-84"-16,0 0 75 0,0 0-114 16,0 0-19-16,0 0-15 15,0 0-11-15,28-16-2 16,17 12-1-16,14-5 0 15,9-2-38-15,-40 4-176 16,-3 0-81-16</inkml:trace>
  <inkml:trace contextRef="#ctx0" brushRef="#br0" timeOffset="51285.83">21445 1991 777 0,'0'0'19'0,"0"0"59"16,0 0 8-16,0 0-62 16,18-83 32-16,-18 64-3 15,0-2-18-15,-10 0 6 16,-1 2-17-16,-4 4 18 15,0 5-4-15,-2 3-9 16,0 3-3-16,0 4-11 16,-4 0-6-16,-4 7-9 15,-2 17-3-15,0 10-6 16,2 7 0-16,1 2 9 16,5 4-2-16,8-2 1 0,6-5 0 15,5-7 1-15,0-3 0 16,2-7-5-16,13-5 5 15,4-7-2-15,4-5 1 16,-1-6 1-16,7 0-2 16,-1-9-1-16,3-14 2 15,-2-7 1-15,-3-6 0 16,0-3 2-16,-10-2 0 16,-2 1 3-16,-7 1-2 15,-5 10 22-15,-2 8-3 0,0 9 7 16,0 9-4-1,0 3 9-15,0 0-6 0,0 0-12 16,0 6-16-16,0 17-16 16,0 12 2-16,-2 6 14 15,2 1 4-15,2-1-4 16,17-7 0-16,5-5 0 16,6-4 1-16,3-9 0 15,2-4 0-15,1-8 0 16,-3-4-1-16,-5 0 2 15,-3 0 2-15,-5-6-4 16,-1-8-2-16,-5-3-36 16,-1 0-62-16,-13 9-161 0,0-1-366 15</inkml:trace>
  <inkml:trace contextRef="#ctx0" brushRef="#br0" timeOffset="52035.72">22379 1617 576 0,'0'0'18'0,"0"0"76"16,0 0 34-16,29-72-46 15,-27 68 21-15,-1 2-1 16,-1 2-24-16,0 0-24 16,0 0-10-16,0 0-12 15,0 5-4-15,0 17-17 0,0 9-7 16,0 11 7-1,0 8-2-15,0 3-4 0,0 4-3 16,0-1 6-16,2-2 2 16,-1-2-6-16,2-7 6 15,0-4-3-15,2-7 1 16,1-7 1-16,0-7-9 16,1-6 1-16,1-5-1 15,-1-4 1-15,3-4 1 16,3-1-2-16,3 0-1 15,0 0 1-15,4-8 5 16,-7-9-5-16,-4-4-28 0,-5-2-70 16,-4 12-100-1,0 1-182-15</inkml:trace>
  <inkml:trace contextRef="#ctx0" brushRef="#br0" timeOffset="52249.22">22349 1857 893 0,'0'0'28'16,"0"0"86"-16,0 0-42 15,0 0-20-15,0 0-24 16,0 0-11-16,37-30 9 16,-4 22-5-16,-2 1-7 15,4 1-8-15,-1 3-6 16,2 3-3-16,1 0-67 0,-4 0-123 15,-26 0-113-15</inkml:trace>
  <inkml:trace contextRef="#ctx0" brushRef="#br0" timeOffset="52946.95">22735 1908 517 0,'0'0'84'15,"0"0"-16"-15,0 0 8 16,0 0-16-16,0 0-13 15,0 0 12-15,0 0-4 16,66 26 3-16,-54-30 10 16,-2-9-21-16,-2-1-11 15,-4-2-15-15,-1-3-8 0,-3-1-1 16,0 0-4 0,0 4 4-16,-9 3-6 0,-3 5 8 15,-1 5 25-15,-1 3-24 16,-3 0 9-16,-3 3-13 15,-1 16-11-15,1 9-5 16,1 6 0-16,5 3 5 16,5 2-3-16,6 4 3 15,3-4 0-15,0-2 2 16,9-3-2-16,10-6 0 16,5-4 2-16,2-7-1 15,2-5-1-15,2-7 1 0,1-5-1 16,-1 0 0-1,0-11-32-15,-7-12-71 0,-3-7-28 16,-8-4-10-16,-5-3 33 16,-1-5 68-16,-5 2 40 15,-1 3 16-15,2 7 31 16,1 11 23-16,-2 5 2 16,1 8 13-16,-2 4-7 15,3 2-19-15,5 0-33 16,5 0-17-16,5 15-6 15,3 10 27-15,-1 4 3 16,-1 4-10-16,-6-1-11 16,-3 2-2-16,-4-2-3 0,-4-5-4 15,-2-3 3 1,0-9-5-16,0-5 3 0,0-6-4 16,0-4-5-16,-3 0 5 15,-3 0 9-15,1-17 7 16,1-9-4-16,-2-7-2 15,6-7-3-15,0-1-1 16,0 0-4-16,15 6-1 16,0 6 1-16,3 4-2 15,1 5-4-15,4 5 0 16,2 3-56-16,-1 5-73 16,-17 7-142-16,-4 0-459 15</inkml:trace>
  <inkml:trace contextRef="#ctx0" brushRef="#br0" timeOffset="54095.44">23341 1919 466 0,'0'0'267'0,"0"0"-205"16,0 0 24-16,0 0-7 16,0 0 0-16,0 0-53 15,0 0 25-15,-11-47-20 16,11 42 11-16,6 0-8 15,10 1-17-15,3 1-7 16,3 3-2-16,1 0 9 16,1 9-6-16,-1 12-1 0,1 7 4 15,-6 5-1 1,-5 3-3-16,-5 1-1 16,-7 1-4-16,-1-4 2 0,0-6-4 15,-1-6 1-15,-8-8-7 16,2-7 3-16,4-5-8 15,1-2 2-15,-1 0 3 16,-3-5 3-16,-1-16 0 16,-2-6-25-16,3-7 8 15,4-3 17-15,2-2 6 16,0 1-2-16,0 2-1 16,14 5 6-16,-2 7-3 15,0 4 7-15,2 8-1 16,-1 2 4-16,0 6-7 0,0 2-6 15,4 2 1-15,1 0-4 16,4 16-5-16,0 9 5 16,-2 6 8-16,-4 7-5 15,-5 1-3-15,-4-2 5 16,-1-3 1-16,-6-8-6 16,0-7-1-16,0-7-5 15,0-8 1-15,0-3 0 16,0-1-7-16,0 0 8 15,0-1 4-15,0-17 0 16,0-7-5-16,0-7-26 16,0-2 22-16,10 1 9 15,1 3-2-15,4 5 3 16,0 2-3-16,1 5 0 16,1 5 2-16,-1 3-1 0,-2 6 1 15,-1 4 3-15,-3 0-3 16,1 5-1-16,4 18 1 15,-2 5 8-15,0 9 8 16,-3 1 3-16,-4 1-13 16,-2-2-3-16,0-4 3 15,1-7-6-15,-2-4 1 16,1-8-1-16,-1-3-14 16,3-7-18-16,4-4-46 15,-2 0-85-15,-5-2-94 16,2-11-396-16</inkml:trace>
  <inkml:trace contextRef="#ctx0" brushRef="#br0" timeOffset="54340.22">24095 1892 865 0,'0'0'54'0,"0"0"5"16,0 0-30-16,0 0 3 15,0 0 62-15,31 76-50 16,-25-45-6-16,-2 3-8 0,-1-4 7 16,-1-1-12-1,-2-5-16-15,0-5-5 16,0-5-3-16,0-7-1 0,0-7-3 16,0 0-139-16,0-1-109 15,0-13-300-15</inkml:trace>
  <inkml:trace contextRef="#ctx0" brushRef="#br0" timeOffset="54468.48">24123 1758 756 0,'0'0'139'16,"0"0"-133"-16,0 0-6 15,0 0-23-15,0 0-74 16,0 0-84-16</inkml:trace>
  <inkml:trace contextRef="#ctx0" brushRef="#br0" timeOffset="54864.8">24235 2128 522 0,'0'0'153'16,"0"0"-92"-16,0 0 29 15,0 0-56-15,0 0-28 16,0 0 1-16,3 69 14 15,-3-89 35-15,0-6-19 0,0-6-37 16,0-3-1-16,0-3 1 16,0-1 4-1,0 3 11-15,0 3 3 16,1 7 24-16,7 5-15 0,2 5-4 16,2 3 14-16,0 3-6 15,4 3-10-15,4 6 4 16,1 1-2-16,6 0 1 15,2 8-8-15,6 14 9 16,-4 5 8-16,-6 3-16 16,-4 3-2-16,-10-1-5 15,-5-1-3-15,-5 1-5 16,-1-6-2-16,0-2-8 16,0-5-15-16,0-6-28 15,0-5-49-15,0-5-20 16,3-3-71-16,4 0-106 15,-1 0-252-15</inkml:trace>
  <inkml:trace contextRef="#ctx0" brushRef="#br0" timeOffset="55611.95">24802 2027 116 0,'0'0'440'16,"0"0"-301"-16,79-74 30 15,-72 52-55-15,-4 4-24 16,-3 1-3-16,0 3-21 15,0 4 7-15,-9 3-14 16,-6 3-18-16,-4 3-29 16,-3 1 5-16,-5 0-16 0,-3 11-2 15,0 10 0 1,2 6-4-16,2 4 4 16,4 0-3-16,6 0 4 0,6-3 0 15,7-4-1-15,3-6 0 16,0-6 0-16,0-4-2 15,3-7 2-15,11-1-10 16,4 0-9-16,1 0-2 16,2-15-14-16,0-4 29 15,-2-6 6-15,1 0 1 16,-4 1 0-16,-4 3 6 16,-4 5-3-16,-3 11 16 15,-5 2 17-15,0 3-3 16,0 0-2-16,0 0-16 0,0 10-5 15,0 10-10-15,0 3 0 16,0 0 2-16,8-3-1 16,-2-3 1-16,3-2-2 15,4-2 0-15,5-2 0 16,8-4 0-16,4-3-1 16,2-4 1-16,-2 0 2 15,-1-17 2-15,0-10 1 16,-2-13 0-16,-2-9-3 15,-3-10 0-15,-6-11 0 16,-9-3-1-16,-4 4-1 16,-3 11 0-16,0 18 1 15,0 18 0-15,0 12 2 16,-6 7-1-16,0 3 2 0,-4 0 7 16,-8 20-11-16,-3 12-15 15,0 13 15-15,6 10-1 16,8 6 3-16,5 1-2 15,2 0 1-15,5-5 0 16,14-5-1-16,5-8 5 16,2-8-4-16,2 0 0 15,5-7 1-15,0-5-1 16,1-6-1-16,-4-10 2 16,-5-7-1-16,0-1-1 15,-1-3-24-15,-4-17-81 16,-16 6-141-16,-4-3-232 15</inkml:trace>
  <inkml:trace contextRef="#ctx0" brushRef="#br0" timeOffset="57478.01">26144 1687 858 0,'0'0'85'0,"0"0"20"16,0 0-23-16,0 0-51 15,0 0-16-15,0 0-11 16,0 0-4-16,32 48 0 15,-12 2 51-15,2 5-25 16,-3 6-9-16,0-2-1 16,-4-6-12-16,0-6 4 0,-3-11-5 15,-3-9 1-15,-3-11-1 16,0-7-1 0,-5-9 3-16,1 0-3 0,-1 0 8 15,5-9 29-15,0-17 28 16,5-10-5-16,-1-8-51 15,1-7-1-15,-4-5-2 16,-1-3-5-16,-2 0 3 16,-2 7-3-16,-2 13-3 15,1 12 0-15,-1 12 0 16,0 7-1-16,0 7-11 16,0 1-27-16,0 0-42 15,0 9-125-15,5 11-93 16,-3-8-11-16,1 2-221 0</inkml:trace>
  <inkml:trace contextRef="#ctx0" brushRef="#br0" timeOffset="58096.99">26622 1835 503 0,'0'0'128'16,"0"0"-22"-16,0 0 17 0,0 0-47 16,0 0 30-16,0 0-13 15,10-66-5-15,-10 66 0 16,0 0-29-16,0 0-17 16,0 0-11-16,0 12-31 15,-10 13-6-15,-1 13 6 16,1 6 0-16,5-1 0 15,5 2 0-15,0-6-2 16,0-4 2-16,6-5 0 16,9-8-1-16,5-6 1 15,0-6-2-15,-1-7 1 16,1-3 0-16,3 0 0 16,-2-5 1-16,1-15-4 15,-3-5 4-15,-1-6-4 16,-1-7 4-16,-7-4 0 15,-4-7 1-15,-4-2 2 0,-2 0-3 16,0 3 5-16,-5 10-5 16,-8 10 0-16,-2 10 5 15,3 8 1-15,-3 5 10 16,6 5-14-16,-2 0-2 16,1 0-6-16,3 8-3 15,-1 12 1-15,2 8 1 16,5 5 4-16,1 4 3 15,0-1 0-15,0-2 1 16,13-3-1-16,6-3 0 16,3-5 0-16,3-3 0 15,3-8-1-15,4-5-5 0,0-5-39 16,4-2-35-16,0 0-31 16,-9-15-57-16,-2-8-40 15,-22 8-106-15,-3-2-180 16</inkml:trace>
  <inkml:trace contextRef="#ctx0" brushRef="#br0" timeOffset="58361.08">27071 1638 412 0,'0'0'158'0,"0"0"31"15,0 0-55-15,0 0-20 16,0 0-2-16,0 0-40 16,0-48-20-16,0 48-15 15,0 16-10-15,0 12-27 16,0 13 3-16,-2 7-2 0,2 5 5 15,0-1-1-15,0 1-1 16,0-4 2-16,0-5-2 16,9-6 5-16,3-6-6 15,-1-6-1-15,2-5-2 16,4-9 0-16,2-4-2 16,2-8 1-16,1 0-33 15,0-6-97-15,-3-14-62 16,-15 6-84-16,-1-1-351 15</inkml:trace>
  <inkml:trace contextRef="#ctx0" brushRef="#br0" timeOffset="58627.87">27298 1742 556 0,'0'0'212'0,"0"0"-113"16,0 0 30-16,0 0-49 15,0 0 5-15,0 0-31 16,1-42-2-16,-1 54-19 15,0 13-5-15,0 9-22 16,2 8 8-16,2-1 3 16,-1-1-1-16,3-3-1 15,0-2-1-15,3-7-5 16,1-5-7-16,-1-3-1 16,2-7-1-16,1-3 1 15,-3-3-1-15,0-7-4 16,1 0-15-16,-4 0-114 15,-6-11-79-15,0-2-159 0</inkml:trace>
  <inkml:trace contextRef="#ctx0" brushRef="#br0" timeOffset="60193.21">27311 1844 935 0,'0'0'55'0,"0"0"44"16,0 0-24-16,0 0-56 15,0 0-18-15,0 0 4 16,0 0-3-16,115-13 0 0,-72 13 0 16,-1 0-1-1,1 0-1-15,-5 0 0 0,-4 0-44 16,-3 0-25-16,-7-1-2 16,-9-1-5-16,-5 0 44 15,-7-1-29-15,-3-1 61 16,0-2 2-16,0 1 53 15,0-4-14-15,0-1 7 16,0 2 14-16,0-2-19 16,0 2 8-16,0 4-1 15,-3 1 2-15,0 3 8 16,-1 0-3-16,0 0-32 16,-2 0-6-16,-5 0-8 0,-4 12-11 15,-1 9 0-15,-2 7-8 16,3 5 6-16,2 2 1 15,2 1 1-15,5 0-1 16,3-4 0-16,3-2 1 16,0-6-2-16,0-4 0 15,4-6 0-15,6-4 2 16,2-3-1-16,2-5 0 16,3-2-11-16,1 0-20 15,-1-1 3-15,0-13 1 16,1-4 2-16,-2-5 20 15,1-4 6-15,-5-1 2 16,-2-1 1-16,-3-4 0 16,-4 6 3-16,-1 3 13 0,-2 6 4 15,0 6 9-15,0 5 5 16,0 5-5-16,0 2 1 16,0 0-8-16,0 0-9 15,0 0-16-15,0 1-4 16,-6 17-4-16,-3 10 0 15,0 8 8-15,3-1 2 16,5 2 1-16,1-3-3 16,0-3-2-16,0-6 0 15,7-5-16-15,11-5-22 16,2-6-17-16,3-5-48 16,6-4-16-16,1 0 31 15,-1 0 4-15,1-8 64 16,-3-8 22-16,-2-4-25 15,0-2 25-15,-2-5 8 0,1-1-4 16,-2-1 11-16,-2-1 13 16,-4-2 31-16,-5 3-1 15,-7 4 26-15,-4 5 19 16,0 6-21-16,0 4-24 16,0 6-10-16,-9 1-14 15,-3 3-22-15,-6 0-10 16,-4 3-2-16,-2 15-2 15,0 6 0-15,3 3-1 16,5 0 2-16,4-2-3 0,8-2 4 16,1-6-2-16,3-5-2 15,0-3-6-15,1-4-7 16,14-3-3 0,4-2-7-16,4 0 5 0,-1-13 8 15,-1-4 7-15,-3-1 7 16,-5 2 0-16,-2 6 5 15,-8 3 2-15,-2 6 8 16,-1 1 12-16,0 0-2 16,0 5-11-16,0 28-10 15,0 20-3-15,0 26-1 16,0 10 4-16,0 7 1 16,0 4-1-16,0-2-1 15,0-5-2-15,0-7 2 16,0-11-1-16,-8-16-1 15,-3-14 4-15,2-16-2 0,-1-13 1 16,2-7 0-16,4-6 4 16,-3-3-1-16,0 0-4 15,-5 0 1-15,-3-21 11 16,-1-7-15-16,1-8-8 16,5-2 2-16,2 1 1 15,5-2 2-15,3 1 2 16,0-3 1-16,2-1-4 15,17-1-2-15,8 1 2 16,5-1 0-16,7 3 0 16,10-2-4-16,2-1 4 0,6-1-2 15,-3-1 4-15,-6 1-2 16,-5 4-1-16,-7 0 5 16,-8 3-2-16,-8-1 3 15,-6 1-1-15,-6 4 1 16,-5 3 2-16,-3 7-2 15,0 8 3-15,0 4 0 16,-9 5 7-16,-3 0-3 16,-3 6-2-16,-3 0-6 15,-3 3-1-15,-3 20-2 16,-1 5-2-16,5 4 2 16,6-1 2-16,8-1 0 15,6-2-2-15,0-2 1 16,19-5 2-16,7-3 1 15,6-2-1-15,8-5 0 0,5-5 3 16,7-6-2-16,2 0 0 16,0 0-2-16,0-15-4 15,-5-3-22-15,-6 0-64 16,-34 8-131-16,-3 2-117 16</inkml:trace>
  <inkml:trace contextRef="#ctx0" brushRef="#br0" timeOffset="61243.63">29364 1865 719 0,'0'0'94'16,"0"0"-15"-16,0 0 27 16,0 0-30-16,0 0 9 15,0 0-8-15,0 0-40 16,-16-32-2-16,5 33-33 15,-5 16-2-15,-1 9-3 16,1 5-3-16,0 5 5 16,4 4 0-16,4-2 0 15,6 0 0-15,2-3 1 0,0-2-2 16,17-6 1-16,7-6 0 16,3-5 1-16,7-6 0 15,3-5-13-15,6-5 6 16,2 0 4-16,-6-12-2 15,-2-7 5-15,-5-6-15 16,-11-5 6-16,-3-4 9 16,-9-6 2-16,-9-5 10 15,0-1 33-15,0-2 0 16,-11 7-15-16,-5 8 0 16,-2 12 13-16,-5 9-10 15,1 4-13-15,-8 8-14 16,1 0-6-16,-1 8-2 15,-2 17 1-15,11 6-2 0,2 4 1 16,10-1 0-16,9-3 0 16,0-3 1-16,3-3-3 15,19-6 4-15,12-4-13 16,8-7-25-16,7-7-18 16,7-1-30-16,1-4-24 15,-2-18-35-15,-3-3 15 16,-10-4 115-16,-8-7-160 15,-10-3-227-15,-8-5 356 16,-5 0 46-16,-5 6 154 0,-3 8 61 16,-3 12-58-1,0 10-7-15,0 6-1 0,0 2-7 16,0 0-18-16,-3 7-90 16,-8 20-34-16,-5 16 4 15,-1 11-3-15,3 10 7 16,1 7 2-16,9 5 7 15,4 6 3-15,0 5 5 16,0 2-8-16,0 0 1 16,0-3-6-16,0-10-3 15,0-10-6-15,0-16 0 16,0-18-3-16,-2-12 0 16,1-11 2-16,-3-7-2 15,-2-2-15-15,-3-7-55 16,-2-20-93-16,3 6-179 0,1-3-136 15</inkml:trace>
  <inkml:trace contextRef="#ctx0" brushRef="#br0" timeOffset="61387.96">29694 2465 549 0,'0'0'294'15,"0"0"-148"-15,0 0 27 16,-9-82-86-16,21 68-33 16,15-3-22-16,10-1-18 15,15-3-5-15,14-4-6 16,16 0-3-16,10-4-2 15,7-1-16-15,-4 3-136 16,-66 20-103-16,-10 4-602 16</inkml:trace>
  <inkml:trace contextRef="#ctx0" brushRef="#br0" timeOffset="62294.08">30931 1820 653 0,'0'0'77'0,"0"0"37"15,0 0-21-15,0 0-40 16,0 0 7-16,-3-83-24 15,9 69-2-15,7 0-1 16,-1 2-11-16,4 2 1 16,4 3 0-16,4 2-8 15,2 2 6-15,6 3-11 16,-2 0 2-16,-1 11 0 16,0 13-1-16,-4 10 1 15,-5 6 5-15,-6 6-1 16,-8 2 1-16,-6 0-7 0,0 0-4 15,-9-7-3-15,-14-3 1 16,-9-6 1-16,-5-3-3 16,-6-8 0-16,1-5-2 15,0-7-7-15,1-6 1 16,3-3-3-16,1 0 0 16,4-9-9-16,6-10-7 15,6-1 10-15,12-5 9 16,3 0 5-16,6 0-25 15,0 3 8-15,2 5 16 16,13 3 4-16,3 4 1 16,4 6 5-16,2 1 1 0,3 3 0 15,3 0 2 1,-1 6 5-16,1 12 10 16,2 6 0-16,-3 5 1 0,1 4-12 15,-4 1 7-15,-4 3-14 16,-2-4-2-16,-3-2-3 15,0-4-1-15,-4-7-2 16,-2-5 0-16,-1-6-44 16,-1-8-64-16,-2-1-74 15,-5 0-108-15,-1-13-394 16</inkml:trace>
  <inkml:trace contextRef="#ctx0" brushRef="#br0" timeOffset="62827.92">31442 1771 902 0,'0'0'77'16,"0"0"22"-16,0 0-44 15,0 0-38-15,0 0 3 16,93-23 0-16,-68 41 4 15,3 5-1-15,1 7-2 16,-5 3 5-16,-3 4-6 0,-11 4-6 16,-8 0-3-1,-2 0-1-15,-12 0-2 0,-17-5 3 16,-7-3-11-16,-4-7-4 16,-3-7-2-16,4-8-10 15,6-5-4-15,6-6-7 16,7 0-2-16,8-3 14 15,4-14 14-15,6-4-1 16,2-4-13-16,0-1 9 16,7 1 6-16,8 2 0 15,4 6 0-15,-1 6 4 16,0 4 7-16,1 3 4 16,-1 4 11-16,1 0-2 0,2 2-2 15,-1 17 7-15,2 5 4 16,-1 4-1-16,-4 0-9 15,-3 4-5-15,-2-4-12 16,-3-2-3-16,0-3-2 16,-1-4 2-16,-2-7-3 15,0-3-25-15,4-8-27 16,0-1-65-16,3 0-91 16,-9-7-89-16,-1-4-471 15</inkml:trace>
  <inkml:trace contextRef="#ctx0" brushRef="#br0" timeOffset="63258.62">31963 1923 362 0,'0'0'483'0,"0"0"-391"16,0 0 48-16,0 0-66 15,0 0-20-15,0 0-16 16,0 0-38-16,-45 50 2 15,27-18-1-15,2-1-1 16,7 2 0-16,0-3 2 16,7-3-2-16,2 0-1 15,0-3 0-15,3-3-1 16,17-4 1-16,5-7-1 0,4-6 0 16,5-4 2-1,-3 0 5-15,1-8-4 16,-7-9 4-16,-3-5-5 15,-5-1 3-15,-5-4 7 0,-5-3 5 16,-5 1 18-16,-2-2 14 16,0 2-6-16,-5 5-6 15,-13 6-5-15,-3 4-10 16,-4 3-7-16,-2 5-13 16,-1 4-4-16,-1 2-3 15,3 0-12-15,2 10-20 16,9 6-20-16,4 0-49 15,10-1-67-15,1-11-38 16,0-1-154-16</inkml:trace>
  <inkml:trace contextRef="#ctx0" brushRef="#br0" timeOffset="63776.81">32230 1833 849 0,'0'0'76'0,"0"0"4"16,0 0 16-16,0 0-68 0,0 0 2 15,0 0-15-15,7-13-7 16,-2 13-5-16,4 17-3 16,6 11 1-16,0 9 7 15,1 7 33-15,-4 1-4 16,-3 3-19-16,1-2-4 16,-1-3-3-16,2-7-8 15,-1-5 5-15,-4-7-5 16,-1-8-2-16,-2-7-1 15,-2-7 0-15,2-2 0 16,3 0 6-16,3-2 4 16,2-18 25-16,8-10 32 15,-1-5-43-15,3-8-8 16,3-4-8-16,-3-7-6 0,3-5 7 16,-2 2-7-16,-3 8 1 15,-7 11-1-15,-4 14 0 16,-5 9-2-16,-3 7-2 15,0 8-7-15,0 0-28 16,0 0-40-16,0 16-54 16,0-2-179-16,0 1 38 15</inkml:trace>
  <inkml:trace contextRef="#ctx0" brushRef="#br0" timeOffset="64131.3">32739 2046 886 0,'0'0'83'0,"0"0"-7"15,0 0-17-15,0 0-58 16,0 0-1-16,0 0-3 15,-5 31 0-15,5-20 3 16,0-3 0-16,0-2 2 16,0-2-1-16,0-2-1 15,0-2 1-15,0 0 0 0,0 0 3 16,0 0 25-16,0 0 53 16,0-2 2-16,2-6-24 15,-1-1-23-15,-1 0-29 16,0 0-8-16,0 0-21 15,0 3-122-15,-4 6-121 16,-1 0-468-16</inkml:trace>
  <inkml:trace contextRef="#ctx0" brushRef="#br0" timeOffset="66974.53">1987 3902 952 0,'0'0'47'16,"0"0"17"-16,0 0-14 16,0 0-41-16,0 0-5 0,-6 100 21 15,6-45 22-15,0 4-6 16,0 2 4-16,0-2-18 15,0-6-2-15,0-4-6 16,0-6-4-16,0-7-7 16,0-8-3-16,0-10-2 15,0-7-3-15,0-4 4 16,0-2-4-16,0-5 2 16,-3 0-2-16,-12-10-35 15,-4-17-109-15,8 10-176 16,-2-1-244-16</inkml:trace>
  <inkml:trace contextRef="#ctx0" brushRef="#br0" timeOffset="67875.27">1644 4054 415 0,'0'0'288'16,"0"0"-212"-16,0 0 59 16,0 0-46-16,0 0-20 15,0 0-30-15,0 0-15 16,13-61-21-16,37 59-3 15,18 2 0-15,8 0 3 16,6 0-3-16,3 0 0 16,-1-5 0-16,-5-5 0 15,-9-3 0-15,-10-1 1 16,-17-1 0-16,-13-3 0 16,-11-1 1-16,-14-3 2 15,-5-4 4-15,0-2 4 0,-8 1-4 16,-11 2 2-16,1 5 17 15,-3 6 34-15,6 6-12 16,2 3-15-16,2 5 5 16,5 0-15-16,-4 16-20 15,2 19-4-15,1 16-7 16,1 7 4-16,2 8 3 16,4 4 2-16,0 4 2 15,0 1 1-15,0 0-3 16,0-8 4-16,0-8-5 15,4-12 0-15,-3-12-1 16,1-14 0-16,-1-8 0 16,-1-11 2-16,2-2-1 15,-1 0 1-15,4-12 0 0,1-12-2 16,3-9-4-16,1-4 4 16,2-5-3-16,3-3 3 15,-3 5 0-15,6 6 1 16,-5 10-1-16,2 10-1 15,-1 10 0-15,-2 4-5 16,1 0-2-16,2 12 0 16,3 18 3-16,-3 7 5 15,4 3 4-15,-1 7-1 16,-3-5 1-16,1 0 2 16,2-6-6-16,0-6 0 0,3-6 2 15,0-7-2 1,1-6 0-16,2-8 0 0,-1-3 0 15,2 0 3-15,3-14-2 16,1-10-1-16,-1-6-4 16,0-5-17-16,-8-3-8 15,-2-5 2-15,-9 1 17 16,-8 2 6-16,-1 10 4 16,0 8 4-16,-4 12-1 15,-13 10 8-15,-2 0 21 16,-5 16-30-16,0 14-4 15,0 5-5-15,11 0 6 16,7 2 1-16,6-5-2 0,0-5-2 16,13-2 4-1,14-6 2-15,10-5-1 0,7-6-1 16,8-5 6 0,12-1-1-16,3-2 0 0,2 0 0 15,-8 0-5-15,-12-5 1 16,-13-6-3-16,-15-5-12 15,-21 6-198-15,0 1-313 16</inkml:trace>
  <inkml:trace contextRef="#ctx0" brushRef="#br0" timeOffset="68973.86">4167 4236 112 0,'0'0'588'0,"0"0"-540"0,0 0 66 15,0-72-61-15,-12 56-4 16,-3 2-6-16,3 3 28 16,-6 4-5-16,0 1-10 0,0 6-27 15,-3 0 1-15,-4 0-12 16,-2 11-12-1,0 15-6-15,-1 4-1 0,4 6-3 16,6 4 2-16,5-1 1 16,7 1-1-16,6-4 2 15,0-3-1-15,0-7 1 16,16-7-1-16,2-6 0 16,3-6-2-16,1-7 3 15,2 0-4-15,0-5-1 16,4-15-12-16,-2-9 15 15,-4-2 2-15,-1-2 2 16,-3-2 0-16,-6 2 0 0,-2 5 3 16,-7 5 13-1,-3 10 20-15,0 9 4 0,0 4 10 16,0 0-9-16,0 1-17 16,0 18-26-16,-3 6 3 15,-4 6-5-15,7-1 2 16,0 1-1-16,0-3 1 15,0-1 0-15,18-4 0 16,4-7 0-16,3-4 4 16,1-6-4-16,5-4 0 15,6-2 0-15,-1 0 2 16,0-15 1-16,0-6-2 16,-5-7-1-16,-4-1 0 15,-5-3 3-15,-5-5-3 16,-7-3 1-16,-7-2 1 0,-3-2-1 15,0 3 0-15,-19 6 1 16,-5 8 0-16,-6 13-2 16,-1 7-1-16,4 7-2 15,6 0-4-15,8 6-4 16,10 8 7-16,3 4 1 16,1 2-12-16,23 2 3 15,7 4 8-15,2 2 1 16,0 2-1-16,0 2 3 15,-3 3 1-15,-8 2 0 16,-1-1 1-16,-8-3-1 16,-2-3 0-16,-1-6 0 0,-1-3 0 15,-4-7 0 1,-1-3 1-16,3-5 0 0,1-3-1 16,13-3-119-16,6 0-115 15,-11-3-156-15,2-8 48 16</inkml:trace>
  <inkml:trace contextRef="#ctx0" brushRef="#br0" timeOffset="70011.39">4781 4280 726 0,'0'0'46'0,"0"0"34"16,0 0-2-16,0 0-28 16,0 0 2-16,0 0-2 15,66-75-12-15,-42 73-3 16,1 2-13-16,-1 0-5 0,1 12-3 15,-2 12 8-15,-1 7 8 16,-4 5 0-16,-9 3-6 16,-3-3-1-16,-6 0-15 15,0-5-2-15,0-6-2 16,-6-5-3-16,-3-7-1 16,0-8-5-16,3-2 1 15,0-3 2-15,0 0 2 16,0-10 0-16,2-11-4 15,4-6 4-15,0-7 0 16,0-3 0-16,0 0 0 16,7 0 6-16,8 6-5 15,0 7 9-15,0 7 2 16,6 5-1-16,-3 7-6 0,4 5 0 16,-1 0-3-16,6 7-1 15,-6 17-1-15,1 7 2 16,-4 4 0-16,-9 3 1 15,-3 0 3-15,-6-4-6 16,0-6 1-16,0-7-1 16,0-8-1-16,0-6-20 15,0-5 11-15,0-2-6 16,0 0 9-16,0-13 2 16,0-8-8-16,0-7-26 15,8-5 29-15,3-2 4 0,1-3 4 16,3-1 2-1,2 7 0-15,-1 7 0 0,-1 6 1 16,4 11-1-16,-2 5 10 16,2 3 0-16,0 4-3 15,-2 19 1-15,1 7 12 16,-3 3 0-16,-6 6-2 16,-2-1-5-16,-7-3-6 15,0-4-6-15,0-4 1 16,-7-6-2-16,-1-7-22 15,4-5-38-15,4-8-43 16,0-1-86-16,0 0-212 16</inkml:trace>
  <inkml:trace contextRef="#ctx0" brushRef="#br0" timeOffset="71108.64">5866 4315 612 0,'0'0'150'15,"0"0"-75"-15,0 0 35 0,12-86-33 16,-12 63-5 0,0-1-15-16,-6 0-10 0,-9 2-5 15,1 6-4-15,-3 5-6 16,0 5 4-16,-4 6-3 16,-1 0-24-16,-3 11-9 15,-1 15-5-15,-1 5 4 16,2 4-1-16,6 5 1 15,7-1 0-15,4 1 1 16,8-4 0-16,0-2-2 16,0-5 2-16,11-5-1 15,6-5 1-15,3-6-3 16,4-7 2-16,-2-6 1 16,1 0-4-16,-1-3 4 15,2-17-4-15,-2-4-1 0,-2-6 1 16,-1-4 4-1,-1-3-2-15,-3-2 2 0,-6-1 0 16,-3 1 2-16,-2 7 3 16,-4 10-1-16,0 10-2 15,0 9 5-15,0 3 25 16,0 0 1-16,0 17-26 16,-4 11-3-16,-2 9-4 15,1 0 1-15,5 1-1 16,0-4 2-16,0-2-1 15,5-4-1-15,13-5 2 16,-2-5-2-16,5-5 0 16,1-6-1-16,2-6 0 15,2-1-1-15,2 0-9 0,-1-15-60 16,0-7-69-16,-4-7-32 16,-3-3-46-16,-5-3-49 15,-6-8-10-15,-6-3 172 16,0-5 105-16,-3-6 91 15,0 5 5-15,0 5 36 16,0 11-33-16,0 9 21 16,0 10-8-16,0 5-7 15,0 10 3-15,0 2-11 16,0 0-13-16,-3 4-16 16,3 19-40-16,-2 9-17 15,2 10 5-15,0 4 10 0,0 4 8 16,0 1-7-16,0 0-8 15,5-3-1 1,7-4-2-16,-2-6-6 0,1-9-4 16,2-4-5-16,1-10 0 15,0-5-1-15,0-7-2 16,5-3 1-16,-2 0-2 16,2-9-21-16,-7-12-35 15,-5-3-81-15,-7-3-66 16,0 13-85-16,0 2-141 15</inkml:trace>
  <inkml:trace contextRef="#ctx0" brushRef="#br0" timeOffset="72243.07">6249 4247 52 0,'0'0'463'0,"0"0"-330"15,0 0 16-15,0 0-46 0,-83-31-22 16,83 31-24-16,0 0-8 16,0 0-33-16,3 0-15 15,19 0 1-15,5 0 2 16,6 0 5-16,3-6 0 15,-2-1 0-15,-1 2-4 16,-5 2 0-16,-4 0 5 16,-8 2 8-16,-7 1-7 15,-6 0-3-15,0 0-3 16,-3 0 1-16,0 18-6 16,0 6 9-16,0 7 10 0,-6 6-1 15,0-2-5-15,-1 0-7 16,6-4 1-1,1-2-5-15,0-8 3 0,0-6-3 16,1-5-2-16,12-7 0 16,1-3 0-16,5 0 1 15,3-4 0-15,0-15 6 16,-2-4-4-16,-2-2-1 16,-3-3 0-16,0-1 0 15,-6-1-1-15,0 1 1 16,-1 6 3-16,-7 7 14 15,-1 8-3-15,0 5 22 16,0 3 2-16,0 0-2 16,0 0-27-16,0 17-11 15,-3 4-1-15,-3 6 1 0,3 3-1 16,3 3 4-16,0 3-4 16,16-4 2-16,4-5-2 15,4-7 3-15,-4-9-1 16,-3-5 0-16,1-6-1 15,-5 0 0-15,2-7-2 16,-3-15 1-16,3-3-7 16,-6-7 1-16,3-3-2 15,0-1 4-15,-3 1 0 16,1 2 2-16,2 8 0 16,0 6 3-16,0 7 0 15,6 6 0-15,3 5 0 16,0 1-5-16,7 2 0 0,-1 17 1 15,-2 4 4-15,-4 3 2 16,-4 1-1-16,-3-3 1 16,-6-3 3-16,-5-4-1 15,-3-7 3-15,0-5-4 16,0-2 3-16,0-3-3 16,0 0 6-16,-6-3 5 15,-2-13-6-15,1-8-3 16,6-3-3-16,1-3-2 15,0 2-1-15,1 6 0 16,14 4-2-16,2 7 0 16,2 7-5-16,0 4 2 0,4 0-3 15,5 0-3-15,5 11-1 16,3-2-11-16,2-1 7 16,-2 1 7-16,-3-6-1 15,-2 1 11-15,-2-4 0 16,-6 0 0-16,-3 0 2 15,-4 0 1-15,-4-3-2 16,-4-7 2-16,1-4 0 16,-6-3 3-16,-2-1-2 15,-1 1 1-15,0 3-2 16,0 5-1-16,-13 8 3 16,-7 1 7-16,-11 8-5 15,-2 18-7-15,-1 5 0 16,4 3 2-16,6-1-2 15,8-2-1-15,10-1 1 0,6-5-1 16,0-4 1-16,19-2 0 16,14-6 0-16,9-3 0 15,10-5 1-15,8-2 5 16,1-3-4-16,-3 0 8 16,-10 0-5-16,-11-4-3 15,-11-4 0-15,-13 0-2 16,-9 3-15-16,-4-1-30 15,0 5-97-15,-6-2-177 16</inkml:trace>
  <inkml:trace contextRef="#ctx0" brushRef="#br0" timeOffset="73408.41">7052 4244 520 0,'0'0'73'0,"0"0"3"16,0 0 6-16,0 0-39 16,0 0-20-16,0 0 3 15,0 0 4-15,0 22 17 16,0-2 41-16,0 9-52 16,0-1-6-16,0 4-8 15,-3 0-3-15,3-3-9 16,0-1 1-16,-3-6-4 15,3-5-4-15,0-7 0 16,-2-6-1-16,2-1-1 0,0-3 1 16,-1 0 2-16,-4 0 4 15,-3-5 13-15,0-12 5 16,-1-1-24-16,-1-2 0 16,4-2-2-16,3-1 0 15,3 0 0-15,0-1 1 16,0 2-1-16,1-1 1 15,14 1 2-15,3-2-1 16,3 0-2-16,1 4-42 16,1 3-84-16,-16 16-91 0,2 1-555 15</inkml:trace>
  <inkml:trace contextRef="#ctx0" brushRef="#br0" timeOffset="76759.53">8990 4378 511 0,'0'0'122'0,"0"0"-81"16,0 0 72-16,0 0-32 15,0 0-10-15,0 0-7 16,48-79-1-16,-48 65-10 16,0-3-11-16,0 2 0 15,-9-2-8-15,-5-3 3 16,-5 2-11-16,1 1-1 0,-1 3-10 15,-1 5 1 1,1 5-5-16,-2 4-2 0,-1 0-7 16,-5 3-4-16,4 15 0 15,-2 9-2-15,4 3 4 16,3 4-4-16,6 1 4 16,5 0-2-16,5-1 3 15,2-6-2-15,0-4-1 16,3-4 2-16,11-7-2 15,5-4 0-15,2-7 0 16,2-2 1-16,2 0 1 16,0-11 0-16,-1-12 3 15,3-5-1-15,-6-3-1 0,-2-4 1 16,-4-4 0-16,-6 3 1 16,-6 2 0-16,-3 5 2 15,0 10-3-15,0 8 2 16,0 7 10-16,0 4 13 15,0 0 3-15,-6 2-30 16,-6 22-3-16,0 10-3 16,0 4 6-16,5 1 2 15,7 0-2-15,0-4 0 16,7-5 1-16,10-5-1 16,3-7-1-16,0-4 0 15,4-7 1-15,-3-5 0 0,-2-2-2 16,-1 0 5-16,1-12 0 15,-4-10-3-15,2-6 5 16,-4-6-5 0,-4-10-3-16,-2 2 2 15,-2 4 1-15,-5 8 4 16,3 19-4-16,-3 6 0 16,0 5 1-16,0 0 5 15,0 0-6-15,6 15-2 16,2 12-8-16,2 5 10 15,-1 5 1-15,3 0 0 16,0-5-1-16,-2-5 1 16,5-7 0-16,-6-6-2 15,2-6 1-15,-5-4 0 0,-2-4 1 16,2 0-1-16,1 0 2 16,4-18 1-16,7-9 0 15,-2-6-1-15,-1-6-1 16,0-2-1-16,-2-1 0 15,-2 5 0-15,-2 9 0 16,1 11 0-16,-4 7 1 16,-4 9-1-16,-1 1 0 15,2 0-2-15,3 18-2 16,4 10-5-16,-2 8 9 16,4-1 2-16,0 2-1 15,-2-5-1-15,5-1 0 16,2-6-1-16,5-5-2 15,5-6-20-15,6-5-46 0,4-8-49 16,3-1 0-16,3 0-16 16,-2-11-8-16,-4-7 29 15,-4-4 73-15,-5 0 40 16,-7-2 4-16,-4-1 1 16,-6-3 36-16,-1 0 23 15,-4-3-3-15,-2 3-4 16,-1 0 15-16,-3 4-7 15,0 6 4-15,0 3-11 16,-15 5 0-16,-4 6 5 0,-2 4-31 16,-2 0-19-1,-2 14-10-15,0 12-6 16,5 6 2-16,4 3-1 16,5 2 1-16,8 0 1 0,3-2-2 15,0-4 2-15,0-4 0 16,15-6-1-16,5-5 0 15,8-8 0 1,3-8-1-16,2 0 2 16,0-7 5-16,-6-14-1 15,-5-9 0-15,-4-5 2 16,-3-6-4-16,-6-7 1 16,-3-8-1-16,-4-6 0 15,-2-2 1-15,0 6-1 16,0 15 1-16,0 17 6 15,0 15 25-15,-5 9-3 0,-1 2-2 16,-2 10-20-16,-5 19-9 16,0 12 0-16,1 8 1 15,7 6-1-15,4 0 1 16,1-2-1-16,0-3 1 16,6-6-1-16,13-5 3 15,6-4-3-15,11-3 0 16,11-7 0-16,6-6-3 15,10-6 2-15,-3-10-39 16,-40-3-167-16,-4-3-148 16</inkml:trace>
  <inkml:trace contextRef="#ctx0" brushRef="#br0" timeOffset="77284.25">10922 4030 869 0,'0'0'57'15,"0"0"43"-15,0 0 14 16,0 0-53-16,0 0 7 0,0-39-7 16,0 64-31-1,0 13-18-15,0 13 16 16,0 8-5-16,0 1-5 16,4 1-4-16,1-1-4 0,1-7-6 15,-3-6 1-15,0-11-4 16,-3-11-1-16,0-10 0 15,0-8-1-15,0-7-24 16,0 0-48-16,-3-20-101 16,-6 2-102-16,1-1-550 15</inkml:trace>
  <inkml:trace contextRef="#ctx0" brushRef="#br0" timeOffset="78122.28">10746 4234 490 0,'0'0'362'0,"0"0"-295"0,0 0 51 15,0 0-73-15,0 0-45 16,0 0-7-16,60-21 7 16,-12 24 3-16,5-3-1 15,5 0 1-15,7 0 1 16,0-10 0-16,1-9 1 16,1-4 10-16,-15-3 25 15,-10-2-25-15,-18-1-5 16,-11-2 5-16,-13-3 0 15,0 0 19-15,-4-2-14 16,-13 7-10-16,-1 7-5 16,-1 6 17-16,4 7 13 15,5 5-4-15,-1 4-15 0,1 0-5 16,-1 10-9 0,-2 17-1-16,-2 9 1 15,3 11-2-15,4 8 0 0,3 7 2 16,3 3-1-16,2-1 3 15,0-5-1-15,0-8 8 16,10-11-4-16,3-8-3 16,-3-10 0-16,2-10-4 15,-5-5 1-15,4-7-2 16,2 0 3-16,4-6-1 16,5-16 4-16,2-8-5 0,0-6 0 15,-5-2-2 1,-1-1-5-16,-4 4 2 0,-6 10 5 15,-5 14 0 1,-3 8 1-16,0 3 0 16,0 0-1-16,0 17-1 0,0 12-18 15,0 6 19-15,0 2 6 16,0-2-6-16,3-3 3 16,8-5-1-16,7-3-1 15,-2-7-1-15,5-4 1 16,3-5 2-16,-3-5-3 15,9-3 4-15,-2 0-4 16,0-14 4-16,-2-9-1 16,-4-2-2-16,-4-5-1 0,-3-2 1 15,-8-3-1-15,-7 0 0 16,0 9 6-16,0 8-4 16,-13 11-1-16,-5 7 1 15,-6 0 0-15,-1 18-2 16,5 10-3-16,1 7 1 15,8 1 1-15,8-3 1 16,3-1-2-16,0-7-1 16,13-3 1-16,7-5 2 15,3-5 1-15,8-6 1 16,5-5-1-16,1-1 3 16,7 0-4-16,0 0 2 15,-2-1-1-15,-5-8-1 16,-4-1-10-16,-6-3-115 15,-24 7-135-15,-1 1-332 0</inkml:trace>
  <inkml:trace contextRef="#ctx0" brushRef="#br0" timeOffset="80336.03">12790 4357 767 0,'0'0'80'0,"0"0"-74"15,0 0 37-15,0 0-10 16,0 0 15-16,0 0-2 0,43 48 1 15,-28-48-10 1,4 0 1-16,4 0 4 0,1-11 8 16,4-10-9-16,4-6-9 15,0-7-11-15,-2-5-13 16,-1-4 2-16,-7-2-8 16,-7-2 3-16,-8 1-4 15,-7 2 2-15,0 5 3 16,0 12 0-1,-10 13-3-15,4 8 4 16,3 6 8-16,-3 3-15 16,4 18-16-16,2 9 14 15,0 4-1-15,0 4 5 0,20 2-4 16,7 0 3-16,4-2-1 16,2-1 2-1,-5-6 0-15,-4-4-2 0,-6-7 2 16,-11-8-2-16,-4-3 1 15,-3-6 2-15,0 0-1 16,0-1 7-16,-19 0 4 16,-4-2-2-16,-5 0-5 15,0 0-6-15,3-2-24 16,5-12-47-16,11-3-54 16,9-1-46-16,0 8-102 15,2 1-191-15</inkml:trace>
  <inkml:trace contextRef="#ctx0" brushRef="#br0" timeOffset="80853.47">13361 3961 605 0,'0'0'126'16,"0"0"-49"-16,9-74 32 16,-9 67-40-16,0 4-3 15,0 3 13-15,0 0-23 16,0 0-16-16,0 0-1 15,0 5-9-15,0 15-27 16,0 10 3-16,-3 10 2 0,2 8-5 16,1 6 0-1,0 2 0-15,0-2 2 16,0-6 7-16,0-5-4 0,4-7 0 16,1-8-5-16,-5-8 1 15,0-9-1-15,3-6-3 16,-3-5 3-16,0 0-2 15,0 0 2-15,0-2 2 16,4-18 2-16,-2-7-2 16,1-7-5-16,0 1-11 15,1-2-9-15,4 7 13 16,-1 6 4-16,3 5 0 16,1 4 2-16,1 6 0 15,3 4 0-15,-3 3-4 16,7 0-2-16,-4 16 3 15,-3 11 3-15,2 8 1 16,-4 5 11-16,-4 1 0 0,0 2-4 16,-2-5-4-16,1-4-3 15,2-7 1-15,1-5-1 16,1-8-1-16,1-5-28 16,5-9-60-16,6 0-37 15,0-6-33-15,-12-7-79 16,-3 0-122-16</inkml:trace>
  <inkml:trace contextRef="#ctx0" brushRef="#br0" timeOffset="81770.06">13757 4227 626 0,'0'0'82'16,"0"0"43"-16,0 0-26 16,0 0-17-16,0 0 18 15,0 0-16-15,0 0-11 16,1-57-25-16,-9 75-48 15,-2 9 1-15,4 5-3 16,3 3 4-16,3 2-1 16,0-3 0-16,0-3 4 15,5-7 0-15,7-3-4 16,3-5-1-16,1-6 0 16,2-5-1-16,1-5 1 15,-1 0 0-15,2 0 0 16,-2-11 3-16,0-9 0 15,-5-4 0-15,-3-4-1 0,-4-1-2 16,-3-3-1 0,-3 5 1-16,0 4 2 0,0 7 1 15,0 6 0-15,0 6 1 16,0 2 4-16,0 2 17 16,0 0-3-16,0 0-22 15,0 0-8-15,0 16-3 16,6 8 5-16,3 4 6 15,-1 3 0-15,-1-1 1 16,2-2 0-16,0-4 0 16,-3-4 0-16,0-5-1 15,-3-8 0-15,-1-4 0 0,-1-3 0 16,1 0 0-16,1 0 1 16,2-11 4-16,3-10 4 15,-1-8-8-15,2 0-1 16,0-2 1-16,-1-2 0 15,2 4-1-15,2 4 0 16,0 5 2-16,0 7-2 16,3 4-1-16,-3 8 1 15,4 1-1-15,1 0-1 16,4 13 1-16,-1 11-3 16,-2 5 4-16,-1 1 1 15,-7 0-1-15,-5-5 2 16,-4-3-1-16,-1-6-1 0,0-7 0 15,0-5-2 1,0-3 2-16,0-1 0 0,0 0 0 16,0-4 3-16,0-16-3 15,0-5-16-15,0-5 0 16,0-2 5-16,0-5-7 16,0-1 3-16,6 4 5 15,6 5 3-15,2 7 6 16,-1 8 1-16,-1 7-1 15,3 4 1-15,-3 3 1 16,5 0 1-16,0 17 0 16,-1 10 5-16,-1 5 10 0,0 8-6 15,-3 0-1-15,0-1-4 16,-2-1-4 0,-2-7-2-16,0-4 1 0,-4-7 0 15,2-7-1-15,-3-6-1 16,-2-7-31-16,4 0-59 15,2-3-65-15,4-15-50 16,-5 5-29-16,-3-2-271 16</inkml:trace>
  <inkml:trace contextRef="#ctx0" brushRef="#br0" timeOffset="82027.63">14562 4012 592 0,'0'0'90'0,"0"0"58"0,0 0-49 15,0 0-28-15,0 0-26 16,0 0-12 0,0 0 52-16,17 91-30 0,-11-51-21 15,-2-1-5-15,2-1 2 16,0-2 5-16,2-4-4 16,0-4-9-16,2-5-12 15,-1-6-3-15,1-5-4 16,2-3-2-16,-2-5-2 15,5-4 0-15,-1 0-2 16,0 0-14-16,-1-15-90 16,-13 5-148-16,0 0-203 15</inkml:trace>
  <inkml:trace contextRef="#ctx0" brushRef="#br0" timeOffset="82179.25">14625 4215 752 0,'0'0'179'0,"0"0"-157"15,0 0 93-15,0 0-53 16,0 0-43-16,0 0-19 16,52-40-2-16,11 26-5 15,15-4-21-15,-43 11-66 16,-3 1-503-16</inkml:trace>
  <inkml:trace contextRef="#ctx0" brushRef="#br0" timeOffset="82853.03">15740 4072 685 0,'0'0'179'16,"0"0"-146"-16,0 0 61 15,31-94-28-15,-28 67-35 16,0-3 16-16,-3-4-21 16,0-3-2-16,0 3 3 15,0 1-1-15,-8 7 12 0,1 10 11 16,-1 6-10-1,1 6 7-15,3 4-20 0,-5 0-10 16,-6 19-16-16,0 18-3 16,-5 12-1-16,7 9 5 15,7 8-1-15,4 9 0 16,2 3 1-16,0 2 0 16,0-3 4-16,11-5-2 15,-1-5 3-15,1-4 4 16,-2-3-2-16,-3-9 0 15,-3-7 0-15,-2-11-3 16,-1-7 4-16,0-6-3 16,0-5-5-16,-7-5 2 0,-7-3-2 15,-8-6 0-15,-6-1-2 16,-5-3-6-16,-5-18-41 16,0-7-46-16,3-4-85 15,25 13-75-15,2 1-83 16</inkml:trace>
  <inkml:trace contextRef="#ctx0" brushRef="#br0" timeOffset="83102.7">15426 4319 511 0,'0'0'44'0,"54"-72"12"16,-17 48 8-16,8 0-39 16,7 3-8-16,3 3-5 15,-1 4 6-15,-3 6 32 0,-5 7 12 16,-7 1-8-16,-6 1-9 15,-5 19 18-15,-6 7-13 16,-4 5 10-16,-3 3-12 16,-7-2 3-16,-4 0-22 15,-2-6-10-15,-2-5-7 16,0-5-3-16,0-7-2 16,0-5-2-16,-8-5-5 15,-2 0-69-15,4-8-144 16,3-9-412-16</inkml:trace>
  <inkml:trace contextRef="#ctx0" brushRef="#br0" timeOffset="83234.72">15969 4051 806 0,'0'0'231'0,"0"0"-212"16,0 0 54-1,0 0-66-15,0 0-7 0,0 0-94 16,0 0-100-16,0-6-91 15</inkml:trace>
  <inkml:trace contextRef="#ctx0" brushRef="#br0" timeOffset="84388.47">16058 4222 556 0,'0'0'92'0,"0"0"17"16,0 0-20-1,0 0-25-15,84 28-11 0,-64-29-4 16,-4-12-14-1,-1-4-7-15,-4-2-14 0,-5-1 0 16,-5-4 1-16,-1-2-6 16,0 1 13-16,0 2-6 15,-9 6 2-15,-2 4 28 16,0 6 5-16,3 4-1 16,1 3-14-16,-2 0-29 15,0 0-7-15,-2 18-6 16,4 4 3-16,-2 5 1 15,5 4-2-15,2 4 3 16,2-1 1-16,0 1 1 16,0-1-1-16,12-3 0 15,4 1-1-15,11-7 1 16,5-7 0-16,0-4 0 0,3-8 1 16,-8-6 0-16,-4 0 1 15,-2-9 2-15,-4-15-2 16,-1-6-1-16,-5-8 1 15,-4-4-3-15,-4-9 1 16,-1-3-2-16,-2-6 2 16,0 4 0-16,0 9 0 15,0 13 1-15,0 13-1 16,0 10 4-16,0 7 11 16,0 4 26-16,0 0-3 15,0 0-21-15,0 7-17 16,-2 16-2-16,2 12 2 15,-1 4 0-15,1 4 2 16,0 3-1-16,0-1 3 0,0-1-2 16,0-3-2-16,0-5 1 15,4-6-1-15,6-9-5 16,2-6-31-16,8-10-44 16,2-3-64-16,11-2-6 15,3 0 32-15,3-14-5 16,-2-5 70-16,-1-1-25 15,-5-5 55-15,-4-2 23 16,-3-1 5-16,-5-3 14 16,-5-4 51-1,-5 0 97-15,-8 6-75 0,-1 5-9 16,0 11-12-16,-9 5-6 16,-8 5-8-16,0 3-21 15,-2 0-32-15,0 13-4 16,2 9-3-16,0 5 1 15,-1 7 2-15,6 0-1 16,2-1 0-16,5-1 1 16,5-4 0-16,0-2-2 15,2-1 3-15,14-5-1 16,2-6 0-16,3-6 7 16,1-7 2-16,1-1-3 15,-1-1 6-15,2-18 12 16,0-10-3-16,-3-5-4 0,-2-5-8 15,0-11-6-15,-3-6 1 16,-3-7-2 0,-4-7 1-16,-5-2 0 0,-2 9-2 15,-2 8 0-15,0 12 12 16,0 19-1-16,-3 11 4 16,-2 7 2-16,-4 6-8 15,-4 0-10-15,-2 22-9 16,-6 16 3-16,4 12 6 15,3 3-1-15,5 11-1 16,7 1 2-16,2 1 0 16,0 0 3-16,18-7-2 15,9-7 1-15,3-12-1 0,1-8 0 16,4-11 2 0,1-9-3-16,1-8 0 0,-2-4 2 15,-3 0-1-15,-7-2-1 16,-5-12 0-16,-3-2-6 15,-3 1-32-15,-4-1-58 16,-10 9-141-16,0 1-200 16</inkml:trace>
  <inkml:trace contextRef="#ctx0" brushRef="#br0" timeOffset="89817.14">17905 4023 526 0,'0'0'167'0,"0"0"-129"16,0 0 81-16,0 0-51 15,0 0-13-15,0 0 0 16,-14-84-6-16,17 72-17 16,11-2 1-16,5 0-8 15,5 1 0-15,4 4 2 0,3 2-2 16,2 7-4-16,1 0-6 16,-1 0-8-16,-1 22 1 15,-6 6-4-15,-2 5 0 16,-9 10 7-16,-3 1 3 15,-8 0-4-15,-2-1-7 16,-2-7 6-16,0-10-8 16,0-9 0-16,-3-6 3 15,-3-6-2-15,2-4 1 16,1-1 4-16,-2 0 8 16,-2-10 20-16,-1-14-14 15,3-7-14-15,3-6 2 0,2-5 2 16,0-3 3-16,0 3-9 15,9 1 2 1,1 6-7-16,2 8-3 0,0 7 3 16,-1 10-5-16,2 6-30 15,3 4-51-15,5 0-83 16,3 15-48-16,-16-3-46 16,-1 1-175-16</inkml:trace>
  <inkml:trace contextRef="#ctx0" brushRef="#br0" timeOffset="90388.94">18460 4021 34 0,'0'0'301'0,"0"0"-170"16,0 0 17-16,0 0-51 16,0 0-21-16,0 0-38 0,80 47-2 15,-71-48 24-15,4-14 35 16,-4-3-26-16,0-3-48 16,-2-4-9-16,-5-2-6 15,-2-2-2-15,0 4 2 16,-4 1-2-16,-8 6 3 15,1 6 19-15,1 5 20 16,2 7 4-16,-1 0-18 16,-4 0-15-16,1 20-17 15,0 7-3-15,0 8 2 16,5 2-1-16,5 1 2 16,2 0 0-16,0-5-1 15,0-4 1-15,12-6 0 0,6-8-1 16,-1-5-3-1,3-7 3-15,4-3-2 0,0 0 3 16,-1-11 4 0,2-12-1-16,-3-6-3 0,-3-7 0 15,-3 1-6-15,-3-3-3 16,-3 2 6-16,-2 7 3 16,-3 9 0-16,-4 9 1 15,-1 8 0-15,2 3 15 16,3 0-11-16,4 6-5 15,2 14-13-15,3 5 13 16,0 2 11-16,1 3-2 0,-5-3 2 16,-2 0 0-1,-5-1 3-15,-3-4 4 16,0-3-3-16,0-3 4 0,-5-3-3 16,-5-3 4-16,-6-4-11 15,0-3-5-15,-1-3-4 16,0 0-1-16,4-7-42 15,5-10-76-15,7-5-102 16,1 13-30-16,0-1-383 16</inkml:trace>
  <inkml:trace contextRef="#ctx0" brushRef="#br0" timeOffset="90608.19">18971 3923 799 0,'0'0'23'0,"0"0"54"16,31 93 16-16,-25-58-28 15,-1-1-6-15,-5-3-10 16,0-3-23-16,0-5-13 16,0-6-7-16,0-8-4 15,-6-9-2-15,0 0-34 16,3-4-136-16,3-11-199 15</inkml:trace>
  <inkml:trace contextRef="#ctx0" brushRef="#br0" timeOffset="90733.44">18985 3743 846 0,'0'0'55'0,"0"0"14"15,0 0-46-15,0 0-23 16,0 0-131-16,0 0-269 15</inkml:trace>
  <inkml:trace contextRef="#ctx0" brushRef="#br0" timeOffset="91151.97">19117 4051 363 0,'0'0'373'0,"0"0"-362"0,0 0 77 15,0 0-21-15,0 0 1 16,0 0 16-16,70-1-19 16,-57-19-23-16,0-5-22 15,-3-4 6-15,-5-4-4 16,-2-3-12-16,-3 2 2 16,0 3 10-16,-3 9-11 15,-9 8 9-15,-3 11 5 16,1 3 19-16,1 4-44 15,0 19-4-15,5 4 0 16,7 5-2-16,1 2 2 16,0 1-1-16,10-4 5 15,6 1 0-15,0-1 1 0,1-2 0 16,-2-3 0-16,3 1-1 16,-4-4 2-16,-3-5-1 15,-5-2 1-15,-6-8 1 16,0-2-2-16,-9-2 7 15,-11-4-8-15,-3 0-6 16,4 0-42-16,1-7-42 16,6-8-63-16,10 6-99 15</inkml:trace>
  <inkml:trace contextRef="#ctx0" brushRef="#br0" timeOffset="91804.42">19547 3720 782 0,'0'0'174'0,"0"0"-115"16,0 0 76-16,0 0-76 16,0 0-1-16,0 0-17 15,0 0-20-15,7 14 5 16,-4 29-1-16,2 12 11 16,-2 3-20-16,-1 0-2 15,2 3-3-15,0-6 3 16,2-5-5-16,-1-6-3 15,-1-10 0-15,-1-9-3 16,0-6-3-16,0-6 0 16,-1-8 0-16,-2-5-1 15,0 0-21-15,0-5-60 0,0-17-100 16,0 7-174-16</inkml:trace>
  <inkml:trace contextRef="#ctx0" brushRef="#br0" timeOffset="92849.03">19477 4030 762 0,'0'0'98'0,"0"0"-5"16,0 0 2-16,0 0-67 15,0 0-20-15,0 0-2 16,45-20 2-16,-5 17-8 16,6 1 3-16,4-3-2 0,2-2-1 15,1 0 0-15,-5-1 0 16,-3-2 0-16,-9 0 1 15,-10 0 0-15,-10 3 3 16,-6 0-3-16,-9 1 1 16,-1-1 4-16,0 0 31 15,0 2-21-15,-11-1 10 16,-5 3 18-16,-9 3-28 16,-2 0 10-1,-3 6-23-15,-1 13-2 16,7 5-1-16,3 8 0 15,3 3 0-15,9 3 0 16,8 10-3 0,1-4 1-16,4-8-1 0,15-5 3 15,1-15 0 1,3-8-3-16,0-5 3 16,0-3 0-16,2 0 1 0,-1-6 3 15,0-13-4-15,-3-5 3 16,-2-6-2-16,-3-3-1 15,-3 0-1-15,-4-1 1 16,-3 4 1-16,-2 6 1 16,-4 6 10-16,0 8 7 15,0 4 10-15,0 5 7 16,0 1-2-16,0 0-15 16,0 0-9-16,0 9-10 15,0 15-8-15,1 8 8 16,4 3 1-16,-2 2 2 0,1-2-2 15,1-4 2-15,-2-6-3 16,2-6 0-16,0-5 1 16,-2-4 0-16,2-6-1 15,-4-1-5-15,2-3 5 16,2 0 0-16,1-17-1 16,4-9-1-16,-1-3 1 15,-1-3 1-15,2 0 0 16,-1 3 1-16,0 5-1 15,0 7-1-15,3 3 1 16,0 7 0-16,1 2-2 16,1 5 1-16,2 0 0 15,0 13-2-15,4 13 3 0,-5 6 0 16,0 2 3-16,-6-1-3 16,-5-4 7-16,-4-7-6 15,0-3-1-15,0-9-2 16,0-4 2-16,0-5-2 15,0-1-3-15,0 0 5 16,0 0 5-16,0-17-5 16,0-10-5-16,0-6-7 15,0-6-2-15,0 1 5 16,2 3-7-16,9 8 10 0,1 7 2 16,-1 9 1-16,1 4 3 15,-2 6 0 1,2 1-1-16,3 0 4 0,-1 12-2 15,-1 11 4-15,-3 4 6 16,0 4-4-16,-3 4-2 16,-4 0 2-16,-2-1-5 15,-1-6-1-15,0-5-1 16,3-6-30-16,5-7-22 16,6-6-70-16,6-4-49 15,4 0-27-15,-13-6 68 16,0-6-320-16</inkml:trace>
  <inkml:trace contextRef="#ctx0" brushRef="#br0" timeOffset="93365.88">20760 3982 364 0,'0'0'155'0,"0"0"21"16,30-80-31-16,-30 68-42 0,0 8 1 15,-6 3-6-15,-12 1-22 16,0 0-38-16,-4 15-27 15,-2 10-8-15,3 6 1 16,0 4-2-16,3-2-2 16,8 3 3-16,5-3-3 15,5-2 0-15,0-2 0 16,0-5 2-16,14-1-2 16,11 1 1-16,8-5 0 0,3-5 1 15,5-10 40-15,-2-4-30 16,2-1-8-16,-3-20 4 15,4-6 0-15,-5-7 5 16,-4-6 1-16,-3-5-8 16,-6-1 4-16,-8-5-9 15,-4 3 5-15,-7 7-5 16,-5 9 0-16,0 12 1 16,-5 10 4-16,-14 10-2 15,-6 0 4-15,-4 20-4 16,-1 11-4-16,6 5-1 15,6 4 0-15,9 1 2 16,6-4-2-16,3 0 1 16,0-8 0-16,11-4 0 0,13-2 0 15,10-5 1-15,8-4 0 16,7-5 6 0,1-8 2-16,-3-1-4 0,-2 0-3 15,-3-8-2-15,-7-5-6 16,-3-1-70-16,-29 6-144 15,-2 1-207-15</inkml:trace>
  <inkml:trace contextRef="#ctx0" brushRef="#br0" timeOffset="96031.89">22553 3971 619 0,'0'0'81'0,"0"0"11"15,0 0 22-15,2-78-43 16,-2 60-11-16,-9-1-7 16,-5 1-6-16,-2 4 2 15,1 4-6-15,-4 3 12 16,-1 4-41-16,1 3 5 16,-4 0-3-16,1 0-13 15,3 9-1-15,-2 9 3 16,2 4-5-16,2 7-2 15,1 1 0-15,4 0 1 16,2 0 0-16,9 0 2 0,1-4-2 16,0 0 2-16,5-3-3 15,10-7 2-15,2-4-4 16,0-5 3 0,2-7-1-16,0 0 0 15,-2 0 1-15,1-7 0 0,0-11-1 16,0-7 2-16,-3-2 5 15,-3 1-3-15,-3-1 3 16,-6 4-3-16,0 5 3 16,-3 5 7-16,0 9 14 15,0 3-6-15,0 1 9 16,0 0-6-16,0 5-23 16,0 18-6-16,0 8-1 15,0 5 7-15,0 1 1 16,0-1 1-16,3-7-2 0,10-5-1 15,1-7 0-15,0-5 0 16,1-7 2-16,-2-5-2 16,3 0 1-16,1 0-1 15,0-14 1-15,4-12 1 16,-5-2-1-16,2-5-4 16,-4-2 0-16,-3 3 4 15,0 4 0-15,-3 8 3 16,-1 6-2-16,-4 7-1 15,-2 5 0-15,-1 2 0 16,5 0-2-16,2 4-2 16,8 16-15-16,0 9 19 15,1 0 0-15,-4 2 2 0,-1-1-1 16,-4-6 0-16,-2-7 1 16,-4-9-2-16,-1-2 0 15,2-6 0-15,-1 0 2 16,-1 0-1-16,2 0 11 15,-1 0-3-15,1-17-2 16,2-8 2-16,2-8 7 16,3 2-16-16,2 3-1 15,1 6-7-15,1 6-6 16,2 7-6-16,1 5-13 0,2 4-18 16,3 0-6-1,1 1-1-15,4 8 7 0,-1 1 8 16,2-3 16-16,0-3 1 15,-2-2 7 1,-4-2 14-16,-3 0 5 0,-2 0 2 16,-2-2 1-16,-4-9-1 15,-4 0 7-15,-3-7-2 16,-1 2 17-16,-2-1 3 16,0 3 2-16,0 5 4 15,0 4 10-15,-19 5 10 16,-4 0-5-16,-5 8-48 15,-5 16-2-15,6 5-6 16,6 6 2-16,11 0 5 16,8-1-1-16,2 0 0 0,8-6 1 15,18-1-1-15,12-7 1 16,4-5 1-16,8-5 3 16,1-6 9-16,-3-4 14 15,-2 0-6-15,-9 0-10 16,-7 0-9-16,-9-3 0 15,-6-4-1-15,-4 0 0 16,3 0-57-16,0-4-88 16,-11 7-175-16,1-4-429 15</inkml:trace>
  <inkml:trace contextRef="#ctx0" brushRef="#br0" timeOffset="97148.21">24539 3681 825 0,'0'0'54'0,"0"0"64"15,0 0-31-15,0 0-23 16,0 0 4-16,0 0-1 16,0 0-35-16,-5-19-20 0,-6 19-3 15,-4 12-9-15,-6 15-2 16,-1 9-1-16,2 4 0 15,2 6 2-15,6-3 1 16,3 0 1-16,9-3-1 16,0-4-1-16,0-4 1 15,14-5-1-15,5-7 0 16,1-6 1-16,2-7-2 16,-3-4-1-16,-1-3 3 15,0 0 1-15,-3-9 6 16,3-10 5-16,-6-4 1 15,-1-5-1-15,-3-3 3 16,-5-5 7-16,0-4 11 0,-3-7-4 16,0 2-10-1,0 2 2-15,-3 10-9 0,-6 9-4 16,-1 8 3-16,-1 4 1 16,2 5-10-16,-5 5-2 15,-2 2-9-15,2 0-25 16,2 15 1-16,6 8-38 15,6 3-51-15,0-1-65 16,3-17-25-16,7-2-99 16</inkml:trace>
  <inkml:trace contextRef="#ctx0" brushRef="#br0" timeOffset="97349.61">24757 3907 459 0,'0'0'176'15,"0"0"-78"-15,0 0 65 16,0 0-58-16,0 0 7 16,13 9-18-16,-13-9-5 15,0 0-26-15,0-9-14 16,0-1-34-16,0 3-15 16,-1 2-13-16,-2 0-55 15,3 2-61-15,0 2-100 16,0 1-291-16</inkml:trace>
  <inkml:trace contextRef="#ctx0" brushRef="#br0" timeOffset="97832.4">25042 3745 365 0,'0'0'658'15,"0"0"-619"-15,0 0 96 16,0 0-69-16,0 0-27 16,0 0-37-16,-8-8 0 15,-6 31-4-15,0 7 2 16,2 3 0-16,3 0-3 16,6 0 3-16,3 1 1 15,0 2-1 1,6-2 0-16,14-3-1 0,2-8 0 15,-1-13-1-15,1-5 0 16,0-5 2-16,1 0-4 16,-4 0 0-16,1-11-2 15,-7-6 6-15,0-1 5 16,-5-5 3-16,-3-4 11 16,-5-2 15-16,0-5 9 15,0-2 5-15,0 4-14 16,-11 3-16-16,-2 6 1 15,-1 6-7-15,-2 4-5 16,1 6-5-16,-3 6-2 16,0 1-11-16,0 5-7 15,5 15-16-15,1 3-21 0,9 0-35 16,3-2-67-16,0-6-46 16,7-12-31-16,5-3-203 15</inkml:trace>
  <inkml:trace contextRef="#ctx0" brushRef="#br0" timeOffset="98145.21">25367 3663 957 0,'0'0'49'0,"0"0"75"16,0 0-45-16,0 0-43 15,0 0-3-15,1-17-10 16,-1 39-20-16,0 12-2 16,0 5 4-16,0 3 1 15,0 2 19-15,0-2-6 16,0-4 0-16,0-3 2 16,0-5-10-16,0-4 2 15,3-7-9-15,0-4-2 16,-3-2-1-16,2-6-1 15,0 1 0-15,-2-6-21 16,0-2-124-16,0 0-180 16,0 0-506-16</inkml:trace>
  <inkml:trace contextRef="#ctx0" brushRef="#br0" timeOffset="98800.42">25589 3946 907 0,'0'0'76'16,"0"0"-56"-16,0 0 15 0,0 0-20 15,0 0 14-15,0 0-6 16,0 0 6-1,-1 12 4-15,1-9-9 0,0 1-9 16,0 2-5-16,0 2-2 16,6-1 9-16,4 0 0 15,7 0-7-15,-2-1 12 16,1-3-1-16,2-2-2 16,-3-1-7-16,1 0-2 15,-2 0 3-15,-4-3-8 16,2-11 10-16,-1-6 0 15,-2-4-7-15,-1-5-4 16,-2-5 0-16,-3-6-3 16,0-3 2-16,0-4 0 15,3 3-1-15,3 6-2 0,-1 7 1 16,4 10-1-16,1 3 0 16,-1 5-1-16,0 4 1 15,3 4-1-15,-3 3 1 16,3 2-4-16,0 0-4 15,-1 17 3-15,0 12 1 16,-5 9 1-16,-5 8-3 16,-4 2 4-16,0 2 2 15,0-7 4-15,0-6 4 16,0-7-5-16,0-5-3 16,0-5 2-16,8-6 0 15,8-3-1-15,10-5 10 0,7-6-4 16,8 0-2-16,6 0 0 15,0-16-1-15,-3 2 2 16,-6 1-5-16,-5 2-1 16,-7 3-16-16,-7-1-76 15,-19 8-115-15,0-2-137 16</inkml:trace>
  <inkml:trace contextRef="#ctx0" brushRef="#br0" timeOffset="100949.85">27487 3873 551 0,'0'0'70'0,"0"0"30"16,0 0-15-16,0 0 0 16,0 0-13-16,0 0-38 15,0-16 5-15,3 8 2 16,-3-2-6-16,0-2-7 15,0-2 13-15,0-5-25 16,-6 1 11-16,-7-3 2 16,1-2-5-16,-3 2 1 15,1 4-6-15,1 4 6 16,1 3-3-16,-4 6-20 16,-1 4-2-16,-2 0-7 15,-3 3 2-15,0 19 5 0,0 8-4 16,3 4-1-16,2 3 5 15,7 1 0-15,3-2 0 16,4 2-1-16,3-5-1 16,0 1 1-16,0-6-2 15,11-3-1-15,4-6 0 16,3-6 3-16,0-9-1 16,3-4 0-16,1 0 0 15,3-7 1-15,0-13 1 16,-3-4 0-16,-1-4 1 15,-6-2 0-15,-2-2 4 16,-4-2 2-16,-4 0 0 16,-2 2 8-16,-2 6 1 15,-1 9-4-15,0 9 8 16,0 8 2-16,0 0 5 0,0 0-6 16,0 0-18-16,0 4-3 15,0 17-14-15,0 13 12 16,0 4 2-16,0-1 0 15,0-1 1-15,9-4-1 16,4-4 0-16,1-7-2 16,-1-4 2-16,-2-7 1 15,-4-5-1-15,1-3 1 16,-4-2-1-16,2 0-1 16,5-4 1-16,5-16 3 0,-1-4-2 15,1-4 0 1,1-5-1-16,-2 1 0 0,-2-2 1 15,0 7 0-15,-3 9-1 16,-3 8 0-16,-4 6 1 16,-1 2-1-16,-1 2 0 15,5 0-1-15,3 17-5 16,3 13-3-16,4 7 9 16,-2-1 4-16,2 1-1 15,-4-6-2-15,0-5-1 16,-3-6 0-16,-3-7 0 15,-3-6 4-15,-2-4-4 16,1-3 0-16,-1 0 0 16,4 0 0-16,7-15 3 15,0-13 3-15,7-15-4 16,-4-4-7-16,0 1 3 16,-2 3 2-16,-5 20 0 15,-1 10-2-15,-4 7 2 16,-3 6 0-16,0 0 0 15,2 2-4-15,1 22-10 16,3 8-4-16,1 4 14 16,3 0 1-16,0-1 0 15,2-2-19-15,5-2-31 16,4-6-60-16,3-5-53 16,-14-20-79-16,3 0-240 15</inkml:trace>
  <inkml:trace contextRef="#ctx0" brushRef="#br0" timeOffset="101501.83">28424 3823 848 0,'0'0'69'16,"0"0"58"-16,0 0-37 15,0 0-18-15,0 0-27 16,0 0-26-16,-82-71-13 15,55 86-2-15,0 14-2 16,0 6-4-16,4 4 2 16,2 1-2-16,7-4 0 0,7 0 0 15,4-4 2-15,3-5 0 16,0-4-2-16,12-8 1 16,4-2 0-16,4-7 0 15,0-6 0-15,5 0 2 16,4 0 1-16,3-20 19 15,5-6-1-15,-3-5-5 16,-4-7-3-16,-2-7-8 16,-10-11 6-16,-3-8-5 15,-6-8 4-15,-7-3-2 16,-2 9 8-16,0 11-1 16,0 18 4-16,-3 16-5 15,-5 11 12-15,3 8 4 16,0 0-10-16,-3 2-19 0,-2 13-8 15,-5 19 2-15,3 15 4 16,4 5 1-16,4 10 1 16,4 3 0-16,0-3 1 15,0-1 1-15,3-6 1 16,7-7-5-16,3-6 4 16,3-5-1-16,-1-7-1 15,6-5 0-15,4-4-1 16,5-8-3-16,7-8-10 15,0-5-117-15,-23 0-158 16,-2-11-148-16</inkml:trace>
  <inkml:trace contextRef="#ctx0" brushRef="#br0" timeOffset="102847.24">29477 3608 98 0,'0'0'522'16,"0"0"-471"-16,0-76 79 15,0 54-37-15,0 5-18 0,0 5 32 16,-4 5-27-16,2 4 19 16,1 3-8-16,-2 0-19 15,0 0-40-15,0 0-22 16,-3 7-10-16,0 15-10 16,0 11-2-16,-3 8 12 15,0 6 4-15,-1 3-4 16,-2 1 3-16,-3 0-3 15,0-4 1-15,0-5 0 16,1-9 0-16,3-10-1 16,2-7 2-16,4-8-2 15,2-4 0-15,2-1 3 16,1-3 2-16,0 2-2 16,0-2 6-16,0 0-6 15,0 0-1-15,0-3-2 0,9-7 0 16,7 0-5-16,4-1 3 15,6 1-2-15,4 2 0 16,5-1 2-16,1 1 1 16,-1 1 0-16,-4-1-1 15,-2 1 0-15,-4 0-4 16,-2 0 3-16,-4-1 3 16,-7-2 1-16,-3-1-1 15,-3-5-2-15,-6-4 2 16,0-6 2-16,0-4 1 15,0-3-1-15,0 5-2 16,0 7 2-16,0 7 0 16,-2 7-2-16,0 4 4 15,0 2 0-15,1-1 1 16,-1 2-5-16,0 6-3 0,2 22-15 16,0 13 10-16,0 5 8 15,0 3 0-15,0 0 3 16,0-4-3-16,2-2 4 15,5-5 4-15,-2-4-6 16,-1-5 3-16,1-3-2 16,-1-6 1-16,-1-6-3 15,2-6-1-15,0-2 0 16,0-2 0-16,3-4-2 16,2 0-53-16,6 0-92 15,-11-6-64-15,1-1-110 16</inkml:trace>
  <inkml:trace contextRef="#ctx0" brushRef="#br0" timeOffset="103513.58">30037 3622 717 0,'0'0'41'16,"0"0"94"-16,0 0-52 0,0 0-29 16,0 0 11-1,0 0-2-15,0-44-1 0,0 44-13 16,0 0-22-16,0 16-6 16,0 15-7-16,0 12 3 15,-3 7-3-15,-5 2-13 16,-2-1 7-16,-3-2-1 15,-1-6-1-15,-1-7-1 16,2-6-2-16,1-7 0 16,4-8-3-16,4-7 2 15,1-2 2-15,3-5-4 16,0-1 3-16,0 0 1 16,0 0 1-16,0 0 2 15,0 0 1-15,0 0-3 0,7-5 5 16,10-6-6-16,1 0-4 15,4 1 0-15,3 1-1 16,1 4 0-16,0-1-1 16,0 3 1-16,4-1-1 15,1-1-1-15,-2 1 3 16,-3-4-1-16,-6-1-8 16,-10-3-39-16,-2-4 43 15,-4-3 1-15,-4-1 4 16,0 1 3-16,0 4 0 15,0 6 4-15,0 4 3 16,0 3 16-16,0 2 1 16,0 0-8-16,-4 0-19 15,1 18-8-15,-3 8-1 0,3 2 9 16,0 3 1-16,1-1-1 16,2 0 0-16,0 0 1 15,0-3-2-15,0-2 2 16,0-6-2-16,5-3-22 15,14-4-97-15,4-5-116 16,-12-7-218-16,3 0-106 16</inkml:trace>
  <inkml:trace contextRef="#ctx0" brushRef="#br0" timeOffset="104187.43">30520 4075 450 0,'0'0'569'15,"0"0"-548"-15,0 0 91 16,0 0-78-16,0 0-1 16,0 0-15-16,0 0-15 15,67-68 0-15,-49 49-2 16,-1-4 1-16,2-4 1 16,-7-4 5-16,3-3 1 15,-6-2 2-15,-3 0 11 16,-1 1 2-16,-3 4 1 15,0 6 0-15,-2 0 5 16,0 8-5-16,0 6-5 0,0 2-2 16,0 2-3-16,0 1-10 15,0 2 6 1,0 1-6-16,0 3-3 0,0-2-1 16,0 1 0-16,0 0-1 15,0 1 0-15,0-2 0 16,0 2 1-16,0 0-1 15,0 0 2-15,0 0 0 16,0 0-2-16,0 0 1 16,0 0-2-16,0 0 0 15,0 0 1-15,0 0 0 16,0 0 0-16,0 0 0 16,0 0-3-16,0 0 0 15,3-1 3-15,6 1-3 0,3 0 2 16,1 0 1-16,-1 0-1 15,0 7 1-15,0 7-4 16,-1 7-1-16,-1 11 4 16,-4 5-3-16,-5 4-3 15,2 0 0-15,-3-7 3 16,3-3 4-16,2-8 0 16,-2-8-4-16,0-4 4 15,2-4 0-15,5-3 0 16,6-2 0-16,9-2 2 15,10 0 1-15,6 0 4 16,1-7-7-16,-1-3 0 0,-6 3 0 16,-8 0 1-16,-6 3-1 15,-10 0-34-15,-6 2-112 16,-5 2-128-16,0 0-338 16</inkml:trace>
  <inkml:trace contextRef="#ctx0" brushRef="#br0" timeOffset="107477.74">1799 6397 778 0,'0'0'38'0,"0"0"59"0,0 0-15 15,0 0-40 1,0 0-8-16,34-73-1 0,-10 65-10 15,6 2 4-15,6 6-1 16,-2 0-11-16,-3 0 4 16,-1 21-2-16,-3 8 2 15,-6 10-3-15,-5 5 8 16,-7 4-1-16,-7-1-5 16,-2-6-13-16,0-6-2 15,-5-11 0-15,-8-8 2 16,4-7-5-16,0-5 1 15,-1-4 13-15,4 0 2 16,-3-6 11-16,1-12-3 16,2-8-5-16,2-7-2 0,4-5-6 15,0-7 2-15,4-3-10 16,13 1-2-16,3 7 3 16,2 7-4-16,1 11-4 15,3 11 2-15,-1 7-5 16,2 4-32-16,1 0-37 15,0 14-39-15,-2 9-29 16,1 4 20-16,-2 2 54 16,-4 1 32-16,-3-2 36 15,-2-3 2-15,-4-4 2 16,0-2 0-16,0-5 17 16,-3-5 11-16,1-4-6 15,-2-3-8-15,1-2-1 0,1 0-2 16,1-7 18-16,-1-10 33 15,2-5-12-15,-6-4-16 16,-1-2 0-16,-4-2-4 16,-1 0 0-16,0 4-1 15,-6 4 1-15,-4 8-7 16,-1 7-7-16,-1 5 7 16,-7 2-3-16,2 2-22 15,-5 23-9-15,-5 8 6 16,5 9 3-16,5 4 1 15,4 0-1-15,10-1-2 16,3-3 1-16,0 0 2 16,8-6-3-16,11-6 0 0,11-5 2 15,3-8 0-15,4-7 0 16,3-8 2-16,5-2-1 16,1-1 1-16,-4-20 2 15,-2-6-3-15,-7-4 0 16,-6-5 0-16,-5-7-1 15,-8-2 1-15,-4-6-3 16,-10 2 4-16,0 3-1 16,0 14 0-16,0 11 1 15,-7 14 2-15,4 6 13 16,0 1 1-16,-2 3-18 16,1 19 0-16,2 7-2 15,2 10 1-15,0-3 1 16,2 4-1-16,10 1 1 15,4 0 0-15,1 0 3 0,-1-3-3 16,-7-8 7-16,-6-6-4 16,-3-5-1-16,0-5 0 15,-9-2 2-15,-9-7-2 16,-3-5-2-16,2 0-3 16,1 0-32-16,3-13-38 15,6-2-101-15,9 6-65 16,0 3-159-16</inkml:trace>
  <inkml:trace contextRef="#ctx0" brushRef="#br0" timeOffset="108027.83">2969 6419 848 0,'0'0'168'0,"0"0"-83"15,0 0-15-15,0 0-55 16,4 72-4-16,-4-23 31 16,0 6-8-16,0 6 11 15,0 7 5-15,-4 4-7 16,-2 2-10-16,3 8-14 0,0-3-7 16,3-4-2-16,0-7-6 15,0-22 15-15,0-13-17 16,0-15-2-16,0-12 2 15,0-6-2-15,0 0-1 16,0-25-19-16,-2-17-61 16,2-9-144-16,0-13-59 15,-3-6-38-15,-3-1-13 16,-1-4 227-16,-2 3 108 16,0 4 143-16,1 12 23 15,4 7 38-15,4 6-58 16,0 6-50-16,15 5-39 15,10 5-6-15,8 3-14 16,6 9-6-16,3 8 17 0,2 7 13 16,1 0 2-16,-2 7-5 15,-7 15-3-15,-9 5-14 16,-12 6-8-16,-10 0-13 16,-5 1-4-16,-8 1-5 15,-20-2-8-15,-8-5 2 16,-5-4-1-16,0-7-4 15,5-9-1-15,8-6-16 16,8-2-30-16,7-3-69 16,13-10-77-16,0-1-177 15</inkml:trace>
  <inkml:trace contextRef="#ctx0" brushRef="#br0" timeOffset="108744.46">3595 6588 717 0,'0'0'66'0,"0"0"-15"15,0 0-6-15,0 0-7 16,0 0 19-16,88-46-3 15,-74 29-6-15,-4 0-4 16,-1-2-2-16,-6 0-5 16,-3-2-2-16,0-2-6 15,0 0-5-15,-10 4-8 16,-4 5-1-16,-2 4-8 16,2 7 9-16,-1 3 17 15,-4 0-12-15,3 11-21 16,1 14-1-16,0 6-1 0,6 6 2 15,6 3 0 1,3 1 1-16,0-2 4 0,4-1 3 16,14-5-1-1,5-4 0-15,2-5-2 16,2-7-2-16,1-5-1 0,2-7-1 16,4-5 0-16,1 0-1 15,-1 0 0-15,-1-8-8 16,-5-9-71-16,-1-2-106 15,-24 10-50-15,-1-3-164 16</inkml:trace>
  <inkml:trace contextRef="#ctx0" brushRef="#br0" timeOffset="109076.24">4001 6395 719 0,'0'0'108'0,"0"0"28"0,0 0-22 15,0 0-14-15,0 0-10 16,0 0-26-16,0 4-41 16,-3 24-13-16,0 6-4 15,0 1 17-15,1 4-6 16,2-2 3-16,0-1-3 16,0-4-2-16,5-4-5 15,4-5-1-15,7-4-5 0,-1-5 1 16,3-6-4-1,3-4-1-15,0-4 0 16,6 0 0-16,-2-1 1 0,-1-13-1 16,0-2-19-16,-2-2-38 15,-8-3-92-15,4-2-27 16,-5-2-16-16,-13 14-43 16,0 2 55-16</inkml:trace>
  <inkml:trace contextRef="#ctx0" brushRef="#br0" timeOffset="109360.3">4256 6413 228 0,'0'0'114'0,"-15"-92"20"16,12 64-8-16,-1 9-28 16,4 4 3-16,0 7-11 15,0 5 7-15,0 3 11 16,-3 0-23-16,3 0-23 16,0 9-14-16,0 15-13 15,0 11 3-15,0 6-3 0,3 5-10 16,7 4-7-16,-1-2-2 15,2-2 2-15,-1-5-6 16,5-8-1-16,0-7-5 16,-5-6-4-16,1-9-1 15,-1-3-1-15,2-7-3 16,1-1 3-16,-2 0-1 16,4-6-13-16,0-11-32 15,-3-5-36-15,-12 8-83 16,0-2-746-1</inkml:trace>
  <inkml:trace contextRef="#ctx0" brushRef="#br0" timeOffset="109698.17">4234 6446 745 0,'0'0'22'15,"0"0"3"-15,0 0 3 16,0 0 16-16,0 0-3 15,125-6-2-15,-71-1 1 16,9 0 0-16,2-2 17 16,-5 2 1-16,-5 3-49 15,-9 1-2-15,-12 3 13 0,-11 0 0 16,-11 0 3 0,-6 0-5-16,-2 14 5 15,-4 8 11-15,0 3 4 16,0 3-14-16,0 2-12 0,-1 1-3 15,-4-2-4-15,1-3 2 16,1-3 2-16,0-8 0 16,1-4-3-16,2-5-1 15,0-3-5-15,0-3 0 16,0 0 0-16,0-3-9 16,0-7-115-16,0-1-241 15</inkml:trace>
  <inkml:trace contextRef="#ctx0" brushRef="#br0" timeOffset="109843.55">4713 6252 756 0,'0'0'19'16,"0"0"33"-16,0 0-51 0,0 0-1 15,0 0-99-15,0 0-223 16</inkml:trace>
  <inkml:trace contextRef="#ctx0" brushRef="#br0" timeOffset="111776.39">4902 6417 727 0,'0'0'119'0,"0"0"-27"16,0 0 20-16,0 0-54 0,0 0-12 15,0 0-16-15,0 0-6 16,36 29 31-16,-23-1-2 16,-1 3-26-1,-4 3-7-15,5-1-4 0,-5 0-3 16,1-3-5-16,1-6-2 16,-4-7-3-16,0-7 2 15,0-6-2-15,-3-3-1 16,4-1 1-1,2-3 19-15,2-15 2 16,5-9 2-16,-4-1-12 0,1-3-9 16,-2-3-1-16,1-1-4 15,-2-5 2 1,-1 9 0 0,-3 7-2-16,-1 11-5 0,-2 13-14 15,4 0-33-15,4 2-47 16,2 13-33-16,5 4 35 15,4-1 4-15,-2 0 66 16,1-2 21-16,-4-2 6 16,-3-4 0-16,1-1 0 15,-6-5 5-15,0 0-4 16,-3-4 6-16,1 0 13 16,2 0 7-16,2 0 6 15,0-5 3-15,0-8 5 0,1-3 10 16,-3 0-40-16,-8 2-5 15,1 2 3-15,-2 4 24 16,0 2 3-16,0 4 13 16,-10 2-1-16,-4 0-23 15,2 6-25-15,-3 12-4 16,0 5 3-16,5 2-2 16,1 1 0-16,4-1 3 15,4-3 0-15,1-2-1 16,0-4 1-16,0-3-1 0,7-4 1 15,11 3-3 1,12-4 3-16,1-4 0 16,5-4 1-16,0 0-1 0,1-11 4 15,1-11-2-15,-4-4-2 16,-4-5 0-16,-3-4-2 16,-11-6-6-16,-1-7 2 15,-6-7-2-15,-5-7 2 16,-1-4 3-16,-1 1-2 15,-2 8 4-15,0 12 1 16,0 15 1-16,0 15 2 16,-6 8 4-16,-1 7 14 15,-1 0-3-15,2 2-16 16,-3 21-2-16,-3 7-3 16,5 8 2-16,1 5 2 15,1 3 2-15,5 3 0 16,0 5-3-16,0 1 2 0,0-1-1 15,0-5 0-15,0-5-1 16,0-7 1-16,5-4-4 16,5-5 2-16,8-5 1 15,2-6-3-15,3-9-5 16,6-8-25-16,-1 0-68 16,0-7-1-16,1-13-4 15,-3-2 29-15,-3-5 22 16,-2 0 16-16,-5-2 29 15,-2-4 10 1,-7 5 17-16,-1 5 26 16,-6 11 104-1,0 12-53-15,0 0 3 0,0 8-28 16,-15 17-56-16,0 8-9 16,2 2 1-16,5 1-4 15,5-5 4-15,3-3-5 16,0-7 6-16,8-7-6 15,11-7 0-15,8-7-2 16,4 0 2-16,2-10 2 16,3-14 1-16,1-4-2 15,-1-7-1-15,-6-3 0 16,0-3-2-16,-9 3 1 16,-8 8 1-16,-5 12 1 15,-6 9 0-15,-2 9 2 0,0 0 8 16,-4 5 19-16,-11 17-18 15,-1 10-12-15,1 10 0 16,-1 9 2-16,2 12-2 16,5 12 2-16,-1 10 10 15,2 6 3-15,4 9-1 16,1-3-7-16,-2-6 21 16,-2-11-14-16,-2-16-11 15,-2-19 9-15,0-17-6 16,0-12 7-16,5-13-4 15,-3-3-1-15,-4-6-1 16,-4-22-1-16,2-12-1 16,2-11-2-16,3-13-1 15,2-8-1-15,5-6-1 0,3 0 0 16,0 6 0-16,11 12-4 16,9 14 4-16,6 10-4 15,2 9-1-15,3 4-9 16,4 4-3-16,2 6-16 15,-1 3-15-15,2 3-53 16,-2 0-121-16,-28 7-73 16,1 0-150-16</inkml:trace>
  <inkml:trace contextRef="#ctx0" brushRef="#br0" timeOffset="111905.36">6497 6540 683 0,'0'0'89'0,"0"0"0"15,0 0 13-15,21-29-52 16,-21 26-41-16,0 3-9 16,0 0-165-16,0 0-367 15</inkml:trace>
  <inkml:trace contextRef="#ctx0" brushRef="#br0" timeOffset="115340.83">7762 6087 816 0,'0'0'72'0,"0"0"13"16,0-80 32-16,0 64-30 16,0 5 2-16,0 4-4 15,0 5-20-15,0 2-25 16,0 0-18-16,0 0-12 16,0 20-8-16,0 16-1 15,0 13 7-15,0 11 2 16,6 6-2-16,3 4-2 15,-2 1-1-15,-2-5-2 16,1-8-1-16,-1-12-1 16,-4-10-1-16,1-11 0 15,-1-11 1-15,-1-5-1 0,0-8-2 16,0-1-23-16,0-7-45 16,0-20-159-16,-3 6-113 15,-6 1-200-15</inkml:trace>
  <inkml:trace contextRef="#ctx0" brushRef="#br0" timeOffset="116209.9">7593 6178 520 0,'0'0'201'0,"-58"-83"-149"15,47 70 77-15,3 3-52 16,5 1-10-16,3 3-19 16,0-1-24-16,0 2-19 0,21-1 1 15,7 2-4 1,11 0 0-16,6 0 4 15,13 1-1-15,5 0 4 16,4-2-1-16,4-3 7 0,-2-3-10 16,-2-3 1-16,-7-2-5 15,-13-2 1-15,-14 0-1 16,-13-1 2-16,-10-3 3 16,-10 0 4-16,0-1 10 15,-3 1 2-15,-15 4 9 16,-2 5-4-16,0 5-3 15,-2 6-5-15,2 2-6 16,4 0-7-16,-5 16-6 16,6 14 0-16,-3 13 3 15,6 15-2-15,5 10-1 16,4 7 4-16,3 1-1 0,0-2 0 16,0-3-3-16,13-7 1 15,-4-11 1-15,0-10-1 16,0-15-1-1,-5-13 1-15,1-8 0 0,-2-7-1 16,5 0 0 0,2-21 1-16,2-11 3 0,0-6-4 15,1-4-9-15,1-1 6 16,-1 5 0-16,-1 8 0 16,2 8 3-16,-1 7 0 15,-1 9-1-15,3 6 0 16,0 0-2-16,1 9-3 15,-1 17 1-15,4 7 5 16,-5 3 3-16,5 2-1 16,-1 0 0-16,-3-5-1 15,4-5 2-15,1-8-3 16,2-5 0-16,2-6 0 16,-4-7 0-16,0-2 0 0,3 0 0 15,-1-12 0-15,-1-11 2 16,0-3-2-16,-6-6-2 15,-3-1-16-15,-6-3-3 16,-6 5 8-16,0 6 10 16,0 9 3-16,-14 12 1 15,-2 4 4-15,-5 4-4 16,-2 23 4-16,1 7-5 16,4 6 0-16,8 2 0 15,8-1-2-15,2-5 0 16,3-2 2-16,21-5 0 15,9-4 0-15,7-8 0 0,6-6 3 16,4-5 3-16,-1-6 11 16,-4 0-5-16,-4 0-8 15,-8-10-2-15,-10-3 0 16,-5 2-2-16,-9-5-4 16,-6 1-114-16,-3 7-135 15,0-1-574-15</inkml:trace>
  <inkml:trace contextRef="#ctx0" brushRef="#br0" timeOffset="117275.37">9537 6396 685 0,'0'0'38'0,"0"0"15"16,0 0 22-16,0 0-37 0,0 0 26 16,0 0-14-16,0 11 8 15,0-11 2-15,0 0 5 16,5 0 10-16,6 0 0 16,2-11-24-16,2-6-19 15,3-4-10-15,-2-3-8 16,0-4-10-16,-3-3-2 15,-4-3 1-15,-5-4-1 16,-4-2-2-16,0 2 2 16,-7 8-1-16,-10 7 0 15,1 11-2-15,1 12 0 16,-5 0-6-16,2 17 0 0,-1 13 1 16,10 6 3-16,6 6 2 15,3 0 1-15,0 5-2 16,21 2 1-16,10 3 0 15,5-3-2-15,6-2 3 16,-2-6 0-16,-4-6 2 16,-6-8 0-16,-9-7-2 15,-11-9 1-15,-7-5 0 16,-3-2 2-16,0-1 3 16,-3 0 11-16,-15-3-7 15,-6 0-4-15,-4 0-6 16,3-3 0-16,-1-10-10 15,5-3-22-15,5 1-35 16,7-2-86-16,6-1-51 0,3 11-81 16,0-2-260-16</inkml:trace>
  <inkml:trace contextRef="#ctx0" brushRef="#br0" timeOffset="117592.29">9904 6095 131 0,'0'0'620'15,"0"0"-512"-15,0 0 11 16,0 0-24-16,0 0-27 16,0 0-33-16,6 34-27 0,-7 6 17 15,-2 7 8-15,1 6 4 16,2 5-5-16,0 0 0 15,0-4-5-15,0-5-5 16,2-8-6-16,4-9-5 16,-3-6-7-16,2-9-3 15,-2-7-1-15,-3-7 0 16,1-3-2-16,-1 0-66 16,0-18-132-16,0 4-104 15,0-1-308-15</inkml:trace>
  <inkml:trace contextRef="#ctx0" brushRef="#br0" timeOffset="117940.6">9851 6378 515 0,'0'0'134'16,"0"0"-39"-16,0 0 11 15,0 0-61-15,22-82-17 16,5 75-11-16,9 3-7 16,3 4 3-16,0 0 14 15,1 4 13-15,1 17 6 16,-3 6 3-16,-2 6 1 15,-6 1-1-15,-7 5-3 16,-9 0-18-16,-11-2-5 16,-3-3-7-16,0-6-6 15,0-8-3-15,-15-6-2 16,-1-7-1-16,2-7 4 0,-1 0-2 16,-1-1 0-16,2-19-1 15,1-7 3-15,5-7-1 16,5-4-6-16,3-4 0 15,0-1 7-15,3 1-3 16,11 7-4-16,4 8-1 16,2 7 0-16,0 11-6 15,5 4-28-15,4 5-76 16,-1 0-73-16,-19 0-89 16,-1 10-182-16</inkml:trace>
  <inkml:trace contextRef="#ctx0" brushRef="#br0" timeOffset="119108.45">10546 6443 242 0,'0'0'183'0,"0"0"-75"15,0 0 13-15,0 0-21 16,0 0-1-16,0 0-20 16,69-17-19-16,-65 3-7 15,-4 1 8-15,0-1 8 16,0 0 10-16,-10 3 2 15,-1-1-25-15,-4 2-18 16,-4 3-13-16,-2 3-11 16,3 4-11-16,-3 0 2 15,-1 0-4-15,4 9 1 16,-1 11-2-16,-2 5-2 16,6 4 2-16,1 5-1 0,3 0 0 15,6-1-1-15,5-4 1 16,0-4 0-16,0-3 0 15,8-5 0-15,8-7 0 16,-1-3-2-16,7-7-3 16,-1 0-5-16,0 0-1 15,3-10-2-15,-2-7 1 16,2-5 0-16,-6-1 3 16,-2-4 4-16,-5-3 6 15,-5-1 0-15,-3 0 0 16,-3 3 1-16,0 4 0 0,0 6 6 15,0 8 7-15,0 6 18 16,0 4-9-16,0 0-3 16,0 0-11-16,0 15-9 15,-6 10-5-15,0 6 5 16,3 2-1-16,3-2 1 16,0-3 0-16,1-2 1 15,10-8-1-15,8-4-2 16,0-7 1-16,4-3-8 15,7-4-20-15,1 0-7 16,5-1-15-16,-2-17 35 16,-5-3-75-16,-4-6 20 15,-6-2 32-15,-5-1 14 16,-2-2 23-16,-9 4 2 16,-3 4 7-16,0 7 10 0,0 7 33 15,0 5 31-15,0 5 9 16,-2 0-34-16,-8 7-26 15,1 16-24-15,-2 6-5 16,1 2-1-16,4 2 0 16,3-1 1-16,3-2-1 15,0-5 0-15,0-7 0 16,9-5 0-16,9-3 0 16,7-6 0-16,5-4 1 15,12 0-2-15,1-2 2 16,-3-15 0-16,-1-6 0 15,-3-5-1-15,-6-4-2 16,-3-1-3-16,-8-1 3 16,-5 1 2-16,-11 5 1 0,-3 5 1 15,0 9 1-15,0 7 0 16,0 4 3-16,-2 3 12 16,-5 0-8-16,-4 13-4 15,-2 16-6-15,-1 8 0 16,1 10 0-16,2 11 1 15,8 14-1-15,3 11 0 16,0 7 0-16,0 2 17 16,6-2-17-16,-3-1 4 15,-3 0-4-15,0-7 6 16,0-10-3-16,-12-14 2 16,-7-16-3-16,-1-14-1 0,1-12 2 15,-2-12 4-15,0-4-3 16,-1-4-3-16,0-22 4 15,2-10-4-15,2-9-1 16,8-10 1-16,3-10-1 16,7-6 1-16,0-2-1 15,11 1 2-15,18 7-4 16,8 7 2-16,6 6-10 16,5 5-11-16,10 5-2 15,2 4-9-15,4 7-119 0,-44 28-80 16,-4 3-155-1</inkml:trace>
  <inkml:trace contextRef="#ctx0" brushRef="#br0" timeOffset="120777.16">11955 6505 636 0,'0'0'253'0,"0"0"-229"0,0 0 52 16,0 0-31 0,0 0-17-16,55-76 7 0,-43 46-7 15,-2-6-11-15,-4-9 1 16,3-4 7-16,-4-9-5 16,-2-10-5-16,-3-10 3 15,0-6 2-15,0 4 45 16,0 14-59-16,0 17 2 15,0 19 4-15,-6 13 8 16,1 8 18-16,2 6-5 16,0 3-15-16,1 0-13 15,-5 6-5-15,-2 20-6 16,0 10 6-16,2 12 3 16,2 13-3-16,2 8 2 0,3 5-2 15,0 3 0-15,0-2 3 16,2-6-3-16,11-4 0 15,3-7 0-15,1-12 0 16,4-11-2-16,-3-11 0 16,3-9 1-16,1-10 1 15,-2-5-13-15,3 0-7 16,0-14-6-16,-1-10-2 16,-1-4 10-16,-3-5-2 15,-5-3 14-15,-1-1 4 16,-7 2 2-16,-4 5 0 0,-1 9 2 15,0 7 4-15,0 7 3 16,0 2 23-16,0 5-2 16,-1 0-6-1,-5 5-16-15,-5 16-7 0,4 9 1 16,1 3-3-16,4 4 2 16,2 0-2-16,0-2 2 15,5-2 0-15,10-5-1 16,4-6 0-16,3-4 0 15,4-7 0-15,-2-4-2 16,3-7 2-16,0 0 4 16,-4 0-3-16,0-11 0 15,-5-9 4-15,-2-5-5 16,-7-4 5-16,-4-6-5 0,-4-3 5 16,-1-5-4-16,0 1-1 15,-15 4 1-15,-9 5 0 16,-1 8 0-16,-5 7 1 15,3 7 3-15,-1 3-2 16,4 7-3-16,0 1 0 16,8 0 0-16,2 9-4 15,5 6 4-15,2 3-4 16,5 0 4-16,2 0-4 16,0-1 4-16,11-3-1 15,8-3 1-15,5-4-3 0,4-3 3 16,2-4-1-1,0 0-1-15,1 0-3 0,1-10 1 16,-4-1 0-16,0-2-2 16,-1-1 5-16,-4 6-1 15,-2-1 2-15,-2 5 0 16,-3 4 0-16,2 0 0 16,2 0-1-16,2 13-2 15,3 11 2-15,1 7-2 16,-8 4 3-16,-5 3 0 15,-7 0 2-15,-6-1 1 16,0-5-1-16,-6-3 0 16,-10-7 0-16,1-5-1 15,0-6-1-15,3-7 2 16,3-4-2-16,0 0 5 16,5 0-1-16,1 0-1 0,3-13-1 15,0-6-1-15,0-5 0 16,0-6-2-16,14-2-3 15,1-3 3-15,6-5 0 16,-3-1 1-16,3 2 3 16,1 1-3-16,-4 5 0 15,0 7 0-15,-3 6 0 16,-2 7-1-16,-6 4 1 16,-3 7 0-16,-1 2 2 15,3 0-2-15,4 4-3 0,4 19-5 16,4 8 2-1,0 5 6-15,-2 7 0 16,6 3 0-16,-5 2 0 16,-1-1 0-16,-4-8 3 0,-6-8-2 15,-6-9 5-15,0-8 0 16,0-6 2-16,-12-4-1 16,-7-4-1-16,-2 0-1 15,-5 0-5-15,3-7 0 16,2-8-11-16,7-4-11 15,7 2-32-15,5 0-54 16,2 4-71-16,2 3-65 16,7 7-79-16,3 3-190 15</inkml:trace>
  <inkml:trace contextRef="#ctx0" brushRef="#br0" timeOffset="121294.03">13087 6432 381 0,'0'0'180'0,"0"0"-46"16,0 0 9-16,0 0-69 15,83-32-9-15,-66 18-20 16,2-4-9-16,-2-3-12 16,-1-3 5-16,-4-2-19 15,-6 0-3-15,-3 2 10 16,-3 1-2-16,0 8 4 16,0 5 19-16,-6 6 14 15,-1 4 2-15,-3 0-12 16,1 0-31-16,-5 14-11 15,2 9-3-15,-2 9 3 0,5 3 0 16,6 3 1 0,0 2-2-16,3-4 0 0,0-5 1 15,0-5 0-15,12-8 0 16,2-7 0-16,-1-4 0 16,-1-7-1-16,3 0 1 15,7-3 2-15,1-18 0 16,7-5 2-16,3-8-3 15,4-3-1-15,-2-1 0 16,4 4-2-16,-3 6-8 16,-6 10 9-16,-2 8 1 15,-5 7 2-15,-5 3-1 16,3 0 2-16,-4 17 6 16,-2 4 7-16,0 3 5 0,-7 3 0 15,-5 1-4-15,-3 1-8 16,0 0-5-16,-5-5-2 15,-13-2 2-15,-1-6-2 16,-2-5-2-16,3-5-11 16,8-6-32-16,4 0-65 15,6 0-72-15,0-10-166 16</inkml:trace>
  <inkml:trace contextRef="#ctx0" brushRef="#br0" timeOffset="123924.93">14564 6351 169 0,'0'0'241'0,"0"0"-100"0,0 0 21 16,0 0-44-16,0 0-27 16,88-54 5-16,-79 38-10 15,-3-1-25-15,-3-2-9 16,-3 1-16-16,0-2-18 16,0-2-7-16,-5 0-3 15,-8 1 6-15,-3 1 0 16,0 4 1-16,-1 2 1 15,0 5 2-15,1 8 2 16,-1 1 4-16,-5 0-23 16,0 14-1-16,-5 8 0 15,2 9-2-15,0 3 2 16,5 4-2-16,4 3 3 0,8 0-3 16,3-3 2-1,5-4-1-15,0-6-3 0,3-5 3 16,14-6-4-16,-1-7 5 15,5-4 0-15,0-6-1 16,3 0 1-16,0-5 1 16,-2-13 0-16,2-8 0 15,-6-5 0-15,0-1 2 16,-6-1-2-16,-5 5 0 16,-3 6 3-16,-4 6-4 15,0 9 8-15,0 6-6 16,0 1 11-16,-2 0 3 0,-7 18-16 15,0 12-5-15,0 6 5 16,5 1 1-16,4-2-1 16,0-5 0-16,4-4-1 15,9-7 1-15,5-6 0 16,2-6 0-16,5-7-4 16,2 0 3-16,-1-6 1 15,1-15-5-15,-2-7-10 16,-3-5 4-16,-5-3 1 15,-1-1-7-15,-3 2 9 16,-4 4 8-16,-2 9-1 16,0 8 2-16,-3 7-1 15,0 7 2-15,4 0-2 16,2 7-4-16,5 17-4 16,-3 8 8-16,0 4 2 0,-3 1 2 15,-2-1-2-15,-2-3-2 16,-2-7 5-16,-3-10-5 15,3-7 1-15,-3-7 1 16,0-2 0-16,0 0 6 16,0-1 24-16,2-17-11 15,3-12-11-15,1-5-10 16,3-4 0-16,2-1 1 16,2 6-1-16,1 9 0 15,-1 9-2-15,2 9-5 0,1 7-10 16,1 0-18-1,2 3 7-15,0 11-15 0,2 3 2 16,0-1 8-16,1-1 21 16,-2-4 8-16,2-5 3 15,-1-2 1-15,-1-4 1 16,-2 0 0-16,-5 0 0 16,-3-2 0-16,-4-9 4 15,-1-1-4-15,-4-4 3 16,-1 1 0-16,0 2 1 15,0 3-2-15,-10 3 2 16,-8 7 9-16,0 0 20 16,-3 10-8-16,2 15-26 15,2 3-2-15,6 8 2 16,5 1-1-16,6-1 1 0,0 0 0 16,4-3 3-16,18-3 5 15,7-7 2-15,5-5 3 16,3-8 0-16,5-6 2 15,-2-4-5-15,-1 0-1 16,-1 0-9-16,-8-11 0 16,-4-2-5-16,-5 0-106 15,-21 6-98-15,0 2-232 16</inkml:trace>
  <inkml:trace contextRef="#ctx0" brushRef="#br0" timeOffset="125005.46">16555 6010 96 0,'0'0'632'0,"0"0"-558"15,0 0 58 1,0 0-27-16,0 0-54 0,0 0-11 16,30-76-11-1,-7 67 1-15,5 4 8 0,2 3 3 16,-2 2-20-16,1 0 0 15,-2 18 4-15,-5 10-9 16,-9 9 1-16,-5 4 0 16,-8 4 0-16,0 0-11 15,-14-1-6-15,-14 0 3 16,-9-6-1-16,-3-4-1 16,2-5-1-16,2-7-6 15,7-8-1-15,8-5 4 16,9-8-3-16,6-1 5 15,6 0 1-15,0-14 0 16,6-5-4-16,14 1-7 0,3 2 10 16,5 4 1-16,1 3 0 15,2 4 1-15,0 5 0 16,1 0 0-16,-4 0 3 16,-3 21 4-16,-2 7 1 15,-7 7 3-15,-7 3 4 16,-8 2 0-16,-1-4-4 15,-7 0-1-15,-12-5-4 16,-8-5-3-16,-4-3-3 16,-2-7 3-16,-3-6 1 15,-1-6-3-15,2-4-1 16,3 0 1-16,3-1-2 16,7-17 0-16,4-2 0 0,10 0-8 15,8-3-16-15,0 0-18 16,6 2-54-16,17 1-46 15,-11 14-45-15,2 1-151 16</inkml:trace>
  <inkml:trace contextRef="#ctx0" brushRef="#br0" timeOffset="125556">17127 5935 425 0,'0'0'594'0,"0"0"-574"15,0 0 18-15,0 0-17 16,0 0-17-16,0 0 2 16,88-17 4-16,-54 11-4 0,2-1-1 15,-1-1 0 1,-5-2 0-16,-7 1 1 0,-4 2 4 16,-8 3 9-16,-5 1 0 15,-4 3-4-15,-2 0 4 16,0 0-7-16,0 3 4 15,0 21-1-15,0 14 10 16,0 9 25-16,-2 5-32 16,-4 3-5-16,2 0-1 15,1-2 4-15,-1-3 3 16,3-2 4-16,1-3-6 16,0-5 3-16,0-5-8 15,0-5-6-15,0-9 2 16,0-6-5-16,0-4 2 0,0-6-4 15,0-1-1 1,0-3-2-16,0-1 2 0,0 0 0 16,0 0-19-16,-5-10-37 15,-14-5-133-15,10 5-124 16,-4 1-398-16</inkml:trace>
  <inkml:trace contextRef="#ctx0" brushRef="#br0" timeOffset="125743.24">17100 6302 878 0,'0'0'169'0,"0"0"-141"15,0 0 83-15,0 0-69 0,0 0-31 16,121-60 17 0,-66 46-1-16,0 0-11 0,0 2-8 15,-4 1-7-15,-2 1-1 16,3 0-83-16,-39 7-196 15,-1 0-377-15</inkml:trace>
  <inkml:trace contextRef="#ctx0" brushRef="#br0" timeOffset="126714.31">17825 5961 746 0,'0'0'185'15,"0"0"-109"-15,0 0 64 16,0 0-63-16,0 0 3 16,0 0-21-16,2-20-29 15,-2 20-11-15,0 9-7 16,-3 11-11-16,-9 6 10 0,1 2-8 15,2-2 1-15,3 0-2 16,4-5-2-16,2-4 2 16,0-3-2-16,0-3 0 15,0-4 0-15,13-1 0 16,4-5 1-16,5 1 0 16,3-2 3-16,5 0-3 15,3 0 2-15,0 0-1 16,-1 0 0-16,3 6-1 15,-5 4 0-15,-7 2-1 16,0 5 4-16,-8 3 0 16,-2 2 8-16,-5 3-3 15,-7 0 4-15,-1 1-2 16,0-1-4-16,-15-1 4 16,-3-6-4-16,-4-3 1 0,0-3 0 15,-1-7-1-15,1-2 1 16,-4-3-6-16,0 0-1 15,-1 0-1-15,1-7 0 16,2-9-4-16,4-3-18 16,4-5-13-16,3-4-21 15,9-3-75-15,4-3-98 16,0-3-16-16,0-1 12 16,1-2-23-16,8 3 76 15,0 3 180-15,-1 5 39 16,-4 7 153-16,-1 5 23 0,0 6-45 15,0 2-56-15,4-1-22 16,4 0-13-16,4-1-26 16,10-3-9-16,7 0 2 15,8 0-16-15,3 0-12 16,2 2-12-16,1 5-6 16,-4 1 0-16,-8 3-86 15,-28 3-208-15,-5 0-531 16</inkml:trace>
  <inkml:trace contextRef="#ctx0" brushRef="#br0" timeOffset="127555.95">18529 5994 236 0,'0'0'751'16,"0"0"-701"-16,0 0 86 15,0 0-21-15,0 0-57 16,0 0-6-16,9 13-23 16,-9 26-21-16,-6 10 5 15,-4-2-4-15,1 0-2 16,2-5-1-16,2-8-4 0,3-7 1 16,2-9-2-16,0-7-1 15,0-5-1-15,7-6 1 16,9 0-1-16,6-9 1 15,5-13-5-15,2-3 1 16,-3-5-4-16,0 2 2 16,-5 3 2-16,-5 6 4 15,-5 6 0-15,-5 9 1 16,-1 4-1-16,-2 0 3 16,2 1-3-16,1 17 0 15,5 4 3-15,2 3 2 16,2-1-1-16,7 1-2 15,5-3 2-15,6-2-3 0,9-3 0 16,4-6 3-16,-3-8 17 16,-5-3-9-16,-10-2-9 15,-7-18 1-15,-9-3-1 16,-5-7 2-16,-7-5 1 16,0-6 6-16,-3-9 2 15,-23-3 0-15,-5-2-2 16,-3 7-7-16,-3 11-2 15,4 13-3-15,6 14-1 16,4 9-1-16,3 1-4 16,8 4-10-16,5 15-16 15,7 3-29-15,0-1-106 16,5-11-147-16,6-3-324 0</inkml:trace>
  <inkml:trace contextRef="#ctx0" brushRef="#br0" timeOffset="129269.7">19447 6038 737 0,'0'0'9'0,"0"0"10"15,0 0 12 1,0 0-23-16,0 0 10 0,-45 82 7 16,45-68 1-16,0-2 0 15,11-3-3 1,2-3-8-16,-2-4 5 0,-2-2 3 16,-2 0 12-16,-1 0 10 15,-3 0 13-15,-2-1 3 16,-1-8-23-16,0 2-19 15,0 0-8-15,0-1-11 16,0 4-27-16,0 2-130 16,0 1-126-16</inkml:trace>
  <inkml:trace contextRef="#ctx0" brushRef="#br0" timeOffset="142170.78">20611 5901 691 0,'0'0'67'0,"0"0"-9"15,0 0 68 1,0 0-43-16,0 0 15 16,0 0 3-16,0 0-25 0,-8-30-13 15,8 30-20-15,0 0-15 16,-1 0-6 0,1 0-9-16,0 0-7 0,0 0-1 15,0 0-1-15,0 0-3 16,0 0-1-16,0 9 0 15,0 8 3-15,-2 6-3 16,2 4 2-16,0 9 2 16,0 1-4-16,0 2 1 15,0 1 4-15,0-4-3 16,0-2-2-16,0-4 0 0,0-5 0 16,0-4 2-1,0-4-2-15,0-4 1 0,0-4-1 16,0-5 0-16,0-1 1 15,0-1-1-15,0 0-1 16,0-2-21-16,0 0-30 16,0-4-76-16,0-15-79 15,0 9-88-15,0 0-138 16</inkml:trace>
  <inkml:trace contextRef="#ctx0" brushRef="#br0" timeOffset="142549.49">20447 5841 420 0,'0'0'290'0,"0"0"-188"15,0 0-8-15,-17-81-22 16,34 73-17-16,6 3-21 16,7 3-6-16,8 2-8 15,8 0-4-15,5 14 13 16,-2 13-1-16,-3 13 6 15,-7 11-6-15,-9 8 2 16,-8 5-2-16,-13 2-4 16,-9-1-1-16,0-1-9 15,-12-2-2-15,-21-6 2 0,-7-5-2 16,-8-11-2 0,-1-8 0-16,3-12 2 0,4-9 4 15,5-8-6-15,6-3-5 16,5 0-3-16,5-10-2 15,6-8 0-15,8-4-10 16,7 1-36-16,0-1-68 16,18 2-52-16,-3 14-74 15,2 1-157-15</inkml:trace>
  <inkml:trace contextRef="#ctx0" brushRef="#br0" timeOffset="142936.79">20897 6310 31 0,'0'0'578'0,"0"0"-514"16,111-15 90-16,-75 4-81 0,2-4-20 15,-4 0-9-15,-5-2-9 16,-8-3-18 0,-8-1-7-16,-8-2 1 0,-5-4 5 15,0-1 13-15,-7 2-1 16,-12 0 5-16,-1 5 6 15,-2 7 17-15,3 4-2 16,0 7-19-16,1 3-21 16,-1 0 4-16,2 11-11 15,1 10-6-15,4 8 0 16,1 1-1-16,5 3 0 0,6 1 1 16,0-4 1-1,0-1 1-15,10-2 1 0,9-3 3 16,4-1-3-16,4-5-3 15,2-5 4 1,2-5-3-16,-1-3-2 0,-1-5 0 16,0 0-2-16,-2 0-43 15,0-16-79-15,-3-5-47 16,-21 8-67-16,-2 2-131 16</inkml:trace>
  <inkml:trace contextRef="#ctx0" brushRef="#br0" timeOffset="143204.62">21317 6014 393 0,'0'0'119'0,"0"-97"9"16,0 72 9-16,-7 7-40 16,4 7 2-16,2 4 11 15,-1 4-24-15,1 3-23 16,1 0-7 0,0 4-32-16,0 20-9 0,0 13-5 15,0 11 20-15,0 4-6 16,6 2-3-16,0-1-2 15,2-6-8-15,0-3 4 16,0-8-10-16,1-3 0 16,0-8-4-16,1-4 0 15,-2-5 0-15,1-6 0 16,-1-6-2-16,-2-4-11 0,0 0-85 16,-6-5-138-16,0-8-130 15</inkml:trace>
  <inkml:trace contextRef="#ctx0" brushRef="#br0" timeOffset="143395.54">21282 6131 918 0,'0'0'77'16,"0"0"39"-16,0 0-9 16,0 0-83-16,0 0-11 15,0 0 11-15,73-32-13 16,-31 28-6-16,3-1-3 15,10 0 0-15,2-3-2 16,-2 3-17-16,-40 2-135 16,-8 0-514-16</inkml:trace>
  <inkml:trace contextRef="#ctx0" brushRef="#br0" timeOffset="144365.75">21748 6202 826 0,'0'0'101'15,"0"0"-83"1,0 0 43-16,0 0-21 0,0 0 3 16,88-23-11-16,-68 9 6 15,-4-2-9-15,-5 1-7 16,-5-1-9-16,-6 1-5 15,0-1 0-15,0-2 3 16,-10 1-3-16,-5 3 6 16,-1 4 6-16,-1 6-2 15,2 4 7-15,0 0-4 0,-2 8-11 16,0 15-9 0,1 7-1-16,4 5 0 0,2 6 0 15,6 1 1-15,4 2 2 16,0 0-1-16,6-4 4 15,9-3-2-15,7-6 0 16,5-7-2-16,3-5 1 16,3-7-1-16,4-6-2 15,4-6 0-15,0 0 0 16,-5-13-3-16,-5-10-33 16,-8-4-172-16,-8-3-3 15,-8-4 37-15,-5 0 45 16,-2 2 129-16,0 3 23 15,0 5 74-15,0 5 16 16,3 5-10-16,6 1-16 0,0 4-26 16,4 5-23-16,3 2-12 15,4 2-6 1,-2 0 3-16,3 20 2 0,-2 6 6 16,-1 5 3-16,-6 3-2 15,-5-1-8-15,-7 1-7 16,0-5-5-16,0-7-1 15,-1-5-5-15,-6-10-6 16,2-4 6-16,2-3-1 16,-2 0 10-16,1-10 1 15,-1-14-3-15,5-8-13 16,0-5 0-16,0-2 1 16,5-1-3-16,6 5 1 0,0 5-26 15,1 7-28-15,0 9-36 16,2 6-69-16,-10 8-124 15,2 0-483-15</inkml:trace>
  <inkml:trace contextRef="#ctx0" brushRef="#br0" timeOffset="145036.76">22477 6218 264 0,'0'0'582'0,"0"0"-550"16,0 0 82-16,0 0-35 0,39 89-21 15,-34-70 2-15,-4-1-18 16,1-2-6 0,-2-1-24-16,0-2-7 0,0-4-2 15,0-3-1-15,-5-5 2 16,0-1-1-16,-1 0 0 16,0 0 3-16,-2-4-1 15,2-12-2-15,1-7-3 16,2-4-2-16,2-5 2 15,1-1 1-15,0 1 3 16,0 2-4-16,6 4 7 16,8 3 4-16,3 4 5 15,1 7-9-15,1 2-2 0,2 6-1 16,1 4 2 0,-2 0 0-16,-2 12 0 15,-2 15 0-15,-1 6-3 0,-3 2 5 16,0 0 1-16,-6 1-2 15,-3-6-3 1,-3-1 0-16,0-8-4 0,0-8 0 16,0-6-1-16,0-6 1 15,0-1 0-15,0 0 3 16,0-7 0-16,0-14 1 16,0-7-4-16,0-5-6 15,3-1 2-15,6 0-4 16,4 5 3-16,-1 4 0 15,3 6 3-15,-3 6-1 16,3 6 3-16,-2 4-1 16,5 3 0-16,3 0-1 0,6 0 2 15,-2 17 0-15,1 5 6 16,-11 6 3-16,-3 0-9 16,-6 3 2-16,-5 0 2 15,-1-3-2-15,0-1 2 16,0-7-4-16,0-5-2 15,0-5 1-15,0-4-23 16,0-6-37-16,0 0-51 16,5 0-79-16,-1-9-104 15,1-2-305-15</inkml:trace>
  <inkml:trace contextRef="#ctx0" brushRef="#br0" timeOffset="145246.67">23056 6135 701 0,'0'0'112'16,"0"0"-14"-16,0 0-29 16,0 0-34-16,0 0 61 15,0 0-16-15,46 95-10 16,-40-64-30-16,3-3-11 16,-7-1-16-16,-1-6-9 15,-1-7-3-15,0-4-1 0,0-8-57 16,0-2-81-1,0 0-59-15,-5-13-144 16</inkml:trace>
  <inkml:trace contextRef="#ctx0" brushRef="#br0" timeOffset="145387.06">23084 6003 335 0,'0'0'634'16,"0"0"-608"-16,0 0 0 15,0 0-26-15,0 0-56 16,0 0-78-16,17-12-252 16</inkml:trace>
  <inkml:trace contextRef="#ctx0" brushRef="#br0" timeOffset="146032.28">23295 6311 706 0,'0'0'138'16,"0"0"-12"-16,0 0-49 15,0 0-40 1,0 0-15-16,0 0-10 0,0 0-3 16,-2 35-3-16,-5-57-6 15,-1-3-13-15,1-3 10 16,1-1 3-16,3 0 0 16,3 1 2-16,0 5 4 15,9 2 6-15,7 4 9 16,5 3-2-16,4 1-8 15,1 5-5-15,4 2 3 16,0 6 6-16,-2 0-1 16,2 10 9-16,-3 11 7 0,-4 0 11 15,-5 3-8-15,-6 0-8 16,-6 3-11-16,-6 0-8 16,0-3-1-16,0-3-4 15,0-4-1-15,0-6-31 16,0-5-16-16,0-6-2 15,9 0-3-15,9 0 6 16,4-16 22-16,5-3-6 16,0-4 5-16,6-1 4 15,0-4 10-15,0-6-6 16,-2-7 17-16,-3-1-17 0,-5-1 11 16,-5 10 6-1,-9 7 5-15,-9 10 26 0,0 11 33 16,-8 5 27-16,-17 0-8 15,-3 7-48-15,-5 18-34 16,4 6-2-16,6 5 0 16,6-2 0-16,8-2 1 15,7-2 0-15,2-5 1 16,0-1 0-16,16-6 2 16,10 1-2-16,12 1 2 15,9-5 9-15,1 0 4 16,0-8 32-16,-8-5-40 15,-5-2-6-15,-6 0-2 16,-6-4-2-16,-4-7-51 16,-7-1-82-16,-12 5-103 0,0 0-376 15</inkml:trace>
  <inkml:trace contextRef="#ctx0" brushRef="#br0" timeOffset="146681.49">24857 5959 403 0,'0'0'362'0,"10"-92"-313"15,-2 64 81-15,-4 8-13 16,-1 7-8-16,-1 5-2 16,-2 5-23-16,0 3-25 0,0 0-28 15,0 11-18 1,0 22-12-16,4 16 4 0,2 10 10 16,3 5-4-1,0 2 0-15,2-2-2 16,-1-8-2-16,-4-2-2 0,0-8-1 15,-3-6-2-15,-3-9-1 16,0-10-1-16,0-8 0 16,0-11-4-16,0-2-43 15,-14-5-40-15,4-12-144 16,-1-2-195-16</inkml:trace>
  <inkml:trace contextRef="#ctx0" brushRef="#br0" timeOffset="147513.31">24708 6134 591 0,'0'0'251'0,"0"0"-169"16,0 0 41 0,0 0-74-16,0 0-26 0,0 0-21 15,98-58 0-15,-41 49-2 16,3-3 1-16,-2-2-1 16,0-5 0-16,-5 0 0 15,-3-6 1-15,-7 0 0 16,-13-6-1-16,-12-3 0 15,-8-1 3-15,-10 1 1 16,0 3 4-16,0 6-1 16,-10 4 49-16,-1 6 22 15,4 7-9-15,1 2-15 16,3 6-22-16,-1 0-19 16,-1 12-13-16,-3 17-9 15,-1 16 9-15,4 9 1 16,5 8 3-16,0 4-2 0,0 0 3 15,8-2 4-15,11-7 1 16,3-8 1-16,3-7 2 16,2-9-9-16,-2-8-3 15,-1-9 0-15,2-8 0 16,-3-6 0-16,1-2 1 16,2-3 1-16,-4-19-1 15,2-5 0-15,-5-9 0 0,-4-5 0 16,-3-8-4-1,-6-6 2-15,-6 1-2 16,0 11 2-16,0 8-1 0,-9 17 0 16,-1 10 1-1,-1 6-1-15,-5 2 0 0,1 9-1 16,-3 19-3-16,3 9 4 16,3 4 0-16,8 3 1 15,4-1-1-15,0 0 1 16,0-4 0-16,4-2 1 15,13-6 0-15,5-5 1 16,4-3-2-16,9-8 1 16,5-7 1-16,10-7 0 15,2-1 2-15,0-9-2 16,-2-14-2-16,-9-7-1 0,-7-2 1 16,-10-5 2-1,-10-3-2-15,-11-2 0 0,-3 7 0 16,0 10 1-16,-5 8-1 15,-7 11 3-15,-4 6-3 16,1 0 0-16,-1 13 3 16,1 12-3-16,1 4-1 15,8 3 1-15,6-1 0 16,0-5 0-16,0-3 1 16,18-3-1-16,8-5 0 15,15-6 0-15,12-4-1 16,12-5 1-16,8 0 0 15,1-5-13-15,-5-11-57 0,-50 7-160 16,-6-1-242-16</inkml:trace>
  <inkml:trace contextRef="#ctx0" brushRef="#br0" timeOffset="148198.94">27238 6024 627 0,'0'0'213'0,"0"0"-143"15,0 0 81-15,0 0-43 16,0 0-10-16,0 0-28 16,0 0-40-16,0 8-17 15,0 47-6-15,-3 10 11 16,2 7 6-16,1 10-1 16,0 4-7-16,0 7-4 15,10 0 1-15,3-4 8 16,0-4-9-16,-3-16-6 0,-3-14 3 15,-1-16-8-15,0-13-1 16,-4-13 1-16,0-9-1 16,0-4 0-16,-2-1-1 15,0-22-11-15,0-12-40 16,0-12-66-16,0-11-104 16,-7 28-49-16,-1 0-185 15</inkml:trace>
  <inkml:trace contextRef="#ctx0" brushRef="#br0" timeOffset="148480.15">27251 6171 620 0,'0'-92'103'16,"9"63"23"-16,18 6-27 0,8 4-34 15,8 5-14-15,0 7 3 16,4 7-1-16,-3 0 2 16,-2 13-6-16,-8 15 11 15,-10 7-24-15,-9 4-1 16,-11 0-10-16,-4-2-5 15,-1-4-7-15,-23-4-6 16,-10-4-1-16,-7-4 1 16,-3-5-4-16,2-8 2 15,7-7-1-15,10-1-4 16,10-4-2-16,12-12-24 16,3-3-29-16,12 1-92 15,19 4-90-15,-11 8-15 0,-1 2-198 16</inkml:trace>
  <inkml:trace contextRef="#ctx0" brushRef="#br0" timeOffset="149046.29">27665 6209 483 0,'0'0'145'15,"0"0"35"-15,102-27-63 16,-76 13-38-16,1-2-4 16,-8-1-20-16,-5-1-8 15,-6 0-19-15,-8-4-9 16,0 0 0-16,0-2 1 15,-14 3-4-15,-4 5-3 0,-2 8 20 16,1 6-1-16,-1 2-10 16,-2 4-14-1,1 21-6-15,0 7-2 0,7 5 0 16,6 2-1-16,5 1 1 16,3-5 1-16,0-3 1 15,12-5 1-15,6-5-3 16,3-7 0-16,3-7-1 15,-2-6 2-15,2-2-1 16,0 0 0-16,-3-14-12 16,1-9-15-16,-1-4 0 15,-2-4 0-15,1-3 16 16,-2 3 11-16,0 3 0 16,-2 10 3-16,-1 7-2 0,0 9 0 15,-2 2 2 1,6 3 11-16,1 17-1 0,2 3 0 15,1 6 2-15,-10-1-4 16,-4-1-8-16,-7-3 1 16,-2-4-2-16,0-5 5 15,0-5-3-15,-3-4 2 16,-3-6 1-16,0 0 9 16,0 0 9-16,4-11-6 15,2-11-7-15,0-8-9 16,2-4-3-16,17-8 2 0,7 2-1 15,0 0-1-15,4 3-1 16,3 9-7 0,0 7-51-16,1 8-51 0,-19 13-139 15,-6 0-225-15</inkml:trace>
  <inkml:trace contextRef="#ctx0" brushRef="#br0" timeOffset="150266.7">28624 5981 731 0,'0'0'91'0,"0"0"18"16,0 0-22-16,0 0-13 16,0 0 7-16,0 0-3 15,0 0-20-15,-31-36-39 16,13 54-8-16,-2 7-4 15,4 7 1-15,0 3-4 16,6 2 5-16,4 0-7 16,5 2 3-16,1-5-2 15,0-4-1-15,7-1 0 16,13-8-2-16,5-4 0 0,8-6 0 16,4-5 0-1,5-4 1-15,0-2 1 0,-2 0 1 16,-4-9-3-1,-3-9-4-15,-6-4-6 0,-5-3 3 16,-4-5 3-16,-7-3 2 16,-4-6 2-16,-7 0 0 15,0 3 0-15,0 10 3 16,-6 7-3-16,-4 10 4 16,-1 4 3-16,-2 5 13 15,-1 0-15-15,0 14-5 16,0 11-5-16,-1 7 3 15,6 3 0-15,3 0 1 16,6 1 1-16,0-3 0 0,0-1 0 16,5-5 1-16,9-4-1 15,3-5 0-15,1-6-1 16,1-6 1-16,4-5 0 16,0-1 0-16,1-3 0 15,-4-15-3-15,1-5-4 16,-5-3 4-16,2-6 2 15,-3 0 1-15,-5 0 1 16,1 4 0-16,-5 10 0 16,-1 9 1-16,-2 4 1 15,-3 4 15-15,2 1 1 16,-1 0-11-16,3 15-8 16,0 12 0-16,2 3 1 15,2 2 4-15,5 4 1 0,1-5-5 16,2-2-1-16,-3-6 0 15,-1-9 1-15,-4-5 0 16,-2-8 0-16,1-1-1 16,3 0 2-16,2-21 2 15,2-9 4-15,-1-5-8 16,1-8-2-16,2-3-3 16,-1-8-8-16,4 1 1 15,-2 6 3-15,-4 13 5 0,-2 14 2 16,-3 12 1-1,-5 6 1-15,0 2 4 16,2 10-4-16,0 19 3 16,1 10 2-16,1 4 11 15,-6-1-6-15,4-1-6 0,-1-3 3 16,2-4-6-16,5-3 1 16,1-7-1-16,0-6 0 15,5-5 0-15,0-8-2 16,2-5-4-16,-1 0-29 15,-1-8-49-15,2-13-74 16,-5-6-36-16,-10 11-61 16,-1 1-145-16</inkml:trace>
  <inkml:trace contextRef="#ctx0" brushRef="#br0" timeOffset="150531.46">29639 5839 531 0,'0'0'203'0,"0"0"-44"0,0 0-28 15,0 0-42-15,0 0-22 16,0 0-24-16,8-1-5 16,-8 38 5-16,-7 12-7 15,1 0-3-15,0 3-2 16,2 0 0-16,0-5-10 16,4-8-3-16,0-5-4 15,0-9-6-15,2-5-3 16,12-4-3-16,5-7-2 15,9-5-1-15,7-4-1 0,-1 0 1 16,-3-10-42-16,-7-11-124 16,-22 8-74-16,-2 0-166 15</inkml:trace>
  <inkml:trace contextRef="#ctx0" brushRef="#br0" timeOffset="151939.15">29715 6057 775 0,'0'0'98'15,"0"0"10"-15,0 0-22 16,0 0-63-16,0 0-17 16,0 0 3-16,46-14 25 15,-3 7-18-15,12 2-9 16,6-4-7-16,6 1-1 0,-2 1-5 16,-6 0-79-16,-8 0 4 15,-12 1 24 1,-12 0 0-16,-14 2 17 0,-8 0 26 15,-4-2 14-15,-1 0 9 16,0 1 33-16,-6 1 33 16,-6-2-3-16,-1 2-25 15,1 3-17-15,-3-2 5 16,0 3-9-16,-4 0-6 16,-5 8-12-16,1 12-6 15,-4 7-1-15,2 5 0 16,0 5 1-16,4 1-2 15,5 0 2-15,5-4 1 16,8-4-2-16,3-4-1 0,0-3 0 16,7-6-1-16,9-3 1 15,4-3 3-15,4-4-1 16,0-7 0-16,5 0-2 16,-3-5 6-16,0-16 0 15,-2-5-5-15,-1-4 5 16,-5-3-5-16,0-7 0 15,-4-1 1-15,-4 3 2 16,-6 8-1-16,-2 11 6 16,-2 9 18-16,0 7 23 15,0 3 4-15,0 0-9 16,0 13-36-16,-12 11-5 16,0 7-4-16,3 3 1 15,2-1-1-15,6 0-1 16,1-2 0-16,0-3 0 0,17-2-4 15,8-6-2-15,5-6-31 16,5-6-6-16,1-7-20 16,-2-1-5-16,-1 0-15 15,-2-7 24-15,-4-8 29 16,-2-4 28-16,-3-3 3 16,0-5 1-16,-2-4 1 15,1-3 2-15,-4-2 4 16,-3 3 18-16,-6 4 20 0,-5 9 22 15,-3 4 10 1,0 8-6-16,-14 5-14 0,-11 3-15 16,-5 0-28-1,-1 17-13-15,0 7-2 0,2 2 0 16,7 4-1-16,8 0-1 16,6-2 1-16,6-4 0 15,2-4 0-15,6-6 0 16,15-5-3-16,9-6 4 15,6-3 4-15,1 0-1 16,0-5-1-16,-4-12-1 16,-5-1 2-16,-9 4-3 15,-8 4 0-15,-9 7 1 16,-2 3 1-16,0 0 4 16,-5 5 6-16,-11 23-2 15,-5 16-8-15,0 20-2 0,5 19 0 16,5 14 3-16,7 8 1 15,4-1 5-15,0-5 11 16,0-7-18-16,6-10 1 16,3-16-3-16,-2-14 0 15,2-18 0-15,-4-17 1 16,-4-8 2-16,1-9-3 16,-2 0 2-16,0-13 0 15,0-21 1-15,0-13 3 16,-2-8-6-16,2-10 0 15,0-5-1-15,3-2-1 16,13 4-1-16,5 6-2 0,9 10-2 16,0 4 4-16,5 4-7 15,3 3 4-15,4 0-7 16,3 0 6-16,4 1 0 16,3-2 7-16,1 0-6 15,2-2 5-15,-5-1 1 16,-8 3 0-16,-14 8 0 15,-11 10 0-15,-14 11 2 16,-3 6-2-16,-2 6 3 16,-23 1 6-16,-5 0-1 15,-4 13-3-15,-2 9-4 16,4 7-1-16,7 0 0 16,6 5 1-16,11-3-1 0,8-3 0 15,2-2-2-15,25-5 1 16,12-6 1-16,4-4 0 15,9-5 1-15,2-6 0 16,-6 0-1-16,-4 0 0 16,-11-4 0-16,-8-3-7 15,-9 1-20-15,-8 2-50 16,-8 3-76-16,0 1-47 16,-4 0-97-16</inkml:trace>
  <inkml:trace contextRef="#ctx0" brushRef="#br0" timeOffset="153614.07">2018 8575 685 0,'0'0'32'16,"0"0"14"-16,0 0 8 0,0 0-21 16,0 0 27-16,0 0-4 15,0 0 11-15,84 10-10 16,-71-23-12-16,-7-2 4 15,-3-4-8-15,-1-1-19 16,-2-1-11-16,0-1 2 16,-8 2-10-16,-10 2 6 15,0 3-4-15,-1 7 14 16,3 7 14-16,-4 1 1 16,1 1-27-16,-5 20-6 0,3 9-1 15,0 5-1 1,6 8 1-16,5 4 3 0,10 3-1 15,0 1-1 1,0-4 9-16,16-7 3 0,11-6-6 16,3-7 3-16,4-6-2 15,8-7-1-15,0-7 0 16,7-7-7-16,0 0 1 16,-1-6-1-16,-2-13 0 15,-7-2-28-15,-3-5-77 16,-9-1-102-16,-26 16-78 15,-1 0-227-15</inkml:trace>
  <inkml:trace contextRef="#ctx0" brushRef="#br0" timeOffset="153914.1">2475 8497 208 0,'0'0'391'0,"10"-98"-290"16,-10 72 27-16,0 14-35 0,0 6 20 15,0 6 1 1,0 0-6-16,0 0-15 0,0 11-38 15,-3 24-50-15,-4 16 6 16,-1 13-6-16,4 6-2 16,1 8 7-16,3 3 3 15,0 3 3-15,0 4 7 16,4 8-11-16,10-1 1 16,1-2 2-16,0-4-1 15,-7-18 6-15,-6-13-17 16,-2-13-1-16,0-15 0 15,0-16-2-15,-15-10-1 0,-3-4-3 16,-3-13-34 0,-4-23-43-16,3-11-160 0,13 19-83 15,1 3-191 1</inkml:trace>
  <inkml:trace contextRef="#ctx0" brushRef="#br0" timeOffset="154313.23">2364 9134 463 0,'0'0'123'16,"0"0"-54"-16,44-85 8 15,-13 61-33-15,12-2-18 16,-1-3-17-16,7-3-8 16,2-5-1-16,1-8-24 0,-5-6-20 15,-6-7 32-15,-8-7-29 16,-6-5-18 0,-11-2 59-16,-4 1 11 0,-6 9 17 15,-3 11 6 1,-3 15 41-16,0 13 15 0,0 11 8 15,-3 6 12-15,-3 4-22 16,-1 2 1-16,1 0-30 16,-3 16-33-16,0 17-25 15,-3 17 4-15,3 9-5 16,6 6 2-16,3 7 8 16,0 2 19-16,0 1 6 15,0-1-4-15,9-3-2 16,0-11-10-16,0-10-8 15,-6-8-8-15,0-10-2 0,-2-4 1 16,1-7-2-16,-2-7 0 16,0-10-3-16,0-4-40 15,-9-2-59-15,-9-20-140 16,12 5-138-16,0 0-215 16</inkml:trace>
  <inkml:trace contextRef="#ctx0" brushRef="#br0" timeOffset="154649.31">2748 8919 328 0,'0'0'384'16,"0"0"-370"-16,0 0 16 16,0 0 1-16,82-63-2 15,-49 50-10-15,4-1-7 0,6-1-11 16,2 0 2-16,0 1-1 16,1-1 1-16,-7 1 8 15,-9 1 26-15,-8 2-25 16,-10 2 2-16,-3 2 29 15,-6 3-1-15,-3 3 34 16,0-1 3-16,0 2-6 16,0 0-7-16,0 0-13 15,0 9-11-15,0 11-18 16,0 3-18-16,0 4 4 16,0-1-3-16,0-2-1 15,0-5-1-15,0-5-4 16,0-2 0-16,0-7-1 15,1-5-1-15,7 0-36 16,4-3-81-16,4-19-113 0,-10 8-15 16,0-3-320-16</inkml:trace>
  <inkml:trace contextRef="#ctx0" brushRef="#br0" timeOffset="154779.9">3256 8572 604 0,'0'0'131'16,"0"0"-9"-16,0 0-13 15,0 0-68-15,0 0-41 16,0 0-24-16,0 0-121 16,2-15-60-16,7 19-425 15</inkml:trace>
  <inkml:trace contextRef="#ctx0" brushRef="#br0" timeOffset="155211.81">3474 8609 482 0,'0'0'194'0,"0"0"-116"0,0 0 46 16,0 0-17-16,0 0 0 15,0 0 4-15,2-9-32 16,-15 31-63-16,-1 7-11 16,3 5-3-16,3 0 0 15,3 1 2-15,5-4-3 16,0-2-1-16,0-10 0 15,5-2 0-15,8-9 0 0,7-5-1 16,2-3 0-16,2 0 1 16,1-11 0-16,2-8-1 15,-6-7-28-15,1-1 4 16,-4-4 0-16,-3 0 25 16,-6 3-31-16,-2 5 30 15,-2 11 1-15,-5 8 0 16,0 4 12-16,0 0 47 15,0 4 7-15,0 15-21 16,0 7-45-16,0 1 7 16,-3-2-4-16,0-3-1 15,1-2-2-15,2-7 0 16,0-4 0-16,0-6-1 16,0-3-32-16,3 0-89 0,2-10-117 15,2-3-153-15</inkml:trace>
  <inkml:trace contextRef="#ctx0" brushRef="#br0" timeOffset="155338.23">3725 8437 802 0,'0'0'99'16,"0"0"-93"-16,0 0-6 15,0 0-75-15,0 0-221 0</inkml:trace>
  <inkml:trace contextRef="#ctx0" brushRef="#br0" timeOffset="156344.78">3892 8770 604 0,'0'0'143'15,"0"0"-108"-15,0 0 38 16,0 0-27-16,0 0 7 15,70-81-3-15,-62 57 1 16,-4-2-9-16,-1-3-10 0,-3 2-1 16,0 5-13-16,0 5 1 15,-7 7 6-15,-4 6 14 16,-4 4 18-16,0 0-17 16,-4 6-38-16,1 14-2 15,5 6-4-15,2 5 2 16,7 2 2-16,4 0-2 15,0 0 0-15,0-2 0 16,7-2 0-16,11-2 2 16,3-2-1-16,7-7 1 15,-1-6 0-15,3-6 0 16,-3-6 0-16,-3 0 0 0,1-3-2 16,-4-14-13-16,0-1-5 15,-2-5 8-15,-1-1 4 16,-3-4 5-16,-2 2 3 15,-2-3 2-15,-5 7 0 16,4 5-2-16,-4 4 4 16,-3 9 15-16,3 2 5 15,2 2-8-15,5 0-7 16,5 8-4-16,0 11-1 16,4 5 2-16,-2 4 5 15,-4 4-8-15,-4-3-1 16,-4-1 0-16,-7-5-2 15,-1-8 0-15,0-6 3 16,0-5-3-16,0-4 0 16,0 0 0-16,0 0 2 15,3-10 5-15,-3-9-4 0,6-10-3 16,3-3-8-16,3-2 1 16,7 1 1-16,2 8 5 15,0 4 0-15,0 8-3 16,4 8 2-16,-4 5-1 15,0 0 1-15,-3 0-1 16,-3 19 0-16,-3 4 1 16,-5 6 2-16,-5 4 4 15,-2 1-4-15,0-2-1 16,0-2-20-16,0-5-48 16,1-5-50-16,10-4-63 0,4-9-67 15,-8-7 24 1,1 0-224-16</inkml:trace>
  <inkml:trace contextRef="#ctx0" brushRef="#br0" timeOffset="157145.18">4890 8609 720 0,'0'0'110'0,"0"0"22"15,0 0-10 1,0 0-14-16,0 0-7 15,0 0-88-15,0 0-10 0,-61 49 0 16,46-12 0-16,8-3 1 16,2 2-3-1,5-3 0-15,0-5-1 0,2-3 0 16,13-8-1-16,4-7 2 16,6-5-2-16,-1-5 2 15,4 0-1-15,-2-8 2 16,1-11 2-16,1-4-4 15,-4-2 0-15,-2-5-6 16,-5 1 6-16,1 2 1 16,-8 6-1-16,-5 6 0 15,-4 10 6-15,-1 3 4 0,0 2 35 16,0 0 6 0,0 9-21-16,-7 9-23 15,-2 1-7-15,4 1-1 0,2-4 1 16,3-2-1-16,0-4 2 15,11-4-3-15,11-5 0 16,5-1 2-16,4-3 1 16,3-16-1-16,2-8 0 15,-1-5-7-15,-4-4-9 16,-1-2 4-16,-8 3 11 16,-2 4-1-16,-9 11 2 15,-6 12 1-15,-5 6 0 16,0 2 3-16,-5 7 9 15,-12 21 1-15,-7 15-13 16,6 10 0-16,-3 15 1 0,9 13-1 16,3 11 3-16,8 8 1 15,1 2 6 1,0 0-8-16,11-2 9 0,6-7-8 16,-1-8 8-16,-5-16 4 15,-8-16-13-15,-3-21 0 16,0-14-1-16,-2-11-1 15,-13-7 2-15,-7 0 2 16,-2-15-2-16,-4-15 3 16,-2-14-4-16,0-10 1 0,2-14 1 15,7-10-2 1,3 0-2-16,18 6 1 16,0 11-1-16,12 12 0 15,15 10-1-15,13 6-2 0,3 4 2 16,5 2-2-16,-3 0-1 15,-1 4-21-15,-2 1-16 16,-6 2-80-16,-28 16-201 16,-1 0-525-16</inkml:trace>
  <inkml:trace contextRef="#ctx0" brushRef="#br0" timeOffset="159426.9">6270 8527 542 0,'0'0'328'0,"0"0"-263"16,0 0 74-16,0 0-65 15,0 0-7-15,0 0 15 16,0 0-20-16,3-42-32 16,-16 52-30-16,2 9 0 15,-1 7-1-15,2 5 1 16,4 2 0-16,6 2 0 15,0-2 0-15,0-3 0 16,8-4-1-16,9-5 1 16,3-3 0-16,5-7 0 15,-1-4 0-15,0-4 1 16,-2-3-1-16,1 0 5 16,-4-10-5-16,2-10 2 0,-8-6 1 15,-2-4 3-15,-1-4-6 16,-7-2 0-16,-3-1 1 15,0 2-1-15,-10-1 5 16,-4 4-4-16,-5 1 4 16,1 7-4-16,0 8 1 15,0 9 0-15,2 7 11 16,-1 0-7-16,-2 7-6 16,7 16-4-16,0 5 0 15,6 3 0-15,6 3 3 16,0 1 0-16,6-3 0 15,15-2-2-15,7-4 2 0,7-8-2 16,2-7-10 0,5-7-27-16,4-4-33 0,3 0-16 15,-1-19 10-15,-2-9-35 16,-1-6 12-16,-3-3 19 16,-11-2 20-16,-10-1 17 15,-12-1 46-15,-7-1 0 16,-2 7 46-16,0 6 50 15,-14 13 9-15,3 11 11 16,-3 5-10-16,0 0-9 16,-2 25-46-16,-1 14-46 15,1 11-5-15,4 14 2 16,9 9 9-16,1 8 5 0,2 5 12 16,0 3 4-16,5-3-3 15,12 0-7-15,-3-5 0 16,-3-8-4-16,-2-6-15 15,-2-10 0-15,-7-11-1 16,0-9 0-16,0-12-2 16,0-13 0-16,0-12-2 15,-10 0-48-15,4-13-114 16,-2-7-232-16</inkml:trace>
  <inkml:trace contextRef="#ctx0" brushRef="#br0" timeOffset="159582.78">6554 9024 961 0,'0'0'80'0,"0"0"5"16,0 0-31-16,0 0-42 15,0 0-10-15,71-84-1 16,-20 69-1-16,7-3 0 16,9-4-35-16,-38 14-160 15,-1-3-140-15</inkml:trace>
  <inkml:trace contextRef="#ctx0" brushRef="#br0" timeOffset="160812.9">7814 8822 584 0,'0'0'200'0,"0"0"-166"15,0 0 80-15,0 0-8 0,0 0-3 16,0 0-40 0,0 0-42-16,77-109-12 0,-64 60-3 15,-4-6 1-15,-2-4-5 16,-2-8 2-16,-5-5 2 16,0-3 26-16,0 9 7 15,-6 17-2-15,-3 16 19 16,1 21-40-16,-2 6 8 15,4 6-6-15,-3 0-8 16,-4 14-10-16,-1 20 0 16,1 15-1-16,4 10 1 15,6 8 0-15,3 1 0 0,0 1 0 16,1-3 0 0,17-4 0-16,3-7 1 15,6-10-3-15,3-9 3 16,3-13-1-16,3-11 2 0,-1-8-2 15,4-4 1-15,-3-4-1 16,-2-20 0-16,-2-4 0 16,-6-9-8-16,-8-4 3 15,-1-5 0-15,-10-8 4 16,-5-2 1-16,-2-4 0 16,0 5-1-16,-2 9 2 15,-10 13 0-15,0 13 0 16,2 12 0-16,-1 5 4 15,1 3 3-15,-3 2 1 16,0 21-9-16,0 12-6 0,7 4 5 16,3 8 0-16,3 0 2 15,0 5-3-15,8-3 2 16,11-1-1-16,5-6 1 16,1-6 0-16,1-7 0 15,4-9-1-15,1-8 1 16,3-7 0-16,5-5-1 15,-2 0-1-15,2-13 2 16,-3-8-6-16,-3-4-4 16,-6-4-1-16,-7-4 1 15,-9 0 2-15,-4-1 7 16,-7 3 1-16,0 6 0 0,0 8 2 16,0 7 0-1,0 5 2-15,-4 5 5 0,1 0 10 16,-2 19-19-16,1 9-1 15,1 6 1-15,3 1 0 16,0 0 2-16,0-3-2 16,7-5 1-16,11-7-1 15,3-4 0-15,3-6-1 16,3-7-2-16,3-3 3 16,6 0 1-16,5-6-1 15,1-14-6-15,3-3 4 16,-5-4-24-16,-9-6 0 15,-8-1-12-15,-5 0 11 0,-12 3 18 16,-6 8 9 0,0 8 0-16,-2 10 5 0,-16 5 25 15,-1 2 21-15,-8 23-34 16,5 4-15-16,2 6-1 16,5-1 0-16,9-2 1 15,5-3 1-15,1-5 0 16,0-5-3-16,15-5 1 15,9-6 0-15,9-7-1 16,10-1 0-16,6 0 2 16,3-11 0-16,-3-6-2 15,-13-1-83-15,-12-2-142 16,-24 11-81-16,0 1-407 16</inkml:trace>
  <inkml:trace contextRef="#ctx0" brushRef="#br0" timeOffset="161020.31">7956 8501 985 0,'0'0'11'0,"0"0"-10"0,0 0 6 15,100-5-5 1,-34-5-2-16,5-2-46 0,-41 5-81 16,-3-1-143-16</inkml:trace>
  <inkml:trace contextRef="#ctx0" brushRef="#br0" timeOffset="161594.01">10020 8294 948 0,'0'0'79'0,"0"0"25"16,0 0 12-16,0 0-69 15,0 0-32-15,-5 77-3 16,5-30 18-16,0 0-9 16,0-1-2-16,0-1-7 15,3-5-6-15,-1-6-5 0,-2-4 0 16,0-11-1-16,0-6 0 16,0-12-45-1,0-1-134-15,0-2-58 0,0-14-261 16</inkml:trace>
  <inkml:trace contextRef="#ctx0" brushRef="#br0" timeOffset="161910.76">9940 8343 779 0,'0'0'152'0,"0"0"-141"16,0 0 52-16,0 0-43 15,91-46 8-15,-49 60 7 16,3 13 25-16,1 6 7 0,2 7-4 15,-2 4-2 1,-5 2-14-16,-10 6-8 0,-9-5-9 16,-14 3-19-16,-8-5 0 15,-8-5-4-15,-25-5 2 16,-10-6-2-16,-9-6-1 16,-3-7-2-16,0-10-2 15,5-6-2-15,9 0 0 16,9 0 0-16,11-6-14 15,11-8-17-15,10-2-12 16,4-4-34-16,29 0-86 16,9-1 9-16,-17 12-13 15,2 1-188-15</inkml:trace>
  <inkml:trace contextRef="#ctx0" brushRef="#br0" timeOffset="162242.71">10697 8531 684 0,'0'0'82'16,"0"0"18"-16,0 0 33 15,49-89-47-15,-49 75-13 16,-15 4-15-16,-7 9-6 16,-5 1-15-16,-8 4-15 15,-3 20-19-15,4 9-1 16,4 3 1-16,10 4 2 15,7-1-5-15,13-3 0 0,0-2 1 16,12-5 1 0,16-2-1-16,6-7 4 0,5-5 7 15,6-4 5 1,7-8-3-16,6-3 0 0,2 0-4 16,0-3 7-16,-10-9-15 15,-8-5-2-15,-9-1-15 16,-5-2-105-16,-28 10-129 15,0 1-278-15</inkml:trace>
  <inkml:trace contextRef="#ctx0" brushRef="#br0" timeOffset="163211.18">12172 8442 436 0,'0'0'343'0,"0"0"-300"16,0 0 70-16,0 0-19 16,0 0-26-16,17-87 7 15,-20 65-12-15,-14 3-8 16,-1 1-10-16,-4 2-3 16,-3 8-9-16,-4 8-5 0,-2 0-15 15,-5 14-9 1,-3 17-3-16,2 11-1 0,3 6 0 15,11 2 0-15,7-3 0 16,10 0-1-16,6-8 0 16,0-5-1-16,24-8-3 15,6-9 5-15,5-10-3 16,1-7-16-16,5 0-5 16,0-14-4-16,0-13 8 15,-1-4 2-15,-4-3 16 0,-5-3-25 16,-8 2-25-1,-7 4 50-15,-10 7 2 0,-6 8 4 16,0 9 21 0,0 7 34-16,-3 2 4 0,-13 25-25 15,-3 14-35-15,0 14-1 16,7 14-1 0,5 8 3-16,7 13-2 0,0 6 12 15,10 6 1-15,15 3 2 16,1-4 18-16,-2-2-25 15,-8-10-6-15,-11-9 12 16,-5-12-13-16,0-19 4 0,-15-16-1 16,-5-15 2-1,-5-13-7-15,-6-5 5 16,-2-7-3-16,-3-25-2 16,-4-9-1-16,6-14-1 0,1-11-6 15,6-7-1-15,13-6 5 16,10-2 2-16,4 4-5 15,7 6 1-15,23 6 3 16,9 9-6-16,9 2 5 16,4 4 0-16,6 0-1 15,3 4-10-15,-1 4-5 16,-2 9-39-16,-9 6-105 16,-41 25-168-16,-4 2-629 15</inkml:trace>
  <inkml:trace contextRef="#ctx0" brushRef="#br0" timeOffset="164808.45">12559 8514 642 0,'0'0'110'0,"0"0"-103"0,0 0 48 16,0 0 0 0,0 0 17-16,0 0 5 0,95-13-18 15,-67-3-19-15,-2-5-8 16,-7-2-15-16,-4-1-5 16,-9 0-6-16,-6-1-2 15,0-1 3-15,0 2-4 16,-12 2 0-16,-7 5 2 15,0 7 2-15,-1 7 7 16,-4 3 27-16,2 0-26 0,-2 20-14 16,4 9-1-1,3 7 0-15,5 6 1 16,6 3 0-16,4 2 0 0,2 1 0 16,0-3 0-1,17-1 2-15,3-9 1 0,2-7 0 16,0-10-3-16,0-8 0 15,-1-7-1-15,0-3 0 16,-2 0 5-16,-2-17 1 16,2-7 4-16,-1-4-5 15,-1-5-2-15,-1-2 1 16,-1 3-3-16,0 1-1 16,-3 5 2-16,-2 8 0 15,2 7 2-15,-3 5 9 16,0 6 6-16,4 0-8 0,-1 12-9 15,2 13 1 1,-2 9 4-16,-3 3 2 16,-5 2 2-16,-1 1-4 0,-3-4-4 15,0-6-3-15,0-9 1 16,0-7-1-16,0-7 1 16,0-6-1-16,0-1 0 15,0 0 3-15,0-12 1 16,0-14-4-16,3-6-2 15,6-6-12-15,5-3-1 16,2-1 6-16,2 2 2 16,0 6 7-16,1 10 0 15,-4 10 0-15,-2 10 0 0,1 4-1 16,-2 0-1 0,4 23-1-16,-2 7 3 0,-1 6 13 15,1 3 0-15,-3 2-5 16,3-1-3-16,1-1-3 15,-2-6-2-15,5-8 0 16,-3-5 0-16,3-9 0 16,1-4 0-16,2-7 1 15,1 0-1-15,1-1 0 16,1-18 0-16,1-4-1 16,0-7 0-16,1-4-8 15,-5-4 0-15,-5-5 4 16,-4 0-1-16,-7-3 6 15,-4 3 0-15,-1 6 0 16,0 10 0-16,-4 12 4 0,-8 12-1 16,-6 3 6-16,1 3-3 15,1 21 4-15,-2 7-10 16,5 6-3-16,4 0 3 16,4 3 1-16,5-1-1 15,0 0-1-15,0-5 1 16,5-8-1-16,7-4 2 15,2-10-2-15,5-4 2 16,0-8-2-16,2 0 0 16,1-3 1-16,2-17-7 0,1-4-4 15,1-3 5-15,-4-4-1 16,-1 1 0-16,0 1 4 16,1 6 3-16,1 8 0 15,2 6-1-15,2 9 1 16,0 0-2-16,1 1 0 15,0 18-2-15,-2 5 4 16,-4 2 2-16,-2 3 3 16,-7-1 0-16,-3-4 2 15,-7-3 1-15,-3-7 4 16,0-4-5-16,0-4-1 16,-9-5-3-16,1-1 8 15,0 0 6-15,2-7-4 0,4-14-10 16,2-6-1-1,0-6-1-15,2-6-2 0,15 1 1 16,3-4 0 0,4 2 0-16,1 8-2 0,10 3-7 15,2 13-31-15,1 7-72 16,-22 9-176-16,-9 0-476 16</inkml:trace>
  <inkml:trace contextRef="#ctx0" brushRef="#br0" timeOffset="165841.68">14334 8619 801 0,'0'0'62'0,"0"0"45"0,0 0-16 16,32-95-31-16,-30 70 5 16,-2-2-1-16,0-1-27 15,-11 5 4 1,-5 5-9-16,2 7-3 0,2 7 2 16,-5 4-5-16,1 0-13 15,-3 9-13-15,-2 14-2 16,3 6 1-16,0 8 1 15,3 1-1-15,5 3 0 16,5-2 1-16,5 1 2 16,0-6-2-16,0-4 1 15,5-6-1-15,11-7 0 16,2-8 0-16,0-6 0 0,4-3-1 16,5 0 1-16,0-11-4 15,2-11-3-15,-1-7 0 16,-2-3 3-16,1-3-2 15,-6-4-3-15,-4 0 7 16,-4 2 2-16,-7 6 0 16,-2 9 1-16,-4 10 1 15,0 8 2-15,0 4 18 16,0 0 2-16,0 16-13 16,0 12-8-16,-4 7-2 15,1 3 3-15,3 0-3 16,0-2 2-16,0-5-1 0,0-6-1 15,6-5-1 1,7-7-1-16,-1-6 1 16,6-6 0-16,2-1-2 0,0 0-9 15,4-11-29-15,-4-11-40 16,1-3-73-16,-1-7-33 16,-5-5-13-16,-1-4-59 15,-5-4 32-15,-3-3 138 16,-2-2 88-16,-1 4 46 15,-1 2 27-15,-1 6 40 16,-1 8 17-16,0 6-17 16,0 6-13-16,0 8-16 15,0 5 4-15,0 5 0 16,0 0-3-16,0 4-11 16,0 24-28-16,0 12-20 0,0 9 25 15,0 6-13-15,0-2-6 16,0 3-13-16,0-4-1 15,7-3-5-15,1-2-4 16,6-9-1-16,-1-8-3 16,2-9-3-16,6-7-2 15,2-9-1-15,6-5 0 16,2 0-1-16,0-4-13 16,-5-15-9-16,-7-6-162 15,-19 11-74-15,0 0-103 16</inkml:trace>
  <inkml:trace contextRef="#ctx0" brushRef="#br0" timeOffset="166573.84">14812 8488 489 0,'0'0'213'15,"0"0"-108"-15,0 0 2 16,0 0-38-16,0 0-32 16,0 0-24-16,-8-27-8 15,41 23 8-15,3-2-5 16,3-1-4-16,0 0-3 15,-1-2-1-15,-1 2 0 16,1 1 1-16,-4 4 0 16,-7 0-1-16,-8 2 20 15,-10 0-1-15,-7 3-18 16,-2 14 5-16,0 9 5 0,0 7 42 16,-5 3-17-16,-4 5-14 15,-1-1-5-15,4 2 3 16,1-5-1-16,4-4 6 15,1-3 4-15,0-9-9 16,0-4-4-16,6-7-6 16,10-6-2-16,4-4 0 15,5 0 3-15,3-7 0 16,1-10-1-16,-3-6-6 16,-3-1-2-16,-11-1 1 15,-8-2-2-15,-4-2-2 16,-1 0 1-16,-21-1-11 15,-7 8 4-15,4 4-3 16,-2 5-1-16,8 4 6 16,8 4 4-16,6 2 0 0,5-1 2 15,0-2 1-15,0 0-1 16,16-2-1-16,7 0-3 16,6 2 1-16,2 3 2 15,2 3 0-15,4 0 1 16,5 13 0-16,4 9-1 15,-1 7 5-15,-6 3 13 16,-8 3-13-16,-14 1-1 16,-11-4-1-16,-6-1-2 15,-6-4 0-15,-20-6 2 16,1-6-2-16,1-8 2 16,3-5-3-16,10-2 3 0,3-4-1 15,5-17-1-15,3-7 3 16,0-8-1-1,18-6-2-15,10-5-1 0,8-5 1 16,7 1 7-16,0 8-7 16,-5 7 2-1,-7 16-3-15,-7 9-4 0,-8 7-16 16,-4 4-97-16,-12 0-130 16,0 4-422-16</inkml:trace>
  <inkml:trace contextRef="#ctx0" brushRef="#br0" timeOffset="167169.54">16285 8504 1082 0,'0'0'151'15,"0"0"-146"-15,0 0 29 16,0 0-18-16,0 0-16 16,0 0-9-16,0 0-51 0,27-7-156 15,-25 7-494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79A29-A25C-4998-9ED3-D99AB124AD1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2F3F8-22AA-4805-B685-817EE5CB9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77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0BBC-AEC0-4C45-9960-F1A467E72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4F736-D05C-F848-64EE-D7347CF16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BFFA-4875-0BAC-F343-A026D327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1504D-AEBE-2135-6524-91A4D038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5A3C2-06AF-CAC4-50AB-A67B4895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74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B994-78C7-8436-1D87-6E3BEC04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0F9DB-A5B5-8F6A-465D-AC26D7A8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5075E-730B-AF08-E75B-1C944A41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6DEEF-00F8-ECC4-FD62-6727BAA3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3D30-507A-C9D1-149A-970E020C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33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CAD4-A020-7E1C-3CC3-AE57B116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48F22-A1AF-C8E0-3C43-D3339602B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B7EE3-B705-A220-02F2-4FE9E90B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C658-11F5-87A5-40A0-35961B38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E68E6-E4C3-D151-D06D-DDEA803B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3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EFFB-93D0-75D3-5721-0F0AA709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F209-4DC6-9E65-C33B-02CFD81A0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2557-744B-24B4-8D2E-CFCF29D25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67F23-B1DE-7282-7B9D-B89DB651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E1CC-48FD-CABA-7576-B90FCE814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BDDB2-1B36-E766-EE21-3C752091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32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FB06-8D31-2EAD-4555-402935B5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D9F38-5F9C-E89F-D75A-97E170E5C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65CA5-06E6-513F-5400-52A2766C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F7FBC9-4720-610B-231B-88B6A7126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5C9B0-8AF2-422B-DE55-5A5B0430D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3308C-881F-0D6D-D113-BC73E7D0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6B3028-6A12-F025-9A72-641390A4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60D95-FEE8-76D8-1F0F-6D314087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7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F956-7502-4F82-292C-BE3A2A5C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54E9D-4782-6664-94BC-0125A1D8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4166-AF11-D09B-B345-82A65607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1CAB8-4893-6C90-CD9B-D0C7E6CE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05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2603C-C9B4-C1C4-B433-D576F304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8BF21-9708-BFA2-812F-4324C6C8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A4D59-B020-5010-F434-CD11AC5F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9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62EC-31EC-97A2-523C-48094999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BDFA-0B5E-4E8D-B485-E95B478E3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E2575-A918-3F4D-0BC3-13AF2CE6D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98793-0B61-2E89-511D-0DB32D1B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5E320-BA43-2A1F-EB41-007DFD82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4DD84-D408-2595-03F6-39657E61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53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86AF-1D82-5859-CC0D-6CCD3AF2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56CBE-070C-E7C3-03D1-9A0766266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D75D1-A4A7-BC73-4685-770489494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D4E94-ED1E-7758-CE80-67D317BC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5EA68-FEBF-73A7-8DC1-BDD3B596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B4B92-E999-FD0F-F12C-E61AE06C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5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88AF-3211-7DA6-06FA-107AB2E4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4FBDB-2BAB-5E16-4F4D-8E2067F0F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26CF8-723C-01D5-9019-A285A5A7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B315B-9F09-091B-5AAE-86AE2A32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D281-AD33-FFC2-57A1-370DF9E2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3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31F0F-997A-C830-6C22-E60C067A6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4E534-C8F0-014C-DAC0-C36CD6A1D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61B1-DE86-70F4-9336-3AAF0E9D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1BD4F-9048-EEF7-4CB5-07C56D0D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DED98-4975-266C-18A9-37B6BF78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2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65CEB-6E9E-6D15-381F-226A6398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332C8-23D0-D17A-ABC5-58AA22B3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535E4-8D9D-ED2E-511E-09190F853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30C39-D057-4FD0-AE27-0EB06C3776D9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40942-8EB9-379C-89C7-CBD8E6BBB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ED378-FAE8-94C6-EA35-0AF2259BD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55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customXml" Target="../ink/ink12.xml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1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B268-7ACD-6EEA-4E21-B045684A5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ET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6966C-C1B1-4183-2E8D-34FADE6C00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DC Generator Basics</a:t>
            </a:r>
          </a:p>
        </p:txBody>
      </p:sp>
    </p:spTree>
    <p:extLst>
      <p:ext uri="{BB962C8B-B14F-4D97-AF65-F5344CB8AC3E}">
        <p14:creationId xmlns:p14="http://schemas.microsoft.com/office/powerpoint/2010/main" val="231885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CB52ED-DC1E-CC33-C561-BFDF93282EEB}"/>
                  </a:ext>
                </a:extLst>
              </p14:cNvPr>
              <p14:cNvContentPartPr/>
              <p14:nvPr/>
            </p14:nvContentPartPr>
            <p14:xfrm>
              <a:off x="-144146" y="2374584"/>
              <a:ext cx="5760" cy="4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CB52ED-DC1E-CC33-C561-BFDF93282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3146" y="2365584"/>
                <a:ext cx="234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B21B6D7-31F0-50BA-8E3D-9FF665A09E94}"/>
                  </a:ext>
                </a:extLst>
              </p14:cNvPr>
              <p14:cNvContentPartPr/>
              <p14:nvPr/>
            </p14:nvContentPartPr>
            <p14:xfrm>
              <a:off x="12314014" y="2450904"/>
              <a:ext cx="7560" cy="1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B21B6D7-31F0-50BA-8E3D-9FF665A09E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96014" y="2432904"/>
                <a:ext cx="432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FDE33A0-72DD-DD61-2A12-C74ECDE25BF3}"/>
                  </a:ext>
                </a:extLst>
              </p14:cNvPr>
              <p14:cNvContentPartPr/>
              <p14:nvPr/>
            </p14:nvContentPartPr>
            <p14:xfrm>
              <a:off x="12431734" y="4716744"/>
              <a:ext cx="1440" cy="2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FDE33A0-72DD-DD61-2A12-C74ECDE25B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395734" y="4681104"/>
                <a:ext cx="730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CE62ED-2472-833D-D60A-3D4336361D28}"/>
                  </a:ext>
                </a:extLst>
              </p14:cNvPr>
              <p14:cNvContentPartPr/>
              <p14:nvPr/>
            </p14:nvContentPartPr>
            <p14:xfrm>
              <a:off x="238680" y="421560"/>
              <a:ext cx="11379960" cy="2373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CE62ED-2472-833D-D60A-3D4336361D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9320" y="412200"/>
                <a:ext cx="11398680" cy="23918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D1BE393-C41F-8846-919F-50587DDC5092}"/>
              </a:ext>
            </a:extLst>
          </p:cNvPr>
          <p:cNvSpPr txBox="1"/>
          <p:nvPr/>
        </p:nvSpPr>
        <p:spPr>
          <a:xfrm>
            <a:off x="7592602" y="5938463"/>
            <a:ext cx="266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Ans: 166.136 A</a:t>
            </a:r>
          </a:p>
        </p:txBody>
      </p:sp>
    </p:spTree>
    <p:extLst>
      <p:ext uri="{BB962C8B-B14F-4D97-AF65-F5344CB8AC3E}">
        <p14:creationId xmlns:p14="http://schemas.microsoft.com/office/powerpoint/2010/main" val="129327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9D5346-A52E-5596-75EA-F5629B5085AC}"/>
                  </a:ext>
                </a:extLst>
              </p14:cNvPr>
              <p14:cNvContentPartPr/>
              <p14:nvPr/>
            </p14:nvContentPartPr>
            <p14:xfrm>
              <a:off x="244800" y="327240"/>
              <a:ext cx="11337840" cy="207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9D5346-A52E-5596-75EA-F5629B5085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440" y="317880"/>
                <a:ext cx="11356560" cy="20959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652B08E-40B8-E934-F9CE-CDC1E2106B53}"/>
              </a:ext>
            </a:extLst>
          </p:cNvPr>
          <p:cNvSpPr txBox="1"/>
          <p:nvPr/>
        </p:nvSpPr>
        <p:spPr>
          <a:xfrm>
            <a:off x="7592602" y="5938463"/>
            <a:ext cx="266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Ans: 3.86 </a:t>
            </a:r>
            <a:r>
              <a:rPr lang="en-IN" dirty="0" err="1"/>
              <a:t>mWb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31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F9C3DA-72F9-8EE2-23E8-EA7CC04A4E51}"/>
                  </a:ext>
                </a:extLst>
              </p14:cNvPr>
              <p14:cNvContentPartPr/>
              <p14:nvPr/>
            </p14:nvContentPartPr>
            <p14:xfrm>
              <a:off x="283320" y="468720"/>
              <a:ext cx="11697480" cy="3786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F9C3DA-72F9-8EE2-23E8-EA7CC04A4E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960" y="459360"/>
                <a:ext cx="11716200" cy="38048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B6D9071-CE16-312C-F917-D7692C973416}"/>
              </a:ext>
            </a:extLst>
          </p:cNvPr>
          <p:cNvSpPr txBox="1"/>
          <p:nvPr/>
        </p:nvSpPr>
        <p:spPr>
          <a:xfrm>
            <a:off x="7592602" y="5938463"/>
            <a:ext cx="266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Ans: 53.45 A, 187.1V</a:t>
            </a:r>
          </a:p>
        </p:txBody>
      </p:sp>
    </p:spTree>
    <p:extLst>
      <p:ext uri="{BB962C8B-B14F-4D97-AF65-F5344CB8AC3E}">
        <p14:creationId xmlns:p14="http://schemas.microsoft.com/office/powerpoint/2010/main" val="251524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A07F24-845C-7EA2-3DEC-F2C754E8A49B}"/>
                  </a:ext>
                </a:extLst>
              </p14:cNvPr>
              <p14:cNvContentPartPr/>
              <p14:nvPr/>
            </p14:nvContentPartPr>
            <p14:xfrm>
              <a:off x="253800" y="439560"/>
              <a:ext cx="11255400" cy="245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A07F24-845C-7EA2-3DEC-F2C754E8A4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440" y="430200"/>
                <a:ext cx="11274120" cy="2469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AE138BE-190F-4462-68F6-3FB7CC444A31}"/>
              </a:ext>
            </a:extLst>
          </p:cNvPr>
          <p:cNvSpPr txBox="1"/>
          <p:nvPr/>
        </p:nvSpPr>
        <p:spPr>
          <a:xfrm>
            <a:off x="7592602" y="5938463"/>
            <a:ext cx="266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Ans: 40V</a:t>
            </a:r>
          </a:p>
        </p:txBody>
      </p:sp>
    </p:spTree>
    <p:extLst>
      <p:ext uri="{BB962C8B-B14F-4D97-AF65-F5344CB8AC3E}">
        <p14:creationId xmlns:p14="http://schemas.microsoft.com/office/powerpoint/2010/main" val="261940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DE33F3-ADE2-DAE7-B6BF-FAC81CADA927}"/>
                  </a:ext>
                </a:extLst>
              </p14:cNvPr>
              <p14:cNvContentPartPr/>
              <p14:nvPr/>
            </p14:nvContentPartPr>
            <p14:xfrm>
              <a:off x="366120" y="383040"/>
              <a:ext cx="10336320" cy="2622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DE33F3-ADE2-DAE7-B6BF-FAC81CADA9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6760" y="373680"/>
                <a:ext cx="10355040" cy="26413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DE89790-8830-9AF1-3B25-8247F8B26C4C}"/>
              </a:ext>
            </a:extLst>
          </p:cNvPr>
          <p:cNvSpPr txBox="1"/>
          <p:nvPr/>
        </p:nvSpPr>
        <p:spPr>
          <a:xfrm>
            <a:off x="7592602" y="5938463"/>
            <a:ext cx="266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Ans: 384 V</a:t>
            </a:r>
          </a:p>
        </p:txBody>
      </p:sp>
    </p:spTree>
    <p:extLst>
      <p:ext uri="{BB962C8B-B14F-4D97-AF65-F5344CB8AC3E}">
        <p14:creationId xmlns:p14="http://schemas.microsoft.com/office/powerpoint/2010/main" val="236832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E7DF7E-0AA4-66C7-922A-412FBDBADD84}"/>
                  </a:ext>
                </a:extLst>
              </p14:cNvPr>
              <p14:cNvContentPartPr/>
              <p14:nvPr/>
            </p14:nvContentPartPr>
            <p14:xfrm>
              <a:off x="332280" y="317160"/>
              <a:ext cx="11509200" cy="4230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E7DF7E-0AA4-66C7-922A-412FBDBADD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920" y="307800"/>
                <a:ext cx="11527920" cy="42494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5D690AA-DD33-849D-0DE7-612F5E47CE5F}"/>
              </a:ext>
            </a:extLst>
          </p:cNvPr>
          <p:cNvSpPr txBox="1"/>
          <p:nvPr/>
        </p:nvSpPr>
        <p:spPr>
          <a:xfrm>
            <a:off x="7592602" y="5938463"/>
            <a:ext cx="266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Ans: 115V, 5kW</a:t>
            </a:r>
          </a:p>
        </p:txBody>
      </p:sp>
    </p:spTree>
    <p:extLst>
      <p:ext uri="{BB962C8B-B14F-4D97-AF65-F5344CB8AC3E}">
        <p14:creationId xmlns:p14="http://schemas.microsoft.com/office/powerpoint/2010/main" val="412092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970603-EF77-1248-4F5C-E77543BF6353}"/>
                  </a:ext>
                </a:extLst>
              </p14:cNvPr>
              <p14:cNvContentPartPr/>
              <p14:nvPr/>
            </p14:nvContentPartPr>
            <p14:xfrm>
              <a:off x="363960" y="490320"/>
              <a:ext cx="11292840" cy="3765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970603-EF77-1248-4F5C-E77543BF63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600" y="480960"/>
                <a:ext cx="11311560" cy="37843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58ED2CE-0D06-25B5-66C4-B966870BB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704" y="1973014"/>
            <a:ext cx="4144513" cy="2684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61315-F5C5-069D-68C4-7CA80C99455B}"/>
              </a:ext>
            </a:extLst>
          </p:cNvPr>
          <p:cNvSpPr txBox="1"/>
          <p:nvPr/>
        </p:nvSpPr>
        <p:spPr>
          <a:xfrm>
            <a:off x="7592602" y="5938463"/>
            <a:ext cx="266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Ans: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50B302-0A6F-09D9-143F-D8E1954C497A}"/>
                  </a:ext>
                </a:extLst>
              </p14:cNvPr>
              <p14:cNvContentPartPr/>
              <p14:nvPr/>
            </p14:nvContentPartPr>
            <p14:xfrm>
              <a:off x="8159614" y="6127224"/>
              <a:ext cx="11160" cy="23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50B302-0A6F-09D9-143F-D8E1954C49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23974" y="6091584"/>
                <a:ext cx="828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E9AD6F2-3D88-766D-BE05-45C72E8E95D9}"/>
                  </a:ext>
                </a:extLst>
              </p14:cNvPr>
              <p14:cNvContentPartPr/>
              <p14:nvPr/>
            </p14:nvContentPartPr>
            <p14:xfrm>
              <a:off x="8176320" y="6053400"/>
              <a:ext cx="2068920" cy="278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E9AD6F2-3D88-766D-BE05-45C72E8E95D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66960" y="6044040"/>
                <a:ext cx="2087640" cy="29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349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E60CBE-8F5E-A6FE-D8C5-3390A687F39C}"/>
                  </a:ext>
                </a:extLst>
              </p14:cNvPr>
              <p14:cNvContentPartPr/>
              <p14:nvPr/>
            </p14:nvContentPartPr>
            <p14:xfrm>
              <a:off x="298440" y="504720"/>
              <a:ext cx="11487960" cy="2978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E60CBE-8F5E-A6FE-D8C5-3390A687F3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080" y="495360"/>
                <a:ext cx="11506680" cy="2997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56A578-21F4-D10B-60B5-2A282841D3D7}"/>
              </a:ext>
            </a:extLst>
          </p:cNvPr>
          <p:cNvSpPr txBox="1"/>
          <p:nvPr/>
        </p:nvSpPr>
        <p:spPr>
          <a:xfrm>
            <a:off x="7592602" y="5938463"/>
            <a:ext cx="266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Ans: 86.84 %</a:t>
            </a:r>
          </a:p>
        </p:txBody>
      </p:sp>
    </p:spTree>
    <p:extLst>
      <p:ext uri="{BB962C8B-B14F-4D97-AF65-F5344CB8AC3E}">
        <p14:creationId xmlns:p14="http://schemas.microsoft.com/office/powerpoint/2010/main" val="314033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37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ET TUTORIAL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TUTORIAL</dc:title>
  <dc:creator>chandra MVSS</dc:creator>
  <cp:lastModifiedBy>chandra MVSS</cp:lastModifiedBy>
  <cp:revision>41</cp:revision>
  <dcterms:created xsi:type="dcterms:W3CDTF">2022-12-13T08:54:59Z</dcterms:created>
  <dcterms:modified xsi:type="dcterms:W3CDTF">2023-02-07T16:47:46Z</dcterms:modified>
</cp:coreProperties>
</file>