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3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0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52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6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08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21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23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66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9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38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829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40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38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A6C69-6CC2-4099-BB77-ECF93E5B93DD}" type="datetimeFigureOut">
              <a:rPr lang="en-IN" smtClean="0"/>
              <a:t>15-02-2023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2A650-3C35-4866-B3A9-712796E7C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51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774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Example-1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" y="914400"/>
            <a:ext cx="8458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A 4-pole generator has a </a:t>
            </a:r>
            <a:r>
              <a:rPr lang="en-IN" sz="2400" dirty="0" smtClean="0"/>
              <a:t>wave-wound armature </a:t>
            </a:r>
            <a:r>
              <a:rPr lang="en-IN" sz="2400" dirty="0"/>
              <a:t>with 722 conductors, and it delivers 100 A on </a:t>
            </a:r>
            <a:r>
              <a:rPr lang="en-IN" sz="2400" dirty="0" smtClean="0"/>
              <a:t>full load</a:t>
            </a:r>
            <a:r>
              <a:rPr lang="en-IN" sz="2400" dirty="0"/>
              <a:t>. If the brush lead is 8°, calculate the </a:t>
            </a:r>
            <a:r>
              <a:rPr lang="en-IN" sz="2400" dirty="0" smtClean="0"/>
              <a:t>armature demagnetising </a:t>
            </a:r>
            <a:r>
              <a:rPr lang="en-IN" sz="2400" dirty="0"/>
              <a:t>and cross-magnetising ampere turns per pole.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84494"/>
          <a:stretch/>
        </p:blipFill>
        <p:spPr>
          <a:xfrm>
            <a:off x="638176" y="2712660"/>
            <a:ext cx="6434138" cy="4448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15008" b="60093"/>
          <a:stretch/>
        </p:blipFill>
        <p:spPr>
          <a:xfrm>
            <a:off x="638176" y="3143250"/>
            <a:ext cx="6434138" cy="7143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43393" b="28222"/>
          <a:stretch/>
        </p:blipFill>
        <p:spPr>
          <a:xfrm>
            <a:off x="638176" y="3957638"/>
            <a:ext cx="6434138" cy="8143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t="70783"/>
          <a:stretch/>
        </p:blipFill>
        <p:spPr>
          <a:xfrm>
            <a:off x="638176" y="4743450"/>
            <a:ext cx="6434138" cy="83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5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14400" y="0"/>
            <a:ext cx="82296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8129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6">
                  <a:lumMod val="50000"/>
                </a:schemeClr>
              </a:buClr>
              <a:tabLst>
                <a:tab pos="465138" algn="l"/>
              </a:tabLst>
            </a:pPr>
            <a:r>
              <a:rPr lang="en-US" sz="2800" b="1" dirty="0" smtClean="0">
                <a:solidFill>
                  <a:srgbClr val="92D050"/>
                </a:solidFill>
              </a:rPr>
              <a:t>Example - 2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685800"/>
            <a:ext cx="82296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buClr>
                <a:schemeClr val="accent6">
                  <a:lumMod val="50000"/>
                </a:schemeClr>
              </a:buClr>
              <a:tabLst>
                <a:tab pos="465138" algn="l"/>
              </a:tabLst>
            </a:pPr>
            <a:r>
              <a:rPr lang="en-IN" sz="2200" b="1" dirty="0"/>
              <a:t>An 8-pole generator has an output of 200 A at 500 V, the lap-connected </a:t>
            </a:r>
            <a:r>
              <a:rPr lang="en-IN" sz="2200" b="1" dirty="0" smtClean="0"/>
              <a:t>armature has </a:t>
            </a:r>
            <a:r>
              <a:rPr lang="en-IN" sz="2200" b="1" dirty="0"/>
              <a:t>1280 conductors, 160 commutator segments. If the brushes are advanced 4-segments from </a:t>
            </a:r>
            <a:r>
              <a:rPr lang="en-IN" sz="2200" b="1" dirty="0" smtClean="0"/>
              <a:t>the no-load </a:t>
            </a:r>
            <a:r>
              <a:rPr lang="en-IN" sz="2200" b="1" dirty="0"/>
              <a:t>neutral axis, estimate the armature demagnetizing and cross-magnetizing ampere-turns </a:t>
            </a:r>
            <a:r>
              <a:rPr lang="en-IN" sz="2200" b="1" dirty="0" smtClean="0"/>
              <a:t>per pole</a:t>
            </a:r>
            <a:r>
              <a:rPr lang="en-IN" sz="2200" b="1" dirty="0"/>
              <a:t>.</a:t>
            </a:r>
            <a:endParaRPr lang="en-US" sz="2200" b="1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83206"/>
          <a:stretch/>
        </p:blipFill>
        <p:spPr>
          <a:xfrm>
            <a:off x="193747" y="3543300"/>
            <a:ext cx="10301755" cy="3143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/>
          <a:srcRect t="16794" b="62595"/>
          <a:stretch/>
        </p:blipFill>
        <p:spPr>
          <a:xfrm>
            <a:off x="193747" y="3857625"/>
            <a:ext cx="10301755" cy="38576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/>
          <a:srcRect t="37594" b="21805"/>
          <a:stretch/>
        </p:blipFill>
        <p:spPr>
          <a:xfrm>
            <a:off x="193747" y="4257675"/>
            <a:ext cx="10301755" cy="7715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t="80153"/>
          <a:stretch/>
        </p:blipFill>
        <p:spPr>
          <a:xfrm>
            <a:off x="193747" y="5586413"/>
            <a:ext cx="8950253" cy="32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3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14400" y="0"/>
            <a:ext cx="82296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8129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6">
                  <a:lumMod val="50000"/>
                </a:schemeClr>
              </a:buClr>
              <a:tabLst>
                <a:tab pos="465138" algn="l"/>
              </a:tabLst>
            </a:pPr>
            <a:r>
              <a:rPr lang="en-US" sz="2800" b="1" dirty="0" smtClean="0">
                <a:solidFill>
                  <a:srgbClr val="92D050"/>
                </a:solidFill>
              </a:rPr>
              <a:t>Example - 3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685800"/>
            <a:ext cx="822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buClr>
                <a:schemeClr val="accent6">
                  <a:lumMod val="50000"/>
                </a:schemeClr>
              </a:buClr>
              <a:tabLst>
                <a:tab pos="465138" algn="l"/>
              </a:tabLst>
            </a:pPr>
            <a:r>
              <a:rPr lang="en-IN" sz="2200" b="1" dirty="0" smtClean="0"/>
              <a:t>A 4-pole wave-wound motor armature has 880 conductors and delivers 120 A. The brushes have been displaced through 3 angular degrees from the geometrical axis. Calculate (a) demagnetising amp-turns/pole (b) cross- magnetising amp-turns/pole (c) the additional field current for neutralizing the demagnetisation of the field winding has 1100 turns/pole.</a:t>
            </a:r>
            <a:endParaRPr lang="en-US" sz="2200" b="1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87879"/>
          <a:stretch/>
        </p:blipFill>
        <p:spPr>
          <a:xfrm>
            <a:off x="180974" y="3906411"/>
            <a:ext cx="8887572" cy="33697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t="14690" b="66295"/>
          <a:stretch/>
        </p:blipFill>
        <p:spPr>
          <a:xfrm>
            <a:off x="180974" y="4314825"/>
            <a:ext cx="8887572" cy="5286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t="34219" b="43169"/>
          <a:stretch/>
        </p:blipFill>
        <p:spPr>
          <a:xfrm>
            <a:off x="180974" y="4857751"/>
            <a:ext cx="8887572" cy="6286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/>
          <a:srcRect t="58887" b="27237"/>
          <a:stretch/>
        </p:blipFill>
        <p:spPr>
          <a:xfrm>
            <a:off x="180974" y="5543550"/>
            <a:ext cx="8887572" cy="38576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t="72763" b="14389"/>
          <a:stretch/>
        </p:blipFill>
        <p:spPr>
          <a:xfrm>
            <a:off x="180974" y="5929313"/>
            <a:ext cx="8887572" cy="35718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/>
          <a:srcRect t="86638"/>
          <a:stretch/>
        </p:blipFill>
        <p:spPr>
          <a:xfrm>
            <a:off x="180974" y="6315075"/>
            <a:ext cx="8887572" cy="37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14400" y="0"/>
            <a:ext cx="82296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8129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6">
                  <a:lumMod val="50000"/>
                </a:schemeClr>
              </a:buClr>
              <a:tabLst>
                <a:tab pos="465138" algn="l"/>
              </a:tabLst>
            </a:pPr>
            <a:r>
              <a:rPr lang="en-US" sz="2800" b="1" dirty="0" smtClean="0">
                <a:solidFill>
                  <a:srgbClr val="92D050"/>
                </a:solidFill>
              </a:rPr>
              <a:t>Example - 4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685800"/>
            <a:ext cx="822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buClr>
                <a:schemeClr val="accent6">
                  <a:lumMod val="50000"/>
                </a:schemeClr>
              </a:buClr>
              <a:tabLst>
                <a:tab pos="465138" algn="l"/>
              </a:tabLst>
            </a:pPr>
            <a:r>
              <a:rPr lang="en-IN" sz="2200" b="1" dirty="0"/>
              <a:t>A 4-pole generator supplies a current of 143 A. It has 492 armature </a:t>
            </a:r>
            <a:r>
              <a:rPr lang="en-IN" sz="2200" b="1" dirty="0" smtClean="0"/>
              <a:t>conductors (a</a:t>
            </a:r>
            <a:r>
              <a:rPr lang="en-IN" sz="2200" b="1" dirty="0"/>
              <a:t>) wave-wound (b) lap-wound. When delivering full load, the brushes are given an actual lead </a:t>
            </a:r>
            <a:r>
              <a:rPr lang="en-IN" sz="2200" b="1" dirty="0" smtClean="0"/>
              <a:t>of 10</a:t>
            </a:r>
            <a:r>
              <a:rPr lang="en-IN" sz="2200" b="1" dirty="0"/>
              <a:t>°. Calculate the demagnetising amp-turns/pole. This field winding is shunt connected and </a:t>
            </a:r>
            <a:r>
              <a:rPr lang="en-IN" sz="2200" b="1" dirty="0" smtClean="0"/>
              <a:t>takes 10 </a:t>
            </a:r>
            <a:r>
              <a:rPr lang="en-IN" sz="2200" b="1" dirty="0"/>
              <a:t>A. Find the number of extra shunt field turns necessary to neutralize this demagnetisation.</a:t>
            </a:r>
            <a:endParaRPr lang="en-US" sz="2200" b="1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85455"/>
          <a:stretch/>
        </p:blipFill>
        <p:spPr>
          <a:xfrm>
            <a:off x="190500" y="3825121"/>
            <a:ext cx="8890978" cy="418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t="16036" b="62601"/>
          <a:stretch/>
        </p:blipFill>
        <p:spPr>
          <a:xfrm>
            <a:off x="190500" y="4286250"/>
            <a:ext cx="8890978" cy="6143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38890" b="42230"/>
          <a:stretch/>
        </p:blipFill>
        <p:spPr>
          <a:xfrm>
            <a:off x="190500" y="4943475"/>
            <a:ext cx="8890978" cy="5429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t="58266" b="30307"/>
          <a:stretch/>
        </p:blipFill>
        <p:spPr>
          <a:xfrm>
            <a:off x="190500" y="5500689"/>
            <a:ext cx="8890978" cy="3286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t="70190"/>
          <a:stretch/>
        </p:blipFill>
        <p:spPr>
          <a:xfrm>
            <a:off x="190500" y="5843588"/>
            <a:ext cx="8890978" cy="8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9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14400" y="0"/>
            <a:ext cx="82296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8129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6">
                  <a:lumMod val="50000"/>
                </a:schemeClr>
              </a:buClr>
              <a:tabLst>
                <a:tab pos="465138" algn="l"/>
              </a:tabLst>
            </a:pPr>
            <a:r>
              <a:rPr lang="en-US" sz="2800" b="1" dirty="0" smtClean="0">
                <a:solidFill>
                  <a:srgbClr val="92D050"/>
                </a:solidFill>
              </a:rPr>
              <a:t>Example - 5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685800"/>
            <a:ext cx="82296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buClr>
                <a:schemeClr val="accent6">
                  <a:lumMod val="50000"/>
                </a:schemeClr>
              </a:buClr>
              <a:tabLst>
                <a:tab pos="465138" algn="l"/>
              </a:tabLst>
            </a:pPr>
            <a:r>
              <a:rPr lang="en-IN" sz="2200" b="1" dirty="0"/>
              <a:t>A 4-pole, 50-kW, 250-V wave-wound shunt generator has 400 armature </a:t>
            </a:r>
            <a:r>
              <a:rPr lang="en-IN" sz="2200" b="1" dirty="0" smtClean="0"/>
              <a:t>conductors. Brushes </a:t>
            </a:r>
            <a:r>
              <a:rPr lang="en-IN" sz="2200" b="1" dirty="0"/>
              <a:t>are given a lead of 4 commutator segments. Calculate the demagnetisation </a:t>
            </a:r>
            <a:r>
              <a:rPr lang="en-IN" sz="2200" b="1" dirty="0" smtClean="0"/>
              <a:t>amp-turns/ pole </a:t>
            </a:r>
            <a:r>
              <a:rPr lang="en-IN" sz="2200" b="1" dirty="0"/>
              <a:t>if shunt field resistance is 50 Ω. Also, calculate extra shunt field turns/pole to </a:t>
            </a:r>
            <a:r>
              <a:rPr lang="en-IN" sz="2200" b="1" dirty="0" smtClean="0"/>
              <a:t>neutralize the </a:t>
            </a:r>
            <a:r>
              <a:rPr lang="en-IN" sz="2200" b="1" dirty="0"/>
              <a:t>demagnetisation.</a:t>
            </a:r>
            <a:endParaRPr lang="en-US" sz="2200" b="1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90077"/>
          <a:stretch/>
        </p:blipFill>
        <p:spPr>
          <a:xfrm>
            <a:off x="304800" y="3398580"/>
            <a:ext cx="8253413" cy="3447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t="9512" b="78974"/>
          <a:stretch/>
        </p:blipFill>
        <p:spPr>
          <a:xfrm>
            <a:off x="304800" y="3729038"/>
            <a:ext cx="8253413" cy="4000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20203" b="69516"/>
          <a:stretch/>
        </p:blipFill>
        <p:spPr>
          <a:xfrm>
            <a:off x="304800" y="4100513"/>
            <a:ext cx="8253413" cy="3571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t="30895" b="59235"/>
          <a:stretch/>
        </p:blipFill>
        <p:spPr>
          <a:xfrm>
            <a:off x="304800" y="4471988"/>
            <a:ext cx="8253413" cy="3429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t="41176" b="41553"/>
          <a:stretch/>
        </p:blipFill>
        <p:spPr>
          <a:xfrm>
            <a:off x="304800" y="4829175"/>
            <a:ext cx="8253413" cy="60007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/>
          <a:srcRect t="58859" b="23459"/>
          <a:stretch/>
        </p:blipFill>
        <p:spPr>
          <a:xfrm>
            <a:off x="304800" y="5443538"/>
            <a:ext cx="8253413" cy="6143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/>
          <a:srcRect t="78186"/>
          <a:stretch/>
        </p:blipFill>
        <p:spPr>
          <a:xfrm>
            <a:off x="304800" y="6115050"/>
            <a:ext cx="8253413" cy="75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274</Words>
  <Application>Microsoft Office PowerPoint</Application>
  <PresentationFormat>On-screen Show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</dc:creator>
  <cp:lastModifiedBy>IIT</cp:lastModifiedBy>
  <cp:revision>20</cp:revision>
  <dcterms:created xsi:type="dcterms:W3CDTF">2020-04-09T06:32:37Z</dcterms:created>
  <dcterms:modified xsi:type="dcterms:W3CDTF">2023-02-15T07:35:01Z</dcterms:modified>
</cp:coreProperties>
</file>