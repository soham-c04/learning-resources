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3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02-18T06:08:56.5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19963 6700 62 0,'0'-4'202'16,"0"-1"-2"-16,0 0-41 0,0 0-55 0,0-1-40 16,-5 1-22-16,5-2-9 0,-2 1-10 15,2 2-2-15,0-3-3 0,0 2-4 16,0 2-3-16,0-2-2 0,0 0 3 0,0 3-2 16,0 0 2-16,0-3 2 0,0 2 5 15,0 0 2-15,0 0 0 0,-1 2 0 0,-1-1-4 16,0 1-3-16,0-1-6 0,0 1-3 15,2-1-4-15,-3 2-1 0,3 0 3 16,0 0-3-16,0 0 0 0,0 0 0 16,0 0 0-16,0 0 0 0,0 0 0 15,0 0 0-15,-2 0 0 0,1 2 0 0,1-1-3 16,-4 1 3-16,1-1 0 0,3 1 0 0,-3 0 0 16,-2 2-2-16,4 0 4 0,-3 2-2 15,0-2 0-15,-1 3-1 0,0 2-14 0,1 1-11 16,-1 0-10-16,2 3-5 0,-2-1-4 15,0-2-6-15,1 1 14 0,-3-4 9 16,6 3 7-16,-4-6 5 0,2 4 1 0,3-3 5 16,0-5 6-16,-4 5 3 0,4-2 2 15,-1-2 1-15,-1 1 4 0,-1-1-2 0,3 1-1 16,-3-1-2-16,0-1 1 16,0 0-2-16,0 0 0 0,-2 3-2 0,5-3 2 15,-4 3 0-15,1-3 0 0,-2 2 0 0,1-1 0 16,-1 1 2-16,1-1-2 0,-1 1 1 15,1 1 0-15,1-2-1 0,0-1 2 0,-3 3-2 16,6-3 0-16,-1 0 2 0,-1 0 1 16,0 0 0-16,2 0-1 0,-1 0 1 15,1 0 4-15,-4 0 1 0,4 0 1 0,0 0 0 16,-1 0 1-16,1 0-2 0,0 0 0 16,-2 0-4-16,2 0 0 0,-1 0 2 15,1 0 0-15,0 0 3 0,-2 0 3 0,2-3 2 16,0 3-2-16,-3 0-3 0,3 0 1 15,0 0-4-15,0 0 0 0,0-1-1 0,0-2 1 16,0 1 0-16,0 1-3 0,0 1 1 16,3-2-2-16,-1 1 0 0,-1-1-2 0,1 2 0 15,-1 0-1-15,-1-3-1 0,4 3 1 16,-3-3 1-16,1 2-1 0,1-1 1 16,3 1 0-16,-3-1 0 0,4 1-1 0,-4-1 1 15,3-1 0-15,-1 0 0 0,3 3 1 16,-4-5 0-16,5 5-1 0,-1-2 1 15,1-4 11-15,-1 2 7 0,1-1 3 0,-1-5 0 16,3 6 4-16,-3-2-1 0,3 2-9 16,-3 1-8-16,2 0 1 0,-2 0 1 0,2 1-1 15,2 0 1-15,-3 1-2 0,4 1 5 16,0 0 0-16,-3 1-4 0,5 1-2 16,0 0 4-16,1-2-3 0,-2 0 1 0,2 1-3 15,-1 1 2-15,4-2 2 0,-1 0 0 16,0 0 0-16,-1 0-2 0,4-2 2 0,-4 1 2 15,4 1-1-15,-5-2 1 0,3 2-2 16,-1-2 1-16,2 1-4 0,-3 1-1 16,0 0 0-16,2 0-2 0,2 0 2 0,-5 0-3 15,-1 0-1-15,3 0-1 0,-4 0 1 16,2 0-1-16,-1 0-1 0,2 1 0 0,-2 1 0 16,0-2 1-16,0 0 3 0,0 2-1 15,0-2-1-15,1 0 4 0,1 0 0 0,1 0-2 16,-2 0-1-16,1-2 1 15,1 2 0-15,-2-2 1 0,6 1-1 0,-5 1 0 16,1-1 0-16,0 1-3 0,-2 0 2 0,6 0-1 16,-5 0-1-16,2 0 2 0,1 0-3 15,-3 0 0-15,3 0 6 0,-2 0-1 16,2 0-4-16,-4-2 0 0,5 2 2 0,-1 0 0 16,-2 0-6-16,0 0-1 0,0 0 3 15,1 0-1-15,-4 0 4 0,3 0-2 0,-1 2 0 16,-2-1-2-16,3 0 1 0,0 1 0 15,-1 0 1-15,0-1-3 0,1 1-1 0,1-2 3 16,-3 0 2-16,6 0-1 0,-3 0 0 16,2-2 4-16,-3 1-1 0,1-1 1 0,-1 0-4 15,-1 2 5-15,2-1-3 0,-1 0-1 16,2-1-1-16,-2 2-3 0,-1-1 3 16,1 1-5-16,-1-2 2 0,3 1 1 0,-1-2-2 15,2 3 4-15,-2-2-5 0,0 1 4 16,1-1 1-16,-1 2-2 0,0 0 1 0,0 0-1 15,-5 0 2-15,5 0 0 0,-3 0-3 16,1 0 6-16,0 2-18 0,-2 1-10 0,0 0-3 16,-1 0 1-16,0-2-2 0,0 1-6 15,-1-1 21-15,2 0 9 0,-2 1 3 16,3 0 2-16,-2-2 2 0,2 0 1 0,2 0 3 16,-1 0-5-16,-3 0 0 0,2 0 0 15,-2 0 0-15,2 0 5 0,-2 0-4 0,3 0 3 16,-2 0-2-16,0 1-3 0,0 1 0 15,0 1-3-15,-2-3 0 0,1 1 1 16,1 1 2-16,-1-1 4 0,-1 1-2 16,1-1 3-16,2 0 0 0,-2 3 1 0,0-3-1 15,-1 1-2-15,6-2 0 0,-8 0-3 0,8 0 0 16,-5 2 0-16,2 0 0 0,0-1 2 16,-1 1-2-16,0 1 1 0,0-3 0 15,0 2-1-15,0-1 0 0,1 0 2 0,-2 2 0 16,5-3-1-16,-3 0 0 0,1 0 0 0,1 0 1 15,1 0-2-15,1 0 0 0,0 0 0 16,1-3 0-16,1 2 0 0,-1 0 0 16,1-1-3-16,-1-1 3 0,0 1 3 0,1 1-3 15,-2-1 2-15,-1 0-2 0,2 2 2 16,-3 0-1-16,0-2-1 0,-1 1 0 0,-1-3 0 16,2 4 2-16,-6 0 1 0,2 0-3 15,-1 0-2-15,1 0 1 0,-3 0 0 16,1 0-5-16,2 0 2 0,-1 0 3 15,-1 0 2-15,2 4-1 0,0-4 1 0,-1 1-1 16,3 1 5-16,-3-2-4 0,-1 0-2 0,2 0 1 16,-1 2-2-16,3 0 2 0,-3-1-2 15,1 1 1-15,0 1 1 0,0-1 0 16,-3-1-2-16,2 0 0 0,-1 2 1 0,0-3 0 16,3 0 1-16,-2 0 0 0,1 0 3 15,1 0 0-15,-2 0 6 0,2 0-4 16,0-3 2-16,2 2-2 0,0 0 1 0,0-1-3 15,1-1-1-15,-2 1 0 0,1 1-2 0,-3-1 2 16,2 0 1-16,-2 2-1 0,0 0-2 16,1-2 4-16,-1 1-1 0,-1-3-1 15,2 3 2-15,0 0 1 0,-1-1-2 0,2 1-3 16,-1-1 0-16,0 1 1 0,2 1-1 16,-1-3 0-16,1 1 0 0,1 1 0 15,1-1 17-15,-1 0 7 0,2 1 10 0,-2 0 0 16,3-1 3-16,-5 1-2 0,3-1-14 15,-3 1-8-15,2-2-2 0,-1 3-3 0,-2-2-2 16,-2 1 2-16,2-1-1 0,-2 2 0 16,0-3 0-16,0 1-1 0,-2 2 0 0,1 0 0 15,-1-2 1-15,-1 2-3 0,2-3-1 16,-4 3 1-16,2 0 1 0,-1 0-1 16,-1 0 0-16,-1 0 2 0,0 0-1 15,0-2-1-15,-3 2 4 0,1 0-4 0,0 0 4 16,-2-1-2-16,2 1-3 0,-2 0 0 15,-3 0 0-15,1 0 0 0,1 0 0 0,0 0 1 16,-1 0 2-16,1 0 3 0,-2 0 2 16,0 0 1-16,0 0-3 0,0 0 1 15,0 0 3-15,0 0-5 0,0 0 2 0,0 0-2 16,0 0 4-16,0 0-1 0,0 0 0 0,0 0 3 16,0 0-1-16,0 0-3 0,0 0 1 15,0 0 2-15,0 0-1 0,0 0-5 16,0 0 1-16,0 0-2 0,0 0 2 0,0 0-4 15,0 0 1-15,0 0 1 0,0 0 3 16,0 0 1-16,0 0 0 0,-2 0 1 0,2 0-4 16,-1 0 1-16,-1 0-1 0,0 0-3 15,1 0-1-15,1 0 3 0,-3 0 0 0,-2 0-4 16,4 0 0-16,-3 0 0 0,0 0 2 16,-2 0-3-16,4 0-1 0,-3 0 0 15,-1 0 1-15,-1 0 0 0,3 0-3 0,-2 0 2 16,0 0 1-16,2 0 2 0,-2 0-3 15,-1 0 0-15,2 1 0 0,2-1 0 0,-2 0 0 16,1 2 0-16,-2-2 0 0,2 3 2 16,0-3-2-16,-2 2 0 0,2 0-2 15,1 1-3-15,-3 2-7 0,1-1-14 16,2 2-15-16,-4 2-22 0,1-1-25 0,-1 2-37 16,-2-7-127-16,3 2-68 0,-1-4-27 15,-5 0-1-15,3-2 14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02-18T08:24:25.1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18509 10490 87 0,'-4'0'217'0,"3"-1"-7"0,-3 0-24 15,1-1-45-15,2 1-42 0,-2-1-34 0,2 0-20 16,0-1-15-16,-1 1-4 0,0 2-3 0,0 0 2 15,-1 0-4-15,3 0 3 0,0 0-1 16,-2 0-1-16,0 0-8 0,1 0 1 0,1 0-4 16,0 0 1-16,-2 0-1 0,2 0 1 0,0 0 1 15,0 0 2-15,0 0 2 0,0 0-2 16,-1 0 1-16,1 0 0 0,-2 0 3 0,2 0-3 16,0 0-3-16,0 2 2 0,-2-2-2 0,2 3-2 15,0-3-4-15,-1 2 0 0,1-2-3 16,0 2 0-16,0-2-2 0,0 0 2 0,0 0 0 15,0 1 0-15,-2 1 1 0,1-2 3 0,1 1 5 16,-4 0 1-16,4-1 8 0,-3 3 4 0,3-1 1 16,-1 0-1-16,-2-1-4 0,0 1-5 0,3 0-5 15,-2-2-3-15,2 1-5 0,-2-1-3 16,2 2 1-16,-1-2-2 0,-1 0 1 0,2 0-2 16,0 0 1-16,0 0 0 0,0 0 0 15,0 5 0-15,0-5 0 0,-1 0 0 0,1 0 1 16,0 0 2-16,-4 2-3 0,4-2 0 0,0 0-3 15,0 0 4-15,0 0-1 0,-3 0-1 0,3 0 0 16,0 0 1-16,0 0 2 0,0 0-2 0,0 0 0 16,0 0 2-16,0 0 1 0,0 0-3 15,0 0 1-15,0 0 0 0,-1 1-1 0,1-1 0 16,0 2-1-16,-3-2 2 0,2 0-2 0,0 1 1 16,-1 1 0-16,-1-2 1 0,3 1 3 15,-4-1-4-15,4 0 3 0,0 0-1 0,0 2 1 16,-2-2-1-16,0 3-2 0,1-3-2 0,-1 0 2 15,1 0-1-15,-1 0 1 0,0 0 0 0,1 2 1 16,-1-2 2-16,1 0 0 0,1 0 0 16,-4 2 0-16,4-2 0 0,-1 0 1 0,-1 2-2 15,2-2-1-15,0 0-1 0,0 0 0 0,0 0 0 16,0 0 0-16,2 0 4 0,-1 0 7 16,3 0 2-16,-3 0 1 0,4 0 4 0,1 0-3 15,-2 0-6-15,5 0-1 0,-3 0-3 0,1 0-4 16,-4 0 3-16,0 0-1 0,-1 0 2 15,4 0-3-15,-5 0 0 0,-1 0 2 0,3 0-4 16,-3 0 0-16,4 0 2 0,-4 0-1 0,0 0 1 16,0 0 0-16,0 0 0 0,0 0-2 0,0 0 3 15,-4 0-3-15,4 0 4 0,-3 0-2 16,3 0 2-16,-1 0 2 0,-2 1-2 0,0-1-2 16,3 0 0-16,-2 0 3 0,0 0-3 15,2 2-1-15,0-2 1 0,0 0-1 0,0 0-1 16,0 0-2-16,0 0 0 0,0 0 2 0,2 0-4 15,0 0 3-15,-2 0-1 0,3 0 2 0,0 0-1 16,-2 0 0-16,2-2 1 0,1 1 4 16,-3 1-4-16,4-2 3 0,1 0-1 0,-2 2 0 15,6-2-1-15,2-1-1 0,-1 0 0 0,4 0-1 16,2-2 0-16,3 0 1 0,2 0 0 0,2-2-1 16,1 2 1-16,4-5 0 0,1 5 0 15,1-4 0-15,5 1 1 0,-3 1 1 0,2-1-2 16,2-3 0-16,1 1 0 0,3 3-1 15,0-5 1-15,0 2-1 0,4 0 0 0,4 0 8 16,1-1 5-16,4-4 4 0,2 0-2 0,4-1 6 16,4-1 0-16,1 1-12 0,-1 0-5 15,1-1-1-15,2-1 0 0,-1 1 1 0,-5 2-3 16,-1-2 2-16,-1 4 1 0,-3 1-3 16,-4 0-3-16,-4 0 1 0,-3 5-1 0,-3-3 2 15,-4 5-2-15,0 1 2 0,-6-1 1 0,1 0 1 16,-3 0 2-16,-1 3-3 0,-1 0 0 15,1 1 4-15,-4-2-2 0,5-2-2 0,-3 3 0 16,1 0 0-16,0-1 3 0,-2-3-1 16,1 1 0-16,-2 1-1 0,-3 3 2 0,0-4-3 15,-2 2-2-15,-7-1 2 0,2 1 2 16,-5 1 0-16,-1 0 1 0,-3 1 5 0,-1-1 3 16,-2 0-1-16,0 2 3 0,-1 0 0 0,0 0-3 15,0 0 1-15,-2 0-1 0,0 0 0 16,0 0-2-16,0 0-1 0,0 0 2 15,0 0-4-15,-2 0-1 0,0 0-1 0,0 2 2 16,-1-2 0-16,2 0 1 0,-3 2-1 0,1-1 1 16,2-1 1-16,-4 0 0 0,3 0-2 15,-1 0-1-15,-1 0 3 0,0 0-1 16,1 0 0-16,-2 0-1 0,1 0-2 0,-1-1 2 16,-4 1-4-16,4 0-1 0,-2 0-5 0,-1 0-1 15,-1 0-15-15,-2 0-24 0,-1 1-32 16,0 3-35-16,-1-1-108 0,-4-3-108 0,8 0-42 15,-6-3-11-15,1-2 18 0,1-7 28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17-02-2023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805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17-02-2023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2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17-02-2023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52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17-02-2023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96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17-02-2023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08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17-02-2023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210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17-02-2023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234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17-02-2023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66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17-02-2023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89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17-02-2023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384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17-02-2023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829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389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A6C69-6CC2-4099-BB77-ECF93E5B93DD}" type="datetimeFigureOut">
              <a:rPr lang="en-IN" smtClean="0"/>
              <a:t>17-02-2023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51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774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Example-1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" y="914400"/>
            <a:ext cx="8458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A 500 V </a:t>
            </a:r>
            <a:r>
              <a:rPr lang="en-IN" sz="2400" dirty="0" err="1"/>
              <a:t>d.c.</a:t>
            </a:r>
            <a:r>
              <a:rPr lang="en-IN" sz="2400" dirty="0"/>
              <a:t> shunt motor has armature and field resistances of 1.2 Ω </a:t>
            </a:r>
            <a:r>
              <a:rPr lang="en-IN" sz="2400" dirty="0" smtClean="0"/>
              <a:t>and 500 </a:t>
            </a:r>
            <a:r>
              <a:rPr lang="en-IN" sz="2400" dirty="0"/>
              <a:t>Ω respectively. When running on no-load, the current taken is 4 A and the speed is 1000 </a:t>
            </a:r>
            <a:r>
              <a:rPr lang="en-IN" sz="2400" dirty="0" err="1" smtClean="0"/>
              <a:t>r.p.m</a:t>
            </a:r>
            <a:r>
              <a:rPr lang="en-IN" sz="2400" dirty="0" smtClean="0"/>
              <a:t>. Calculate </a:t>
            </a:r>
            <a:r>
              <a:rPr lang="en-IN" sz="2400" dirty="0"/>
              <a:t>the speed when motor is fully loaded and the total current drawn from the supply is 26 </a:t>
            </a:r>
            <a:r>
              <a:rPr lang="en-IN" sz="2400" dirty="0" smtClean="0"/>
              <a:t>A. Estimate </a:t>
            </a:r>
            <a:r>
              <a:rPr lang="en-IN" sz="2400" dirty="0"/>
              <a:t>the speed at this load if (a) a resistance of 2.3 Ω is connected in series with the </a:t>
            </a:r>
            <a:r>
              <a:rPr lang="en-IN" sz="2400" dirty="0" smtClean="0"/>
              <a:t>armature and </a:t>
            </a:r>
            <a:r>
              <a:rPr lang="en-IN" sz="2400" dirty="0"/>
              <a:t>(b) the shunt field current is reduced by 15%.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592056"/>
            <a:ext cx="8565564" cy="303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5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774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Example-2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" y="914400"/>
            <a:ext cx="8458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A 250-V shunt motor </a:t>
            </a:r>
            <a:r>
              <a:rPr lang="en-IN" sz="2400" dirty="0" smtClean="0"/>
              <a:t>has </a:t>
            </a:r>
            <a:r>
              <a:rPr lang="en-IN" sz="2400" dirty="0"/>
              <a:t>an armature current of 20 A when </a:t>
            </a:r>
            <a:r>
              <a:rPr lang="en-IN" sz="2400" dirty="0" smtClean="0"/>
              <a:t>running at </a:t>
            </a:r>
            <a:r>
              <a:rPr lang="en-IN" sz="2400" dirty="0"/>
              <a:t>1000 </a:t>
            </a:r>
            <a:r>
              <a:rPr lang="en-IN" sz="2400" dirty="0" err="1"/>
              <a:t>r.p.m</a:t>
            </a:r>
            <a:r>
              <a:rPr lang="en-IN" sz="2400" dirty="0"/>
              <a:t>. against full load torque. The armature resistance is 0.5 Ω. What resistance must </a:t>
            </a:r>
            <a:r>
              <a:rPr lang="en-IN" sz="2400" dirty="0" smtClean="0"/>
              <a:t>be inserted </a:t>
            </a:r>
            <a:r>
              <a:rPr lang="en-IN" sz="2400" dirty="0"/>
              <a:t>in series with the armature to reduce the speed to 500 </a:t>
            </a:r>
            <a:r>
              <a:rPr lang="en-IN" sz="2400" dirty="0" err="1"/>
              <a:t>r.p.m</a:t>
            </a:r>
            <a:r>
              <a:rPr lang="en-IN" sz="2400" dirty="0"/>
              <a:t>. at the same torque and what </a:t>
            </a:r>
            <a:r>
              <a:rPr lang="en-IN" sz="2400" dirty="0" smtClean="0"/>
              <a:t>will be </a:t>
            </a:r>
            <a:r>
              <a:rPr lang="en-IN" sz="2400" dirty="0"/>
              <a:t>the speed if the load torque is halved with this resistance in the circuit ? Assume the flux to </a:t>
            </a:r>
            <a:r>
              <a:rPr lang="en-IN" sz="2400" dirty="0" smtClean="0"/>
              <a:t>remain constant </a:t>
            </a:r>
            <a:r>
              <a:rPr lang="en-IN" sz="2400" dirty="0"/>
              <a:t>throughout and neglect brush contact drop.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3592056"/>
            <a:ext cx="8887313" cy="8799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40249"/>
          <a:stretch/>
        </p:blipFill>
        <p:spPr>
          <a:xfrm>
            <a:off x="500063" y="4471988"/>
            <a:ext cx="5268330" cy="179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8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774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Example-2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" y="914400"/>
            <a:ext cx="8458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A 250-V shunt motor (Fig. 30.6) has an armature current of 20 A when </a:t>
            </a:r>
            <a:r>
              <a:rPr lang="en-IN" sz="2400" dirty="0" smtClean="0"/>
              <a:t>running at </a:t>
            </a:r>
            <a:r>
              <a:rPr lang="en-IN" sz="2400" dirty="0"/>
              <a:t>1000 </a:t>
            </a:r>
            <a:r>
              <a:rPr lang="en-IN" sz="2400" dirty="0" err="1"/>
              <a:t>r.p.m</a:t>
            </a:r>
            <a:r>
              <a:rPr lang="en-IN" sz="2400" dirty="0"/>
              <a:t>. against full load torque. The armature resistance is 0.5 Ω. What resistance must </a:t>
            </a:r>
            <a:r>
              <a:rPr lang="en-IN" sz="2400" dirty="0" smtClean="0"/>
              <a:t>be inserted </a:t>
            </a:r>
            <a:r>
              <a:rPr lang="en-IN" sz="2400" dirty="0"/>
              <a:t>in series with the armature to reduce the speed to 500 </a:t>
            </a:r>
            <a:r>
              <a:rPr lang="en-IN" sz="2400" dirty="0" err="1"/>
              <a:t>r.p.m</a:t>
            </a:r>
            <a:r>
              <a:rPr lang="en-IN" sz="2400" dirty="0"/>
              <a:t>. at the same torque and what </a:t>
            </a:r>
            <a:r>
              <a:rPr lang="en-IN" sz="2400" dirty="0" smtClean="0"/>
              <a:t>will be </a:t>
            </a:r>
            <a:r>
              <a:rPr lang="en-IN" sz="2400" dirty="0"/>
              <a:t>the speed if the load torque is halved with this resistance in the circuit ? Assume the flux to </a:t>
            </a:r>
            <a:r>
              <a:rPr lang="en-IN" sz="2400" dirty="0" smtClean="0"/>
              <a:t>remain constant </a:t>
            </a:r>
            <a:r>
              <a:rPr lang="en-IN" sz="2400" dirty="0"/>
              <a:t>throughout and neglect brush contact drop.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60373"/>
          <a:stretch/>
        </p:blipFill>
        <p:spPr>
          <a:xfrm>
            <a:off x="342900" y="3707605"/>
            <a:ext cx="6218730" cy="14073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7118280" y="2376360"/>
              <a:ext cx="1552680" cy="651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3960" y="2372040"/>
                <a:ext cx="1563120" cy="7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805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774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Example-3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" y="914400"/>
            <a:ext cx="8458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A 250-V shunt motor with armature resistance of 0.5 ohm runs at 600 </a:t>
            </a:r>
            <a:r>
              <a:rPr lang="en-IN" sz="2400" dirty="0" err="1"/>
              <a:t>r.p.m</a:t>
            </a:r>
            <a:r>
              <a:rPr lang="en-IN" sz="2400" dirty="0"/>
              <a:t>. </a:t>
            </a:r>
            <a:r>
              <a:rPr lang="en-IN" sz="2400" dirty="0" smtClean="0"/>
              <a:t>on full-load </a:t>
            </a:r>
            <a:r>
              <a:rPr lang="en-IN" sz="2400" dirty="0"/>
              <a:t>and takes an armature current of 20 A. If resistance of 1.0 ohm is placed in the </a:t>
            </a:r>
            <a:r>
              <a:rPr lang="en-IN" sz="2400" dirty="0" smtClean="0"/>
              <a:t>armature circuit</a:t>
            </a:r>
            <a:r>
              <a:rPr lang="en-IN" sz="2400" dirty="0"/>
              <a:t>, find the speed at (</a:t>
            </a:r>
            <a:r>
              <a:rPr lang="en-IN" sz="2400" dirty="0" err="1"/>
              <a:t>i</a:t>
            </a:r>
            <a:r>
              <a:rPr lang="en-IN" sz="2400" dirty="0"/>
              <a:t>) full-load torque (ii) half full-load torque.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712660"/>
            <a:ext cx="8762342" cy="347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3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774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Example-3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" y="914400"/>
            <a:ext cx="8458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A 250-V shunt motor with armature resistance of 0.5 ohm runs at 600 </a:t>
            </a:r>
            <a:r>
              <a:rPr lang="en-IN" sz="2400" dirty="0" err="1"/>
              <a:t>r.p.m</a:t>
            </a:r>
            <a:r>
              <a:rPr lang="en-IN" sz="2400" dirty="0"/>
              <a:t>. </a:t>
            </a:r>
            <a:r>
              <a:rPr lang="en-IN" sz="2400" dirty="0" smtClean="0"/>
              <a:t>on full-load </a:t>
            </a:r>
            <a:r>
              <a:rPr lang="en-IN" sz="2400" dirty="0"/>
              <a:t>and takes an armature current of 20 A. If resistance of 1.0 ohm is placed in the </a:t>
            </a:r>
            <a:r>
              <a:rPr lang="en-IN" sz="2400" dirty="0" smtClean="0"/>
              <a:t>armature circuit</a:t>
            </a:r>
            <a:r>
              <a:rPr lang="en-IN" sz="2400" dirty="0"/>
              <a:t>, find the speed at (</a:t>
            </a:r>
            <a:r>
              <a:rPr lang="en-IN" sz="2400" dirty="0" err="1"/>
              <a:t>i</a:t>
            </a:r>
            <a:r>
              <a:rPr lang="en-IN" sz="2400" dirty="0"/>
              <a:t>) full-load torque (ii) half full-load torque.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712660"/>
            <a:ext cx="8137201" cy="138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09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774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Example-4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" y="914400"/>
            <a:ext cx="845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The speed of a 50 </a:t>
            </a:r>
            <a:r>
              <a:rPr lang="en-IN" sz="2400" dirty="0" err="1"/>
              <a:t>h.p</a:t>
            </a:r>
            <a:r>
              <a:rPr lang="en-IN" sz="2400" dirty="0"/>
              <a:t> (37.3 kW) series motor working on 500 V supply is </a:t>
            </a:r>
            <a:r>
              <a:rPr lang="en-IN" sz="2400" dirty="0" smtClean="0"/>
              <a:t>750 </a:t>
            </a:r>
            <a:r>
              <a:rPr lang="en-IN" sz="2400" dirty="0" err="1" smtClean="0"/>
              <a:t>r.p.m</a:t>
            </a:r>
            <a:r>
              <a:rPr lang="en-IN" sz="2400" dirty="0"/>
              <a:t>. at full-load and 90 per cent efficiency. If the load torque is made 350 N-m and a 5 </a:t>
            </a:r>
            <a:r>
              <a:rPr lang="en-IN" sz="2400" dirty="0" smtClean="0"/>
              <a:t>ohm resistance </a:t>
            </a:r>
            <a:r>
              <a:rPr lang="en-IN" sz="2400" dirty="0"/>
              <a:t>is connected in series with the machine, calculate the speed at which the machine </a:t>
            </a:r>
            <a:r>
              <a:rPr lang="en-IN" sz="2400" dirty="0" smtClean="0"/>
              <a:t>will run</a:t>
            </a:r>
            <a:r>
              <a:rPr lang="en-IN" sz="2400" dirty="0"/>
              <a:t>. Assume the magnetic circuit to be unsaturated and the armature and field resistance to be </a:t>
            </a:r>
            <a:r>
              <a:rPr lang="en-IN" sz="2400" dirty="0" smtClean="0"/>
              <a:t>0.5 ohm</a:t>
            </a:r>
            <a:r>
              <a:rPr lang="en-IN" sz="2400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0536" b="52674"/>
          <a:stretch/>
        </p:blipFill>
        <p:spPr>
          <a:xfrm>
            <a:off x="485775" y="3222723"/>
            <a:ext cx="8496626" cy="234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5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774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Example-4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" y="914400"/>
            <a:ext cx="845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The speed of a 50 </a:t>
            </a:r>
            <a:r>
              <a:rPr lang="en-IN" sz="2400" dirty="0" err="1"/>
              <a:t>h.p</a:t>
            </a:r>
            <a:r>
              <a:rPr lang="en-IN" sz="2400" dirty="0"/>
              <a:t> (37.3 kW) series motor working on 500 V supply is </a:t>
            </a:r>
            <a:r>
              <a:rPr lang="en-IN" sz="2400" dirty="0" smtClean="0"/>
              <a:t>750 </a:t>
            </a:r>
            <a:r>
              <a:rPr lang="en-IN" sz="2400" dirty="0" err="1" smtClean="0"/>
              <a:t>r.p.m</a:t>
            </a:r>
            <a:r>
              <a:rPr lang="en-IN" sz="2400" dirty="0"/>
              <a:t>. at full-load and 90 per cent efficiency. If the load torque is made 350 N-m and a 5 </a:t>
            </a:r>
            <a:r>
              <a:rPr lang="en-IN" sz="2400" dirty="0" smtClean="0"/>
              <a:t>ohm resistance </a:t>
            </a:r>
            <a:r>
              <a:rPr lang="en-IN" sz="2400" dirty="0"/>
              <a:t>is connected in series with the machine, calculate the speed at which the machine </a:t>
            </a:r>
            <a:r>
              <a:rPr lang="en-IN" sz="2400" dirty="0" smtClean="0"/>
              <a:t>will run</a:t>
            </a:r>
            <a:r>
              <a:rPr lang="en-IN" sz="2400" dirty="0"/>
              <a:t>. Assume the magnetic circuit to be unsaturated and the armature and field resistance to be </a:t>
            </a:r>
            <a:r>
              <a:rPr lang="en-IN" sz="2400" dirty="0" smtClean="0"/>
              <a:t>0.5 ohm</a:t>
            </a:r>
            <a:r>
              <a:rPr lang="en-IN" sz="2400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45883"/>
          <a:stretch/>
        </p:blipFill>
        <p:spPr>
          <a:xfrm>
            <a:off x="305132" y="3451324"/>
            <a:ext cx="8838868" cy="222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59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774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Example-5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" y="914400"/>
            <a:ext cx="845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A 7.46 kW, 220 V, 900 </a:t>
            </a:r>
            <a:r>
              <a:rPr lang="en-IN" sz="2400" dirty="0" err="1"/>
              <a:t>r.p.m</a:t>
            </a:r>
            <a:r>
              <a:rPr lang="en-IN" sz="2400" dirty="0"/>
              <a:t>. shunt motor has a full-load efficiency of 88 </a:t>
            </a:r>
            <a:r>
              <a:rPr lang="en-IN" sz="2400" dirty="0" smtClean="0"/>
              <a:t>percent</a:t>
            </a:r>
            <a:r>
              <a:rPr lang="en-IN" sz="2400" dirty="0"/>
              <a:t>, an armature resistance of 0.08 Ω and shunt field current of 2 A. If the speed of this motor is reduced to 450 </a:t>
            </a:r>
            <a:r>
              <a:rPr lang="en-IN" sz="2400" dirty="0" err="1"/>
              <a:t>r.p.m</a:t>
            </a:r>
            <a:r>
              <a:rPr lang="en-IN" sz="2400" dirty="0"/>
              <a:t>. by inserting a resistance in the armature circuit, the load torque </a:t>
            </a:r>
            <a:r>
              <a:rPr lang="en-IN" sz="2400" dirty="0" smtClean="0"/>
              <a:t>remaining constant</a:t>
            </a:r>
            <a:r>
              <a:rPr lang="en-IN" sz="2400" dirty="0"/>
              <a:t>, find the motor output, the armature current, the external resistance and the overall efficiency.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3222724"/>
            <a:ext cx="7874496" cy="36352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6623640" y="3608280"/>
              <a:ext cx="852120" cy="183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18240" y="3605040"/>
                <a:ext cx="863640" cy="19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880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774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Example-5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8162"/>
            <a:ext cx="9181257" cy="44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774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Example-6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" y="914400"/>
            <a:ext cx="8458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A </a:t>
            </a:r>
            <a:r>
              <a:rPr lang="en-IN" sz="2400" dirty="0" err="1"/>
              <a:t>d.c.</a:t>
            </a:r>
            <a:r>
              <a:rPr lang="en-IN" sz="2400" dirty="0"/>
              <a:t> series motor having a resistance of 1 Ω drives a fan for which the </a:t>
            </a:r>
            <a:r>
              <a:rPr lang="en-IN" sz="2400" dirty="0" smtClean="0"/>
              <a:t>torque varies </a:t>
            </a:r>
            <a:r>
              <a:rPr lang="en-IN" sz="2400" dirty="0"/>
              <a:t>as the square of the speed. At 220 V, the set runs at 350 </a:t>
            </a:r>
            <a:r>
              <a:rPr lang="en-IN" sz="2400" dirty="0" err="1"/>
              <a:t>r.p.m</a:t>
            </a:r>
            <a:r>
              <a:rPr lang="en-IN" sz="2400" dirty="0"/>
              <a:t>. and takes 25 A. The speed is </a:t>
            </a:r>
            <a:r>
              <a:rPr lang="en-IN" sz="2400" dirty="0" smtClean="0"/>
              <a:t>to be </a:t>
            </a:r>
            <a:r>
              <a:rPr lang="en-IN" sz="2400" dirty="0"/>
              <a:t>raised to 500 </a:t>
            </a:r>
            <a:r>
              <a:rPr lang="en-IN" sz="2400" dirty="0" err="1"/>
              <a:t>r.p.m</a:t>
            </a:r>
            <a:r>
              <a:rPr lang="en-IN" sz="2400" dirty="0"/>
              <a:t>. by increasing the voltage. Determine the necessary voltage and </a:t>
            </a:r>
            <a:r>
              <a:rPr lang="en-IN" sz="2400" dirty="0" smtClean="0"/>
              <a:t>the corresponding </a:t>
            </a:r>
            <a:r>
              <a:rPr lang="en-IN" sz="2400" dirty="0"/>
              <a:t>current assuming the field to be unsaturated.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853391"/>
            <a:ext cx="8554252" cy="277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08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774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Example-7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" y="914400"/>
            <a:ext cx="845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A 200 V, </a:t>
            </a:r>
            <a:r>
              <a:rPr lang="en-IN" sz="2400" dirty="0" err="1"/>
              <a:t>d.c.</a:t>
            </a:r>
            <a:r>
              <a:rPr lang="en-IN" sz="2400" dirty="0"/>
              <a:t> series motor takes 40 A when running at 700 </a:t>
            </a:r>
            <a:r>
              <a:rPr lang="en-IN" sz="2400" dirty="0" err="1"/>
              <a:t>r.p.m</a:t>
            </a:r>
            <a:r>
              <a:rPr lang="en-IN" sz="2400" dirty="0"/>
              <a:t>. Calculate </a:t>
            </a:r>
            <a:r>
              <a:rPr lang="en-IN" sz="2400" dirty="0" smtClean="0"/>
              <a:t>the speed </a:t>
            </a:r>
            <a:r>
              <a:rPr lang="en-IN" sz="2400" dirty="0"/>
              <a:t>at which the motor will run and the current taken from the supply if the field is shunted by </a:t>
            </a:r>
            <a:r>
              <a:rPr lang="en-IN" sz="2400" dirty="0" smtClean="0"/>
              <a:t>a resistance </a:t>
            </a:r>
            <a:r>
              <a:rPr lang="en-IN" sz="2400" dirty="0"/>
              <a:t>equal to the field resistance and the load torque is increased by 50%.</a:t>
            </a:r>
          </a:p>
          <a:p>
            <a:pPr algn="just"/>
            <a:r>
              <a:rPr lang="en-IN" sz="2400" dirty="0"/>
              <a:t>Armature resistance = 0.15 Ω, field resistance = 0.1 Ω</a:t>
            </a:r>
          </a:p>
          <a:p>
            <a:pPr algn="just"/>
            <a:r>
              <a:rPr lang="en-IN" sz="2400" dirty="0"/>
              <a:t>It may be assumed that flux per pole is proportional to the field.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222724"/>
            <a:ext cx="7700963" cy="359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1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1648</TotalTime>
  <Words>769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</dc:creator>
  <cp:lastModifiedBy>IIT</cp:lastModifiedBy>
  <cp:revision>29</cp:revision>
  <dcterms:created xsi:type="dcterms:W3CDTF">2020-04-09T06:32:37Z</dcterms:created>
  <dcterms:modified xsi:type="dcterms:W3CDTF">2023-02-16T18:39:00Z</dcterms:modified>
</cp:coreProperties>
</file>