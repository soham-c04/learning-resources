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A46FC-C0F1-47F1-A616-3E89C18D3F0C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458D5-AA22-4D0A-BDEB-512AAFD3D5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55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458D5-AA22-4D0A-BDEB-512AAFD3D59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571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50CB-AB75-4DFA-980E-C285F28DE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3512C-112A-49E3-9668-4F6DD2DDC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DCB75-0FAB-4887-B0CB-0F9637D6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C3AEC-71D5-43A1-B9CF-811367864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89F15-C9EB-4ACB-B11E-EB6F9971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96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A901D-AAD4-40A3-A2CD-32BCED09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6E2E2-922A-400B-9C4F-1FBBD8386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C30EE-4B24-408D-89DB-AC6EFE5C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0CD4-30C6-4D54-AAFC-2A717056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6627-1640-44A0-9B39-7A2DBF20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079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3FE2-D2B9-4658-8838-AA81B1B01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F0641-ECF9-4F77-A209-006D1C7E8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13754-AAF0-45CE-813B-5FCF8203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65F99-01E6-407B-AA81-EE6A6D92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4F6BF-858B-4834-8C63-26FFAC12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39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2B97-C054-4B47-A5C6-A1601807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687A-F30E-461B-8908-C09B8DD0E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575FC-09D7-46B8-A683-90583FF72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5D107-F1FB-488F-8486-313B92BF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F6C64-C4EF-45FA-8AD9-E9F98544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B1EA3-1B15-43BA-9DD1-6E826792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77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0F5A-DED5-4ECA-8764-C9C6294E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80C7B-F114-4892-97DA-C04BC054F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8CC41-0683-442A-9604-E93E8897A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D29D1B-0504-4357-A3A1-DFD9961B2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C3AADB-2711-4689-997B-68B113F1A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2C6C1-D9C9-480B-A7F2-9C7CC51B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C8A56-AE83-4B5F-9B94-A8E2A3CC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7A264-B2E7-4584-9464-35A5A4C8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10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51EA-FF61-471D-8318-0770FCDC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61C63-6E3D-4045-A2B1-BD004EAF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BCDE1-E40E-49FD-830B-BE707C367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0B0AE-EDB8-44D1-BC10-9B3EECD2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67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F3434-8432-4414-AAA7-7A9B1DCD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CD320-318B-4733-85E7-66962876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111A7-99B9-4660-AEFD-B6FDA420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47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44A3-C449-4022-A0CF-0C4F5688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7BC55-D378-4875-BB55-5FFE179AF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F12B7-0493-4BD0-A25E-1AB957EB0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AD585-71FF-4239-ADB6-CE521AC4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5418C-E7A5-4421-A53A-331B8E12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4EBA1-F50D-49BA-9A25-AEFE3622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32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731B-F598-42DF-8AAE-9C8F2379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FE35C6-60BE-458B-955F-8A782B800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A565E-60EC-43B3-997F-7A311F0AE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DC39D-32F1-442E-99C5-5DAE39044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653DF-D0B9-4DF1-B527-0FF31601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4DA76-0332-4BEE-9133-17EC8104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17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2E61-3539-4AF5-8829-4E57D064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CD7E4-81BC-45FE-8DA6-F97C21442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592E-F172-4F6B-9FE0-0E8108E86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76328-B1D1-4856-B8BB-B038F8BC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72CCF-0B1D-4BC1-81BC-F486E7D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7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91253-E463-45AE-B3FD-E04F3A436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9747A-2CB6-41F5-AB64-18007E203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F4057-E1BF-487B-BB98-9695E77E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B3545-43DE-4A0D-9CF5-A8DEF118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D00C5-9103-4D95-A2B3-0BE502E3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45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166EA7-0299-49C6-B6E8-886CA1AFA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20682-0206-4AF6-A0B0-1002AE817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4F1AE-B17C-48BB-B7F0-6347373FF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DFB0E-D7E9-4436-82F8-2A5405A8E230}" type="datetimeFigureOut">
              <a:rPr lang="en-IN" smtClean="0"/>
              <a:t>30-03-2020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06C5E-7C57-47ED-B7CE-A4CD8C1A4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F7E2-B56A-4D41-9426-E1A0FEBD4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FAAB7-8A94-4288-950B-E5F3A27CBD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26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091945-D7A6-4F79-89CE-BA0231305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121920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40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52C2D3-35DF-4649-939F-0FE2BFAC4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00"/>
            <a:ext cx="12192000" cy="6604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E57ECAD-1EA5-40CE-97E4-1AD377156D45}"/>
              </a:ext>
            </a:extLst>
          </p:cNvPr>
          <p:cNvSpPr/>
          <p:nvPr/>
        </p:nvSpPr>
        <p:spPr>
          <a:xfrm>
            <a:off x="-106532" y="5948038"/>
            <a:ext cx="1713390" cy="102093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517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554D78-6C0D-4BA4-B3E1-10A3A53A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7" y="2433637"/>
            <a:ext cx="43529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1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D6498-ED69-4C1A-8297-138050805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41" y="140154"/>
            <a:ext cx="4400550" cy="3181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EA1DE5-6327-46C4-9682-1F74E2431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496" y="140154"/>
            <a:ext cx="4400550" cy="318135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3C0BF2B-246F-4911-BD90-E82380FAC3CB}"/>
              </a:ext>
            </a:extLst>
          </p:cNvPr>
          <p:cNvSpPr/>
          <p:nvPr/>
        </p:nvSpPr>
        <p:spPr>
          <a:xfrm>
            <a:off x="4889241" y="1156996"/>
            <a:ext cx="1707502" cy="573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92A34-BF85-4A10-978F-2821B08A2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174" y="4999788"/>
            <a:ext cx="2857500" cy="1162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819CF3-44BA-4522-AE39-1FE154F46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404" y="4761663"/>
            <a:ext cx="3613403" cy="150850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8FEB904C-3397-49A5-9007-AE82761EA1D4}"/>
              </a:ext>
            </a:extLst>
          </p:cNvPr>
          <p:cNvSpPr/>
          <p:nvPr/>
        </p:nvSpPr>
        <p:spPr>
          <a:xfrm>
            <a:off x="10518228" y="3429000"/>
            <a:ext cx="541175" cy="11620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8218913D-84B1-4EC6-B4E8-8989EA515488}"/>
              </a:ext>
            </a:extLst>
          </p:cNvPr>
          <p:cNvSpPr/>
          <p:nvPr/>
        </p:nvSpPr>
        <p:spPr>
          <a:xfrm>
            <a:off x="7981808" y="5276550"/>
            <a:ext cx="1183963" cy="57383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B1B6CB-B64B-42AA-97AA-7F1733DFE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927" y="4761663"/>
            <a:ext cx="3476832" cy="1451493"/>
          </a:xfrm>
          <a:prstGeom prst="rect">
            <a:avLst/>
          </a:prstGeom>
        </p:spPr>
      </p:pic>
      <p:sp>
        <p:nvSpPr>
          <p:cNvPr id="11" name="Arrow: Left 10">
            <a:extLst>
              <a:ext uri="{FF2B5EF4-FFF2-40B4-BE49-F238E27FC236}">
                <a16:creationId xmlns:a16="http://schemas.microsoft.com/office/drawing/2014/main" id="{B8349869-3FA3-47B4-9833-D62846C999D2}"/>
              </a:ext>
            </a:extLst>
          </p:cNvPr>
          <p:cNvSpPr/>
          <p:nvPr/>
        </p:nvSpPr>
        <p:spPr>
          <a:xfrm>
            <a:off x="3728759" y="5386758"/>
            <a:ext cx="527316" cy="2013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00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2CF4DF-8C72-4238-909F-A9FF6756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37" y="252412"/>
            <a:ext cx="8162925" cy="635317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FAED7BC-936D-4493-9BBF-B480EB43F5BB}"/>
              </a:ext>
            </a:extLst>
          </p:cNvPr>
          <p:cNvSpPr/>
          <p:nvPr/>
        </p:nvSpPr>
        <p:spPr>
          <a:xfrm>
            <a:off x="7235301" y="5007005"/>
            <a:ext cx="1713390" cy="102093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84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6FE955-15CB-4FB0-84EA-79AB6435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252412"/>
            <a:ext cx="816292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AB6EA0-4270-48A8-9B2C-B237944A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252412"/>
            <a:ext cx="816292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29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43D145-A5CB-4FF8-9282-BCE3BC921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252412"/>
            <a:ext cx="816292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4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7CC077-E372-4414-8A6F-4F0E017A01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38" t="6272" r="46352"/>
          <a:stretch/>
        </p:blipFill>
        <p:spPr>
          <a:xfrm>
            <a:off x="1791478" y="541175"/>
            <a:ext cx="6158204" cy="61898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21E687-5A07-4954-8F5A-B494640F3F7D}"/>
              </a:ext>
            </a:extLst>
          </p:cNvPr>
          <p:cNvSpPr txBox="1"/>
          <p:nvPr/>
        </p:nvSpPr>
        <p:spPr>
          <a:xfrm>
            <a:off x="8388220" y="1698172"/>
            <a:ext cx="29298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Use serial number and product key to activate the license. These details will be received to you once you register using your institute mail address and join as student. </a:t>
            </a:r>
          </a:p>
        </p:txBody>
      </p:sp>
    </p:spTree>
    <p:extLst>
      <p:ext uri="{BB962C8B-B14F-4D97-AF65-F5344CB8AC3E}">
        <p14:creationId xmlns:p14="http://schemas.microsoft.com/office/powerpoint/2010/main" val="358870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32</Words>
  <Application>Microsoft Office PowerPoint</Application>
  <PresentationFormat>Widescreen</PresentationFormat>
  <Paragraphs>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Devesh Punera</dc:creator>
  <cp:lastModifiedBy>Devesh Punera</cp:lastModifiedBy>
  <cp:revision>6</cp:revision>
  <dcterms:created xsi:type="dcterms:W3CDTF">2020-03-30T06:02:01Z</dcterms:created>
  <dcterms:modified xsi:type="dcterms:W3CDTF">2020-03-30T14:45:55Z</dcterms:modified>
</cp:coreProperties>
</file>