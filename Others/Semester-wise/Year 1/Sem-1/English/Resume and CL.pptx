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Caveat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ggjl8+xAttarjJjWiCUWNDVS4n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98" name="Google Shape;98;p1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rgbClr val="E1EFD8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-1" y="0"/>
            <a:ext cx="7369701" cy="6858000"/>
          </a:xfrm>
          <a:custGeom>
            <a:rect b="b" l="l" r="r" t="t"/>
            <a:pathLst>
              <a:path extrusionOk="0" h="6858000" w="7369701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57200" y="990600"/>
            <a:ext cx="11734799" cy="4876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rotWithShape="0" algn="ctr">
              <a:schemeClr val="dk1">
                <a:alpha val="24705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type="ctrTitle"/>
          </p:nvPr>
        </p:nvSpPr>
        <p:spPr>
          <a:xfrm>
            <a:off x="1142999" y="2620652"/>
            <a:ext cx="5125826" cy="246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Résumé &amp; Cover letter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7467600" y="1348033"/>
            <a:ext cx="4589281" cy="437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t/>
            </a:r>
            <a:endParaRPr b="1"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t/>
            </a:r>
            <a:endParaRPr b="1"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b="1" lang="en-IN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 for </a:t>
            </a:r>
            <a:r>
              <a:rPr b="1" lang="en-IN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HS1L001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Ashna Jacob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English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HSSM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Indian Institute of Technology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Bhubaneswar</a:t>
            </a:r>
            <a:br>
              <a:rPr lang="en-IN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 rot="303011">
            <a:off x="1718653" y="700861"/>
            <a:ext cx="2987899" cy="2987899"/>
          </a:xfrm>
          <a:prstGeom prst="arc">
            <a:avLst>
              <a:gd fmla="val 14612914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>
            <p:ph type="title"/>
          </p:nvPr>
        </p:nvSpPr>
        <p:spPr>
          <a:xfrm>
            <a:off x="643467" y="795509"/>
            <a:ext cx="4092525" cy="27986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br>
              <a:rPr lang="en-IN" sz="6000">
                <a:solidFill>
                  <a:srgbClr val="FFFFFF"/>
                </a:solidFill>
              </a:rPr>
            </a:br>
            <a:endParaRPr sz="6000">
              <a:solidFill>
                <a:srgbClr val="FFFFFF"/>
              </a:solidFill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cap="flat" cmpd="sng" w="1270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194695" y="498436"/>
            <a:ext cx="10898422" cy="5729169"/>
            <a:chOff x="9869" y="281620"/>
            <a:chExt cx="10898422" cy="5729169"/>
          </a:xfrm>
        </p:grpSpPr>
        <p:sp>
          <p:nvSpPr>
            <p:cNvPr id="114" name="Google Shape;114;p2"/>
            <p:cNvSpPr/>
            <p:nvPr/>
          </p:nvSpPr>
          <p:spPr>
            <a:xfrm>
              <a:off x="9869" y="286004"/>
              <a:ext cx="10198037" cy="5270283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20960" y="433641"/>
              <a:ext cx="4060480" cy="5488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420960" y="433641"/>
              <a:ext cx="4060480" cy="5488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C.V/Biodata</a:t>
              </a:r>
              <a:endParaRPr/>
            </a:p>
            <a:p>
              <a:pPr indent="-76200" lvl="1" marL="228600" marR="0" rtl="0" algn="ctr">
                <a:lnSpc>
                  <a:spcPct val="10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pages 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India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Chronological order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British spellcheck (globali</a:t>
              </a:r>
              <a:r>
                <a:rPr b="1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ation)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Indian date format- date first (7</a:t>
              </a:r>
              <a:r>
                <a:rPr b="0" baseline="3000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</a:t>
              </a: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August, 2014 or 7/8/14)</a:t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6144111" y="413600"/>
              <a:ext cx="4554596" cy="5597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6144111" y="413600"/>
              <a:ext cx="4554596" cy="5597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Résumé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76200" lvl="1" marL="228600" marR="0" rtl="0" algn="ctr">
                <a:lnSpc>
                  <a:spcPct val="10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28600" lvl="1" marL="228600" marR="0" rtl="0" algn="ctr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or 2 page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U.S./MNC/Outside India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Reverse chronological order</a:t>
              </a:r>
              <a:endParaRPr/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U.S. spellcheck (globali</a:t>
              </a:r>
              <a:r>
                <a:rPr b="1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ation</a:t>
              </a:r>
              <a:r>
                <a:rPr b="1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28600" lvl="1" marL="228600" marR="0" rtl="0" algn="ctr">
                <a:lnSpc>
                  <a:spcPct val="15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American date format- month first (August 7, 2014 or 8/7/14) 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801387" y="281620"/>
              <a:ext cx="295500" cy="272604"/>
            </a:xfrm>
            <a:prstGeom prst="plus">
              <a:avLst>
                <a:gd fmla="val 32810" name="adj"/>
              </a:avLst>
            </a:prstGeom>
            <a:noFill/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0565525" y="397294"/>
              <a:ext cx="342766" cy="124513"/>
            </a:xfrm>
            <a:prstGeom prst="rect">
              <a:avLst/>
            </a:prstGeom>
            <a:noFill/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" name="Google Shape;121;p2"/>
            <p:cNvCxnSpPr/>
            <p:nvPr/>
          </p:nvCxnSpPr>
          <p:spPr>
            <a:xfrm>
              <a:off x="6106765" y="1102268"/>
              <a:ext cx="1172" cy="4306207"/>
            </a:xfrm>
            <a:prstGeom prst="straightConnector1">
              <a:avLst/>
            </a:pr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 amt="35000"/>
          </a:blip>
          <a:srcRect b="7146" l="0" r="0" t="8268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 letter</a:t>
            </a:r>
            <a:br>
              <a:rPr lang="en-I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" name="Google Shape;129;p3"/>
          <p:cNvGrpSpPr/>
          <p:nvPr/>
        </p:nvGrpSpPr>
        <p:grpSpPr>
          <a:xfrm>
            <a:off x="838405" y="2513295"/>
            <a:ext cx="10515189" cy="2975997"/>
            <a:chOff x="205" y="687670"/>
            <a:chExt cx="10515189" cy="2975997"/>
          </a:xfrm>
        </p:grpSpPr>
        <p:sp>
          <p:nvSpPr>
            <p:cNvPr id="130" name="Google Shape;130;p3"/>
            <p:cNvSpPr/>
            <p:nvPr/>
          </p:nvSpPr>
          <p:spPr>
            <a:xfrm>
              <a:off x="205" y="687670"/>
              <a:ext cx="2479997" cy="297599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205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imes New Roman"/>
                <a:buNone/>
              </a:pPr>
              <a:r>
                <a:rPr b="0" i="0" lang="en-IN" sz="26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Preview to Résumé</a:t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05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205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IN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2678602" y="687670"/>
              <a:ext cx="2479997" cy="2975996"/>
            </a:xfrm>
            <a:prstGeom prst="rect">
              <a:avLst/>
            </a:prstGeom>
            <a:solidFill>
              <a:srgbClr val="D07A5B"/>
            </a:solidFill>
            <a:ln cap="flat" cmpd="sng" w="12700">
              <a:solidFill>
                <a:srgbClr val="D07A5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2678602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imes New Roman"/>
                <a:buNone/>
              </a:pPr>
              <a:r>
                <a:rPr b="0" i="0" lang="en-IN" sz="26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with PURPOSE</a:t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2678602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2678602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IN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356999" y="687670"/>
              <a:ext cx="2479997" cy="2975996"/>
            </a:xfrm>
            <a:prstGeom prst="rect">
              <a:avLst/>
            </a:prstGeom>
            <a:solidFill>
              <a:srgbClr val="B88881"/>
            </a:solidFill>
            <a:ln cap="flat" cmpd="sng" w="12700">
              <a:solidFill>
                <a:srgbClr val="B8888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5356999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imes New Roman"/>
                <a:buNone/>
              </a:pPr>
              <a:r>
                <a:rPr b="0" i="0" lang="en-IN" sz="26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Know your AUDIENCE</a:t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356999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5356999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IN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8035397" y="687670"/>
              <a:ext cx="2479997" cy="2975996"/>
            </a:xfrm>
            <a:prstGeom prst="rect">
              <a:avLst/>
            </a:prstGeom>
            <a:solidFill>
              <a:srgbClr val="A4A4A4"/>
            </a:solidFill>
            <a:ln cap="flat" cmpd="sng" w="12700">
              <a:solidFill>
                <a:srgbClr val="A4A4A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8035397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imes New Roman"/>
                <a:buNone/>
              </a:pPr>
              <a:r>
                <a:rPr b="0" i="0" lang="en-IN" sz="26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 PRECISE</a:t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8035397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8035397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IN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Cover letter Format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10198657" y="1"/>
            <a:ext cx="1155142" cy="625027"/>
          </a:xfrm>
          <a:custGeom>
            <a:rect b="b" l="l" r="r" t="t"/>
            <a:pathLst>
              <a:path extrusionOk="0" h="625027" w="1155142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838200" y="1825625"/>
            <a:ext cx="539336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Sender’s Address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Receiver’s Address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Salutation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Introduction, Body, Conclusion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Complimentary closure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Signature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Enclosures (transcript)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pen envelope" id="155" name="Google Shape;1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7184" y="1216485"/>
            <a:ext cx="3781051" cy="3781051"/>
          </a:xfrm>
          <a:custGeom>
            <a:rect b="b" l="l" r="r" t="t"/>
            <a:pathLst>
              <a:path extrusionOk="0" h="5712488" w="4114800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6749602" y="1"/>
            <a:ext cx="2066948" cy="1621879"/>
          </a:xfrm>
          <a:custGeom>
            <a:rect b="b" l="l" r="r" t="t"/>
            <a:pathLst>
              <a:path extrusionOk="0" h="1621879" w="2066948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12138745" y="1027906"/>
            <a:ext cx="0" cy="1597708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 rot="-1136562">
            <a:off x="7456580" y="5166682"/>
            <a:ext cx="1835725" cy="2024785"/>
          </a:xfrm>
          <a:custGeom>
            <a:rect b="b" l="l" r="r" t="t"/>
            <a:pathLst>
              <a:path extrusionOk="0" h="2024785" w="183572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809527" y="6033795"/>
            <a:ext cx="1991064" cy="824205"/>
          </a:xfrm>
          <a:custGeom>
            <a:rect b="b" l="l" r="r" t="t"/>
            <a:pathLst>
              <a:path extrusionOk="0" h="824205" w="1991064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0851696" y="5519196"/>
            <a:ext cx="1340305" cy="1338805"/>
          </a:xfrm>
          <a:custGeom>
            <a:rect b="b" l="l" r="r" t="t"/>
            <a:pathLst>
              <a:path extrusionOk="0" h="1338805" w="13403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67" name="Google Shape;167;p5"/>
          <p:cNvGrpSpPr/>
          <p:nvPr/>
        </p:nvGrpSpPr>
        <p:grpSpPr>
          <a:xfrm>
            <a:off x="534481" y="263951"/>
            <a:ext cx="11270722" cy="6140851"/>
            <a:chOff x="72568" y="0"/>
            <a:chExt cx="11270722" cy="6140851"/>
          </a:xfrm>
        </p:grpSpPr>
        <p:sp>
          <p:nvSpPr>
            <p:cNvPr id="168" name="Google Shape;168;p5"/>
            <p:cNvSpPr/>
            <p:nvPr/>
          </p:nvSpPr>
          <p:spPr>
            <a:xfrm rot="-5400000">
              <a:off x="-2161490" y="2861099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 txBox="1"/>
            <p:nvPr/>
          </p:nvSpPr>
          <p:spPr>
            <a:xfrm rot="-5400000">
              <a:off x="-2161490" y="2861099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523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325384" y="1208332"/>
              <a:ext cx="2283347" cy="3705040"/>
            </a:xfrm>
            <a:prstGeom prst="rect">
              <a:avLst/>
            </a:prstGeom>
            <a:solidFill>
              <a:srgbClr val="54813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325384" y="1208332"/>
              <a:ext cx="2283347" cy="3705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450" lIns="156450" spcFirstLastPara="1" rIns="156450" wrap="square" tIns="352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am/ My name is… I am a 4</a:t>
              </a:r>
              <a:r>
                <a:rPr b="0" baseline="3000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</a:t>
              </a: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year (Honours) student in the department of CSE (full) at IIT </a:t>
              </a:r>
              <a:r>
                <a:rPr lang="en-IN" sz="2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BBS</a:t>
              </a: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(full).</a:t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72568" y="434350"/>
              <a:ext cx="799013" cy="79901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889725" y="2920518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 txBox="1"/>
            <p:nvPr/>
          </p:nvSpPr>
          <p:spPr>
            <a:xfrm rot="-5400000">
              <a:off x="889725" y="2920518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523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3502306" y="99692"/>
              <a:ext cx="2031935" cy="6041159"/>
            </a:xfrm>
            <a:prstGeom prst="rect">
              <a:avLst/>
            </a:prstGeom>
            <a:solidFill>
              <a:srgbClr val="C55A1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3502306" y="99692"/>
              <a:ext cx="2031935" cy="6041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450" lIns="156450" spcFirstLastPara="1" rIns="156450" wrap="square" tIns="352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the last 4 years, I have been the… of … I led a team of …/ I was in charge of …  I have worked closely with… and built key relationships. I have been awarded… two in a years a row.</a:t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47162" y="0"/>
              <a:ext cx="799013" cy="79901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815234" y="2861099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 txBox="1"/>
            <p:nvPr/>
          </p:nvSpPr>
          <p:spPr>
            <a:xfrm rot="-5400000">
              <a:off x="3815234" y="2861099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523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6448799" y="1349737"/>
              <a:ext cx="1989966" cy="3422231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6448799" y="1349737"/>
              <a:ext cx="1989966" cy="3422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450" lIns="156450" spcFirstLastPara="1" rIns="156450" wrap="square" tIns="352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was a part of a research project on “…” where we worked with/ on… to evaluate…</a:t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6021407" y="610972"/>
              <a:ext cx="799013" cy="79901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 rot="-5400000">
              <a:off x="6719759" y="2861099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 txBox="1"/>
            <p:nvPr/>
          </p:nvSpPr>
          <p:spPr>
            <a:xfrm rot="-5400000">
              <a:off x="6719759" y="2861099"/>
              <a:ext cx="4867624" cy="399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523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9353324" y="1491141"/>
              <a:ext cx="1989966" cy="3139422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9353324" y="1491141"/>
              <a:ext cx="1989966" cy="3139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450" lIns="156450" spcFirstLastPara="1" rIns="156450" wrap="square" tIns="352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am proficient in German/ French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have learnt (extra)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java/python/… on Coursera</a:t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8991004" y="796895"/>
              <a:ext cx="799013" cy="79901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94" name="Google Shape;194;p6"/>
          <p:cNvGrpSpPr/>
          <p:nvPr/>
        </p:nvGrpSpPr>
        <p:grpSpPr>
          <a:xfrm>
            <a:off x="3108311" y="207390"/>
            <a:ext cx="6123064" cy="6419652"/>
            <a:chOff x="1609448" y="0"/>
            <a:chExt cx="6123064" cy="6419652"/>
          </a:xfrm>
        </p:grpSpPr>
        <p:sp>
          <p:nvSpPr>
            <p:cNvPr id="195" name="Google Shape;195;p6"/>
            <p:cNvSpPr/>
            <p:nvPr/>
          </p:nvSpPr>
          <p:spPr>
            <a:xfrm>
              <a:off x="3354522" y="2070980"/>
              <a:ext cx="2632305" cy="2277050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rgbClr val="C0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3790732" y="2448319"/>
              <a:ext cx="1759885" cy="1522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Adjectives for self intro</a:t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002851" y="981564"/>
              <a:ext cx="993161" cy="855739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596995" y="0"/>
              <a:ext cx="2157155" cy="1866193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3954482" y="309268"/>
              <a:ext cx="1442181" cy="1247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Versatile</a:t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161947" y="2581342"/>
              <a:ext cx="993161" cy="855739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5575357" y="1147833"/>
              <a:ext cx="2157155" cy="1866193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5932844" y="1457101"/>
              <a:ext cx="1442181" cy="1247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Easy going/open minded</a:t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356764" y="4387190"/>
              <a:ext cx="993161" cy="855739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5575357" y="3404341"/>
              <a:ext cx="2157155" cy="1866193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5932844" y="3713609"/>
              <a:ext cx="1442181" cy="1247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Solution oriented</a:t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3359420" y="4574644"/>
              <a:ext cx="993161" cy="855739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3596995" y="4553459"/>
              <a:ext cx="2157155" cy="1866193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3954482" y="4862727"/>
              <a:ext cx="1442181" cy="1247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Determined</a:t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2181342" y="2975509"/>
              <a:ext cx="993161" cy="855739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1609448" y="3405625"/>
              <a:ext cx="2157155" cy="1866193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1966935" y="3714893"/>
              <a:ext cx="1442181" cy="1247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player</a:t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1609448" y="1145266"/>
              <a:ext cx="2157155" cy="1866193"/>
            </a:xfrm>
            <a:prstGeom prst="hexagon">
              <a:avLst>
                <a:gd fmla="val 28570" name="adj"/>
                <a:gd fmla="val 115470" name="vf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966935" y="1454534"/>
              <a:ext cx="1442181" cy="1247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lang="en-IN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Creative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220" name="Google Shape;220;p7"/>
          <p:cNvGrpSpPr/>
          <p:nvPr/>
        </p:nvGrpSpPr>
        <p:grpSpPr>
          <a:xfrm>
            <a:off x="1209449" y="763513"/>
            <a:ext cx="9506006" cy="5054365"/>
            <a:chOff x="59380" y="320453"/>
            <a:chExt cx="9506006" cy="5054365"/>
          </a:xfrm>
        </p:grpSpPr>
        <p:sp>
          <p:nvSpPr>
            <p:cNvPr id="221" name="Google Shape;221;p7"/>
            <p:cNvSpPr/>
            <p:nvPr/>
          </p:nvSpPr>
          <p:spPr>
            <a:xfrm rot="-5400000">
              <a:off x="-1929938" y="2921824"/>
              <a:ext cx="4442312" cy="463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 txBox="1"/>
            <p:nvPr/>
          </p:nvSpPr>
          <p:spPr>
            <a:xfrm rot="-5400000">
              <a:off x="-1929938" y="2921824"/>
              <a:ext cx="4442312" cy="463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4089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523056" y="932506"/>
              <a:ext cx="2309600" cy="4442312"/>
            </a:xfrm>
            <a:prstGeom prst="rect">
              <a:avLst/>
            </a:prstGeom>
            <a:solidFill>
              <a:srgbClr val="7030A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523056" y="932506"/>
              <a:ext cx="2309600" cy="4442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170675" spcFirstLastPara="1" rIns="170675" wrap="square" tIns="4089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am a trained singer and the daily Riyaz has taught me self discipline and dedication. </a:t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59380" y="320453"/>
              <a:ext cx="927352" cy="9273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 rot="-5400000">
              <a:off x="1436427" y="2921824"/>
              <a:ext cx="4442312" cy="463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 txBox="1"/>
            <p:nvPr/>
          </p:nvSpPr>
          <p:spPr>
            <a:xfrm rot="-5400000">
              <a:off x="1436427" y="2921824"/>
              <a:ext cx="4442312" cy="463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4089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889421" y="932506"/>
              <a:ext cx="2309600" cy="4442312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3889421" y="932506"/>
              <a:ext cx="2309600" cy="4442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170675" spcFirstLastPara="1" rIns="170675" wrap="square" tIns="4089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have helped my mother set up a small tailoring boutique at home with my savings. </a:t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3425745" y="320453"/>
              <a:ext cx="927352" cy="9273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 rot="-5400000">
              <a:off x="4802792" y="2921824"/>
              <a:ext cx="4442312" cy="463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 txBox="1"/>
            <p:nvPr/>
          </p:nvSpPr>
          <p:spPr>
            <a:xfrm rot="-5400000">
              <a:off x="4802792" y="2921824"/>
              <a:ext cx="4442312" cy="463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408925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7255786" y="932506"/>
              <a:ext cx="2309600" cy="4442312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7255786" y="932506"/>
              <a:ext cx="2309600" cy="4442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170675" spcFirstLastPara="1" rIns="170675" wrap="square" tIns="4089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Char char="•"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have helped my father set up a process where he could directly sell his produce bypassing middle men.</a:t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6792110" y="320453"/>
              <a:ext cx="927352" cy="9273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8"/>
          <p:cNvGrpSpPr/>
          <p:nvPr/>
        </p:nvGrpSpPr>
        <p:grpSpPr>
          <a:xfrm>
            <a:off x="838200" y="971152"/>
            <a:ext cx="10426430" cy="5178241"/>
            <a:chOff x="0" y="27569"/>
            <a:chExt cx="10426430" cy="5178241"/>
          </a:xfrm>
        </p:grpSpPr>
        <p:sp>
          <p:nvSpPr>
            <p:cNvPr id="243" name="Google Shape;243;p8"/>
            <p:cNvSpPr/>
            <p:nvPr/>
          </p:nvSpPr>
          <p:spPr>
            <a:xfrm>
              <a:off x="0" y="27569"/>
              <a:ext cx="10426430" cy="116064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56658" y="84227"/>
              <a:ext cx="10313114" cy="1047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1"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are you the right candidate?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0" y="1366769"/>
              <a:ext cx="10426430" cy="1160640"/>
            </a:xfrm>
            <a:prstGeom prst="roundRect">
              <a:avLst>
                <a:gd fmla="val 16667" name="adj"/>
              </a:avLst>
            </a:prstGeom>
            <a:solidFill>
              <a:srgbClr val="50C9B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56658" y="1423427"/>
              <a:ext cx="10313114" cy="1047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about company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0" y="2705969"/>
              <a:ext cx="10426430" cy="1160640"/>
            </a:xfrm>
            <a:prstGeom prst="roundRect">
              <a:avLst>
                <a:gd fmla="val 16667" name="adj"/>
              </a:avLst>
            </a:prstGeom>
            <a:solidFill>
              <a:srgbClr val="48BD6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56658" y="2762627"/>
              <a:ext cx="10313114" cy="1047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Stick to job description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0" y="4045170"/>
              <a:ext cx="10426430" cy="1160640"/>
            </a:xfrm>
            <a:prstGeom prst="roundRect">
              <a:avLst>
                <a:gd fmla="val 16667" name="adj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56658" y="4101828"/>
              <a:ext cx="10313114" cy="1047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1"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Personal perspective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6" name="Google Shape;256;p9"/>
          <p:cNvSpPr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257" name="Google Shape;257;p9"/>
          <p:cNvGrpSpPr/>
          <p:nvPr/>
        </p:nvGrpSpPr>
        <p:grpSpPr>
          <a:xfrm>
            <a:off x="263952" y="117270"/>
            <a:ext cx="11660947" cy="6623459"/>
            <a:chOff x="0" y="-19255"/>
            <a:chExt cx="11660947" cy="6623459"/>
          </a:xfrm>
        </p:grpSpPr>
        <p:sp>
          <p:nvSpPr>
            <p:cNvPr id="258" name="Google Shape;258;p9"/>
            <p:cNvSpPr/>
            <p:nvPr/>
          </p:nvSpPr>
          <p:spPr>
            <a:xfrm>
              <a:off x="0" y="-19255"/>
              <a:ext cx="8979863" cy="118529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34716" y="15461"/>
              <a:ext cx="7562162" cy="111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some very exciting future plans which I read about on your website…</a:t>
              </a:r>
              <a:endParaRPr/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670574" y="1330659"/>
              <a:ext cx="8979863" cy="1185291"/>
            </a:xfrm>
            <a:prstGeom prst="roundRect">
              <a:avLst>
                <a:gd fmla="val 10000" name="adj"/>
              </a:avLst>
            </a:prstGeom>
            <a:solidFill>
              <a:srgbClr val="D778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9"/>
            <p:cNvSpPr txBox="1"/>
            <p:nvPr/>
          </p:nvSpPr>
          <p:spPr>
            <a:xfrm>
              <a:off x="705290" y="1365375"/>
              <a:ext cx="7469417" cy="111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are an industry leader/ You have a strong reputation in the industry for…</a:t>
              </a: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1341148" y="2680574"/>
              <a:ext cx="8979863" cy="1185291"/>
            </a:xfrm>
            <a:prstGeom prst="roundRect">
              <a:avLst>
                <a:gd fmla="val 10000" name="adj"/>
              </a:avLst>
            </a:prstGeom>
            <a:solidFill>
              <a:srgbClr val="C47F6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9"/>
            <p:cNvSpPr txBox="1"/>
            <p:nvPr/>
          </p:nvSpPr>
          <p:spPr>
            <a:xfrm>
              <a:off x="1375864" y="2715290"/>
              <a:ext cx="7469417" cy="1115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 skills, qualities and experience would be a great asset to your organisation.</a:t>
              </a:r>
              <a:endParaRPr/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2011722" y="4030489"/>
              <a:ext cx="8979863" cy="1185291"/>
            </a:xfrm>
            <a:prstGeom prst="roundRect">
              <a:avLst>
                <a:gd fmla="val 10000" name="adj"/>
              </a:avLst>
            </a:prstGeom>
            <a:solidFill>
              <a:srgbClr val="AEABAB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9"/>
            <p:cNvSpPr txBox="1"/>
            <p:nvPr/>
          </p:nvSpPr>
          <p:spPr>
            <a:xfrm>
              <a:off x="2046438" y="4065205"/>
              <a:ext cx="7469417" cy="111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believe I am ready for a challenging job and this position excites me.</a:t>
              </a:r>
              <a:endParaRPr/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2683509" y="5341893"/>
              <a:ext cx="8977438" cy="1262311"/>
            </a:xfrm>
            <a:prstGeom prst="roundRect">
              <a:avLst>
                <a:gd fmla="val 10000" name="adj"/>
              </a:avLst>
            </a:prstGeom>
            <a:solidFill>
              <a:srgbClr val="59595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9"/>
            <p:cNvSpPr txBox="1"/>
            <p:nvPr/>
          </p:nvSpPr>
          <p:spPr>
            <a:xfrm>
              <a:off x="2720481" y="5378865"/>
              <a:ext cx="7462870" cy="1188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lang="en-IN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 my passion for sports and skill of data analytics, I wish to work in a leading and innovative sports analytics company like yours and I do believe I can make a positive impact.</a:t>
              </a: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8209424" y="846665"/>
              <a:ext cx="770439" cy="77043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7D5CB">
                <a:alpha val="89803"/>
              </a:srgbClr>
            </a:solidFill>
            <a:ln cap="flat" cmpd="sng" w="12700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9"/>
            <p:cNvSpPr txBox="1"/>
            <p:nvPr/>
          </p:nvSpPr>
          <p:spPr>
            <a:xfrm>
              <a:off x="8382773" y="846665"/>
              <a:ext cx="423741" cy="579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alibri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8879998" y="2196580"/>
              <a:ext cx="770439" cy="77043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FD6D1">
                <a:alpha val="89803"/>
              </a:srgbClr>
            </a:solidFill>
            <a:ln cap="flat" cmpd="sng" w="12700">
              <a:solidFill>
                <a:srgbClr val="EFD6D1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9"/>
            <p:cNvSpPr txBox="1"/>
            <p:nvPr/>
          </p:nvSpPr>
          <p:spPr>
            <a:xfrm>
              <a:off x="9053347" y="2196580"/>
              <a:ext cx="423741" cy="579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alibri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9550572" y="3526740"/>
              <a:ext cx="770439" cy="77043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8D9D7">
                <a:alpha val="89803"/>
              </a:srgbClr>
            </a:solidFill>
            <a:ln cap="flat" cmpd="sng" w="12700">
              <a:solidFill>
                <a:srgbClr val="E8D9D7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9"/>
            <p:cNvSpPr txBox="1"/>
            <p:nvPr/>
          </p:nvSpPr>
          <p:spPr>
            <a:xfrm>
              <a:off x="9723921" y="3526740"/>
              <a:ext cx="423741" cy="579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alibri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10221146" y="4889825"/>
              <a:ext cx="770439" cy="77043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FDFDF">
                <a:alpha val="89803"/>
              </a:srgbClr>
            </a:solidFill>
            <a:ln cap="flat" cmpd="sng" w="12700">
              <a:solidFill>
                <a:srgbClr val="DFDF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10394495" y="4889825"/>
              <a:ext cx="423741" cy="579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alibri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>
            <p:ph type="title"/>
          </p:nvPr>
        </p:nvSpPr>
        <p:spPr>
          <a:xfrm>
            <a:off x="1848465" y="3298722"/>
            <a:ext cx="8495070" cy="17844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IN" sz="6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Thank You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miling Face with No Fill" id="283" name="Google Shape;2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264" y="1371601"/>
            <a:ext cx="1175474" cy="117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2020-11-25T10:55:03Z</dcterms:created>
  <dc:creator>Ashna Jacob</dc:creator>
</cp:coreProperties>
</file>