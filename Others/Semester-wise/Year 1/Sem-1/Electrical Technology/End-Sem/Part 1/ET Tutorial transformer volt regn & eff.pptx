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62" r:id="rId3"/>
    <p:sldId id="273" r:id="rId4"/>
    <p:sldId id="268" r:id="rId5"/>
    <p:sldId id="269" r:id="rId6"/>
    <p:sldId id="271" r:id="rId7"/>
    <p:sldId id="266" r:id="rId8"/>
    <p:sldId id="270" r:id="rId9"/>
    <p:sldId id="27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B79A29-A25C-4998-9ED3-D99AB124AD1E}" type="datetimeFigureOut">
              <a:rPr lang="en-IN" smtClean="0"/>
              <a:t>01-02-2023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D2F3F8-22AA-4805-B685-817EE5CB9409}" type="slidenum">
              <a:rPr lang="en-IN" smtClean="0"/>
              <a:t>‹#›</a:t>
            </a:fld>
            <a:endParaRPr lang="en-IN"/>
          </a:p>
        </p:txBody>
      </p:sp>
    </p:spTree>
    <p:extLst>
      <p:ext uri="{BB962C8B-B14F-4D97-AF65-F5344CB8AC3E}">
        <p14:creationId xmlns:p14="http://schemas.microsoft.com/office/powerpoint/2010/main" val="2608772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00BBC-AEC0-4C45-9960-F1A467E727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724F736-D05C-F848-64EE-D7347CF163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22FBFFA-4875-0BAC-F343-A026D32716B1}"/>
              </a:ext>
            </a:extLst>
          </p:cNvPr>
          <p:cNvSpPr>
            <a:spLocks noGrp="1"/>
          </p:cNvSpPr>
          <p:nvPr>
            <p:ph type="dt" sz="half" idx="10"/>
          </p:nvPr>
        </p:nvSpPr>
        <p:spPr/>
        <p:txBody>
          <a:bodyPr/>
          <a:lstStyle/>
          <a:p>
            <a:fld id="{80E30C39-D057-4FD0-AE27-0EB06C3776D9}" type="datetimeFigureOut">
              <a:rPr lang="en-IN" smtClean="0"/>
              <a:t>01-02-2023</a:t>
            </a:fld>
            <a:endParaRPr lang="en-IN"/>
          </a:p>
        </p:txBody>
      </p:sp>
      <p:sp>
        <p:nvSpPr>
          <p:cNvPr id="5" name="Footer Placeholder 4">
            <a:extLst>
              <a:ext uri="{FF2B5EF4-FFF2-40B4-BE49-F238E27FC236}">
                <a16:creationId xmlns:a16="http://schemas.microsoft.com/office/drawing/2014/main" id="{EFF1504D-AEBE-2135-6524-91A4D038AD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D5A3C2-06AF-CAC4-50AB-A67B4895D051}"/>
              </a:ext>
            </a:extLst>
          </p:cNvPr>
          <p:cNvSpPr>
            <a:spLocks noGrp="1"/>
          </p:cNvSpPr>
          <p:nvPr>
            <p:ph type="sldNum" sz="quarter" idx="12"/>
          </p:nvPr>
        </p:nvSpPr>
        <p:spPr/>
        <p:txBody>
          <a:bodyPr/>
          <a:lstStyle/>
          <a:p>
            <a:fld id="{DDD9F348-693D-4C12-B924-68DD98041E25}" type="slidenum">
              <a:rPr lang="en-IN" smtClean="0"/>
              <a:t>‹#›</a:t>
            </a:fld>
            <a:endParaRPr lang="en-IN"/>
          </a:p>
        </p:txBody>
      </p:sp>
    </p:spTree>
    <p:extLst>
      <p:ext uri="{BB962C8B-B14F-4D97-AF65-F5344CB8AC3E}">
        <p14:creationId xmlns:p14="http://schemas.microsoft.com/office/powerpoint/2010/main" val="2172747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0B994-78C7-8436-1D87-6E3BEC0416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30F9DB-A5B5-8F6A-465D-AC26D7A893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35075E-730B-AF08-E75B-1C944A41F158}"/>
              </a:ext>
            </a:extLst>
          </p:cNvPr>
          <p:cNvSpPr>
            <a:spLocks noGrp="1"/>
          </p:cNvSpPr>
          <p:nvPr>
            <p:ph type="dt" sz="half" idx="10"/>
          </p:nvPr>
        </p:nvSpPr>
        <p:spPr/>
        <p:txBody>
          <a:bodyPr/>
          <a:lstStyle/>
          <a:p>
            <a:fld id="{80E30C39-D057-4FD0-AE27-0EB06C3776D9}" type="datetimeFigureOut">
              <a:rPr lang="en-IN" smtClean="0"/>
              <a:t>01-02-2023</a:t>
            </a:fld>
            <a:endParaRPr lang="en-IN"/>
          </a:p>
        </p:txBody>
      </p:sp>
      <p:sp>
        <p:nvSpPr>
          <p:cNvPr id="5" name="Footer Placeholder 4">
            <a:extLst>
              <a:ext uri="{FF2B5EF4-FFF2-40B4-BE49-F238E27FC236}">
                <a16:creationId xmlns:a16="http://schemas.microsoft.com/office/drawing/2014/main" id="{44E6DEEF-00F8-ECC4-FD62-6727BAA3D0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473D30-507A-C9D1-149A-970E020C4BC4}"/>
              </a:ext>
            </a:extLst>
          </p:cNvPr>
          <p:cNvSpPr>
            <a:spLocks noGrp="1"/>
          </p:cNvSpPr>
          <p:nvPr>
            <p:ph type="sldNum" sz="quarter" idx="12"/>
          </p:nvPr>
        </p:nvSpPr>
        <p:spPr/>
        <p:txBody>
          <a:bodyPr/>
          <a:lstStyle/>
          <a:p>
            <a:fld id="{DDD9F348-693D-4C12-B924-68DD98041E25}" type="slidenum">
              <a:rPr lang="en-IN" smtClean="0"/>
              <a:t>‹#›</a:t>
            </a:fld>
            <a:endParaRPr lang="en-IN"/>
          </a:p>
        </p:txBody>
      </p:sp>
    </p:spTree>
    <p:extLst>
      <p:ext uri="{BB962C8B-B14F-4D97-AF65-F5344CB8AC3E}">
        <p14:creationId xmlns:p14="http://schemas.microsoft.com/office/powerpoint/2010/main" val="196233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0CAD4-A020-7E1C-3CC3-AE57B11653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7448F22-A1AF-C8E0-3C43-D3339602B9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3B7EE3-B705-A220-02F2-4FE9E90B4745}"/>
              </a:ext>
            </a:extLst>
          </p:cNvPr>
          <p:cNvSpPr>
            <a:spLocks noGrp="1"/>
          </p:cNvSpPr>
          <p:nvPr>
            <p:ph type="dt" sz="half" idx="10"/>
          </p:nvPr>
        </p:nvSpPr>
        <p:spPr/>
        <p:txBody>
          <a:bodyPr/>
          <a:lstStyle/>
          <a:p>
            <a:fld id="{80E30C39-D057-4FD0-AE27-0EB06C3776D9}" type="datetimeFigureOut">
              <a:rPr lang="en-IN" smtClean="0"/>
              <a:t>01-02-2023</a:t>
            </a:fld>
            <a:endParaRPr lang="en-IN"/>
          </a:p>
        </p:txBody>
      </p:sp>
      <p:sp>
        <p:nvSpPr>
          <p:cNvPr id="5" name="Footer Placeholder 4">
            <a:extLst>
              <a:ext uri="{FF2B5EF4-FFF2-40B4-BE49-F238E27FC236}">
                <a16:creationId xmlns:a16="http://schemas.microsoft.com/office/drawing/2014/main" id="{DA6FC658-11F5-87A5-40A0-35961B38FD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5E68E6-E4C3-D151-D06D-DDEA803B980B}"/>
              </a:ext>
            </a:extLst>
          </p:cNvPr>
          <p:cNvSpPr>
            <a:spLocks noGrp="1"/>
          </p:cNvSpPr>
          <p:nvPr>
            <p:ph type="sldNum" sz="quarter" idx="12"/>
          </p:nvPr>
        </p:nvSpPr>
        <p:spPr/>
        <p:txBody>
          <a:bodyPr/>
          <a:lstStyle/>
          <a:p>
            <a:fld id="{DDD9F348-693D-4C12-B924-68DD98041E25}" type="slidenum">
              <a:rPr lang="en-IN" smtClean="0"/>
              <a:t>‹#›</a:t>
            </a:fld>
            <a:endParaRPr lang="en-IN"/>
          </a:p>
        </p:txBody>
      </p:sp>
    </p:spTree>
    <p:extLst>
      <p:ext uri="{BB962C8B-B14F-4D97-AF65-F5344CB8AC3E}">
        <p14:creationId xmlns:p14="http://schemas.microsoft.com/office/powerpoint/2010/main" val="486138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5EFFB-93D0-75D3-5721-0F0AA70921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6FF209-4DC6-9E65-C33B-02CFD81A00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9C02557-744B-24B4-8D2E-CFCF29D258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E667F23-B1DE-7282-7B9D-B89DB65105DA}"/>
              </a:ext>
            </a:extLst>
          </p:cNvPr>
          <p:cNvSpPr>
            <a:spLocks noGrp="1"/>
          </p:cNvSpPr>
          <p:nvPr>
            <p:ph type="dt" sz="half" idx="10"/>
          </p:nvPr>
        </p:nvSpPr>
        <p:spPr/>
        <p:txBody>
          <a:bodyPr/>
          <a:lstStyle/>
          <a:p>
            <a:fld id="{80E30C39-D057-4FD0-AE27-0EB06C3776D9}" type="datetimeFigureOut">
              <a:rPr lang="en-IN" smtClean="0"/>
              <a:t>01-02-2023</a:t>
            </a:fld>
            <a:endParaRPr lang="en-IN"/>
          </a:p>
        </p:txBody>
      </p:sp>
      <p:sp>
        <p:nvSpPr>
          <p:cNvPr id="6" name="Footer Placeholder 5">
            <a:extLst>
              <a:ext uri="{FF2B5EF4-FFF2-40B4-BE49-F238E27FC236}">
                <a16:creationId xmlns:a16="http://schemas.microsoft.com/office/drawing/2014/main" id="{B54DE1CC-48FD-CABA-7576-B90FCE814B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1BDDB2-1B36-E766-EE21-3C7520914C66}"/>
              </a:ext>
            </a:extLst>
          </p:cNvPr>
          <p:cNvSpPr>
            <a:spLocks noGrp="1"/>
          </p:cNvSpPr>
          <p:nvPr>
            <p:ph type="sldNum" sz="quarter" idx="12"/>
          </p:nvPr>
        </p:nvSpPr>
        <p:spPr/>
        <p:txBody>
          <a:bodyPr/>
          <a:lstStyle/>
          <a:p>
            <a:fld id="{DDD9F348-693D-4C12-B924-68DD98041E25}" type="slidenum">
              <a:rPr lang="en-IN" smtClean="0"/>
              <a:t>‹#›</a:t>
            </a:fld>
            <a:endParaRPr lang="en-IN"/>
          </a:p>
        </p:txBody>
      </p:sp>
    </p:spTree>
    <p:extLst>
      <p:ext uri="{BB962C8B-B14F-4D97-AF65-F5344CB8AC3E}">
        <p14:creationId xmlns:p14="http://schemas.microsoft.com/office/powerpoint/2010/main" val="1195320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8FB06-8D31-2EAD-4555-402935B57B8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BD9F38-5F9C-E89F-D75A-97E170E5CC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865CA5-06E6-513F-5400-52A2766C7C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9F7FBC9-4720-610B-231B-88B6A71268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05C9B0-8AF2-422B-DE55-5A5B0430D5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9A3308C-881F-0D6D-D113-BC73E7D01F63}"/>
              </a:ext>
            </a:extLst>
          </p:cNvPr>
          <p:cNvSpPr>
            <a:spLocks noGrp="1"/>
          </p:cNvSpPr>
          <p:nvPr>
            <p:ph type="dt" sz="half" idx="10"/>
          </p:nvPr>
        </p:nvSpPr>
        <p:spPr/>
        <p:txBody>
          <a:bodyPr/>
          <a:lstStyle/>
          <a:p>
            <a:fld id="{80E30C39-D057-4FD0-AE27-0EB06C3776D9}" type="datetimeFigureOut">
              <a:rPr lang="en-IN" smtClean="0"/>
              <a:t>01-02-2023</a:t>
            </a:fld>
            <a:endParaRPr lang="en-IN"/>
          </a:p>
        </p:txBody>
      </p:sp>
      <p:sp>
        <p:nvSpPr>
          <p:cNvPr id="8" name="Footer Placeholder 7">
            <a:extLst>
              <a:ext uri="{FF2B5EF4-FFF2-40B4-BE49-F238E27FC236}">
                <a16:creationId xmlns:a16="http://schemas.microsoft.com/office/drawing/2014/main" id="{C16B3028-6A12-F025-9A72-641390A4AC4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0160D95-FEE8-76D8-1F0F-6D314087430B}"/>
              </a:ext>
            </a:extLst>
          </p:cNvPr>
          <p:cNvSpPr>
            <a:spLocks noGrp="1"/>
          </p:cNvSpPr>
          <p:nvPr>
            <p:ph type="sldNum" sz="quarter" idx="12"/>
          </p:nvPr>
        </p:nvSpPr>
        <p:spPr/>
        <p:txBody>
          <a:bodyPr/>
          <a:lstStyle/>
          <a:p>
            <a:fld id="{DDD9F348-693D-4C12-B924-68DD98041E25}" type="slidenum">
              <a:rPr lang="en-IN" smtClean="0"/>
              <a:t>‹#›</a:t>
            </a:fld>
            <a:endParaRPr lang="en-IN"/>
          </a:p>
        </p:txBody>
      </p:sp>
    </p:spTree>
    <p:extLst>
      <p:ext uri="{BB962C8B-B14F-4D97-AF65-F5344CB8AC3E}">
        <p14:creationId xmlns:p14="http://schemas.microsoft.com/office/powerpoint/2010/main" val="1526674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EF956-7502-4F82-292C-BE3A2A5C03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2054E9D-4782-6664-94BC-0125A1D8D824}"/>
              </a:ext>
            </a:extLst>
          </p:cNvPr>
          <p:cNvSpPr>
            <a:spLocks noGrp="1"/>
          </p:cNvSpPr>
          <p:nvPr>
            <p:ph type="dt" sz="half" idx="10"/>
          </p:nvPr>
        </p:nvSpPr>
        <p:spPr/>
        <p:txBody>
          <a:bodyPr/>
          <a:lstStyle/>
          <a:p>
            <a:fld id="{80E30C39-D057-4FD0-AE27-0EB06C3776D9}" type="datetimeFigureOut">
              <a:rPr lang="en-IN" smtClean="0"/>
              <a:t>01-02-2023</a:t>
            </a:fld>
            <a:endParaRPr lang="en-IN"/>
          </a:p>
        </p:txBody>
      </p:sp>
      <p:sp>
        <p:nvSpPr>
          <p:cNvPr id="4" name="Footer Placeholder 3">
            <a:extLst>
              <a:ext uri="{FF2B5EF4-FFF2-40B4-BE49-F238E27FC236}">
                <a16:creationId xmlns:a16="http://schemas.microsoft.com/office/drawing/2014/main" id="{A6D84166-AF11-D09B-B345-82A6560758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001CAB8-4893-6C90-CD9B-D0C7E6CEE1C6}"/>
              </a:ext>
            </a:extLst>
          </p:cNvPr>
          <p:cNvSpPr>
            <a:spLocks noGrp="1"/>
          </p:cNvSpPr>
          <p:nvPr>
            <p:ph type="sldNum" sz="quarter" idx="12"/>
          </p:nvPr>
        </p:nvSpPr>
        <p:spPr/>
        <p:txBody>
          <a:bodyPr/>
          <a:lstStyle/>
          <a:p>
            <a:fld id="{DDD9F348-693D-4C12-B924-68DD98041E25}" type="slidenum">
              <a:rPr lang="en-IN" smtClean="0"/>
              <a:t>‹#›</a:t>
            </a:fld>
            <a:endParaRPr lang="en-IN"/>
          </a:p>
        </p:txBody>
      </p:sp>
    </p:spTree>
    <p:extLst>
      <p:ext uri="{BB962C8B-B14F-4D97-AF65-F5344CB8AC3E}">
        <p14:creationId xmlns:p14="http://schemas.microsoft.com/office/powerpoint/2010/main" val="1798057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2603C-C9B4-C1C4-B433-D576F3043E34}"/>
              </a:ext>
            </a:extLst>
          </p:cNvPr>
          <p:cNvSpPr>
            <a:spLocks noGrp="1"/>
          </p:cNvSpPr>
          <p:nvPr>
            <p:ph type="dt" sz="half" idx="10"/>
          </p:nvPr>
        </p:nvSpPr>
        <p:spPr/>
        <p:txBody>
          <a:bodyPr/>
          <a:lstStyle/>
          <a:p>
            <a:fld id="{80E30C39-D057-4FD0-AE27-0EB06C3776D9}" type="datetimeFigureOut">
              <a:rPr lang="en-IN" smtClean="0"/>
              <a:t>01-02-2023</a:t>
            </a:fld>
            <a:endParaRPr lang="en-IN"/>
          </a:p>
        </p:txBody>
      </p:sp>
      <p:sp>
        <p:nvSpPr>
          <p:cNvPr id="3" name="Footer Placeholder 2">
            <a:extLst>
              <a:ext uri="{FF2B5EF4-FFF2-40B4-BE49-F238E27FC236}">
                <a16:creationId xmlns:a16="http://schemas.microsoft.com/office/drawing/2014/main" id="{C268BF21-9708-BFA2-812F-4324C6C87B6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9DA4D59-B020-5010-F434-CD11AC5F1D9D}"/>
              </a:ext>
            </a:extLst>
          </p:cNvPr>
          <p:cNvSpPr>
            <a:spLocks noGrp="1"/>
          </p:cNvSpPr>
          <p:nvPr>
            <p:ph type="sldNum" sz="quarter" idx="12"/>
          </p:nvPr>
        </p:nvSpPr>
        <p:spPr/>
        <p:txBody>
          <a:bodyPr/>
          <a:lstStyle/>
          <a:p>
            <a:fld id="{DDD9F348-693D-4C12-B924-68DD98041E25}" type="slidenum">
              <a:rPr lang="en-IN" smtClean="0"/>
              <a:t>‹#›</a:t>
            </a:fld>
            <a:endParaRPr lang="en-IN"/>
          </a:p>
        </p:txBody>
      </p:sp>
    </p:spTree>
    <p:extLst>
      <p:ext uri="{BB962C8B-B14F-4D97-AF65-F5344CB8AC3E}">
        <p14:creationId xmlns:p14="http://schemas.microsoft.com/office/powerpoint/2010/main" val="249097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062EC-31EC-97A2-523C-480949992E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B94BDFA-0B5E-4E8D-B485-E95B478E3B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7EE2575-A918-3F4D-0BC3-13AF2CE6D5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D98793-0B61-2E89-511D-0DB32D1BE2D5}"/>
              </a:ext>
            </a:extLst>
          </p:cNvPr>
          <p:cNvSpPr>
            <a:spLocks noGrp="1"/>
          </p:cNvSpPr>
          <p:nvPr>
            <p:ph type="dt" sz="half" idx="10"/>
          </p:nvPr>
        </p:nvSpPr>
        <p:spPr/>
        <p:txBody>
          <a:bodyPr/>
          <a:lstStyle/>
          <a:p>
            <a:fld id="{80E30C39-D057-4FD0-AE27-0EB06C3776D9}" type="datetimeFigureOut">
              <a:rPr lang="en-IN" smtClean="0"/>
              <a:t>01-02-2023</a:t>
            </a:fld>
            <a:endParaRPr lang="en-IN"/>
          </a:p>
        </p:txBody>
      </p:sp>
      <p:sp>
        <p:nvSpPr>
          <p:cNvPr id="6" name="Footer Placeholder 5">
            <a:extLst>
              <a:ext uri="{FF2B5EF4-FFF2-40B4-BE49-F238E27FC236}">
                <a16:creationId xmlns:a16="http://schemas.microsoft.com/office/drawing/2014/main" id="{ABB5E320-BA43-2A1F-EB41-007DFD8284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74DD84-D408-2595-03F6-39657E615778}"/>
              </a:ext>
            </a:extLst>
          </p:cNvPr>
          <p:cNvSpPr>
            <a:spLocks noGrp="1"/>
          </p:cNvSpPr>
          <p:nvPr>
            <p:ph type="sldNum" sz="quarter" idx="12"/>
          </p:nvPr>
        </p:nvSpPr>
        <p:spPr/>
        <p:txBody>
          <a:bodyPr/>
          <a:lstStyle/>
          <a:p>
            <a:fld id="{DDD9F348-693D-4C12-B924-68DD98041E25}" type="slidenum">
              <a:rPr lang="en-IN" smtClean="0"/>
              <a:t>‹#›</a:t>
            </a:fld>
            <a:endParaRPr lang="en-IN"/>
          </a:p>
        </p:txBody>
      </p:sp>
    </p:spTree>
    <p:extLst>
      <p:ext uri="{BB962C8B-B14F-4D97-AF65-F5344CB8AC3E}">
        <p14:creationId xmlns:p14="http://schemas.microsoft.com/office/powerpoint/2010/main" val="3102532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C86AF-1D82-5859-CC0D-6CCD3AF2F2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5256CBE-070C-E7C3-03D1-9A07662661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99D75D1-A4A7-BC73-4685-7704894948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3D4E94-ED1E-7758-CE80-67D317BCCB4A}"/>
              </a:ext>
            </a:extLst>
          </p:cNvPr>
          <p:cNvSpPr>
            <a:spLocks noGrp="1"/>
          </p:cNvSpPr>
          <p:nvPr>
            <p:ph type="dt" sz="half" idx="10"/>
          </p:nvPr>
        </p:nvSpPr>
        <p:spPr/>
        <p:txBody>
          <a:bodyPr/>
          <a:lstStyle/>
          <a:p>
            <a:fld id="{80E30C39-D057-4FD0-AE27-0EB06C3776D9}" type="datetimeFigureOut">
              <a:rPr lang="en-IN" smtClean="0"/>
              <a:t>01-02-2023</a:t>
            </a:fld>
            <a:endParaRPr lang="en-IN"/>
          </a:p>
        </p:txBody>
      </p:sp>
      <p:sp>
        <p:nvSpPr>
          <p:cNvPr id="6" name="Footer Placeholder 5">
            <a:extLst>
              <a:ext uri="{FF2B5EF4-FFF2-40B4-BE49-F238E27FC236}">
                <a16:creationId xmlns:a16="http://schemas.microsoft.com/office/drawing/2014/main" id="{C395EA68-FEBF-73A7-8DC1-BDD3B5967E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EB4B92-E999-FD0F-F12C-E61AE06CF48D}"/>
              </a:ext>
            </a:extLst>
          </p:cNvPr>
          <p:cNvSpPr>
            <a:spLocks noGrp="1"/>
          </p:cNvSpPr>
          <p:nvPr>
            <p:ph type="sldNum" sz="quarter" idx="12"/>
          </p:nvPr>
        </p:nvSpPr>
        <p:spPr/>
        <p:txBody>
          <a:bodyPr/>
          <a:lstStyle/>
          <a:p>
            <a:fld id="{DDD9F348-693D-4C12-B924-68DD98041E25}" type="slidenum">
              <a:rPr lang="en-IN" smtClean="0"/>
              <a:t>‹#›</a:t>
            </a:fld>
            <a:endParaRPr lang="en-IN"/>
          </a:p>
        </p:txBody>
      </p:sp>
    </p:spTree>
    <p:extLst>
      <p:ext uri="{BB962C8B-B14F-4D97-AF65-F5344CB8AC3E}">
        <p14:creationId xmlns:p14="http://schemas.microsoft.com/office/powerpoint/2010/main" val="3683958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188AF-3211-7DA6-06FA-107AB2E4AD8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3D4FBDB-2BAB-5E16-4F4D-8E2067F0F9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F26CF8-723C-01D5-9019-A285A5A74436}"/>
              </a:ext>
            </a:extLst>
          </p:cNvPr>
          <p:cNvSpPr>
            <a:spLocks noGrp="1"/>
          </p:cNvSpPr>
          <p:nvPr>
            <p:ph type="dt" sz="half" idx="10"/>
          </p:nvPr>
        </p:nvSpPr>
        <p:spPr/>
        <p:txBody>
          <a:bodyPr/>
          <a:lstStyle/>
          <a:p>
            <a:fld id="{80E30C39-D057-4FD0-AE27-0EB06C3776D9}" type="datetimeFigureOut">
              <a:rPr lang="en-IN" smtClean="0"/>
              <a:t>01-02-2023</a:t>
            </a:fld>
            <a:endParaRPr lang="en-IN"/>
          </a:p>
        </p:txBody>
      </p:sp>
      <p:sp>
        <p:nvSpPr>
          <p:cNvPr id="5" name="Footer Placeholder 4">
            <a:extLst>
              <a:ext uri="{FF2B5EF4-FFF2-40B4-BE49-F238E27FC236}">
                <a16:creationId xmlns:a16="http://schemas.microsoft.com/office/drawing/2014/main" id="{E3CB315B-9F09-091B-5AAE-86AE2A32A1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D0D281-AD33-FFC2-57A1-370DF9E2FC17}"/>
              </a:ext>
            </a:extLst>
          </p:cNvPr>
          <p:cNvSpPr>
            <a:spLocks noGrp="1"/>
          </p:cNvSpPr>
          <p:nvPr>
            <p:ph type="sldNum" sz="quarter" idx="12"/>
          </p:nvPr>
        </p:nvSpPr>
        <p:spPr/>
        <p:txBody>
          <a:bodyPr/>
          <a:lstStyle/>
          <a:p>
            <a:fld id="{DDD9F348-693D-4C12-B924-68DD98041E25}" type="slidenum">
              <a:rPr lang="en-IN" smtClean="0"/>
              <a:t>‹#›</a:t>
            </a:fld>
            <a:endParaRPr lang="en-IN"/>
          </a:p>
        </p:txBody>
      </p:sp>
    </p:spTree>
    <p:extLst>
      <p:ext uri="{BB962C8B-B14F-4D97-AF65-F5344CB8AC3E}">
        <p14:creationId xmlns:p14="http://schemas.microsoft.com/office/powerpoint/2010/main" val="317732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431F0F-997A-C830-6C22-E60C067A60C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E64E534-C8F0-014C-DAC0-C36CD6A1D0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9061B1-DE86-70F4-9336-3AAF0E9D3D3E}"/>
              </a:ext>
            </a:extLst>
          </p:cNvPr>
          <p:cNvSpPr>
            <a:spLocks noGrp="1"/>
          </p:cNvSpPr>
          <p:nvPr>
            <p:ph type="dt" sz="half" idx="10"/>
          </p:nvPr>
        </p:nvSpPr>
        <p:spPr/>
        <p:txBody>
          <a:bodyPr/>
          <a:lstStyle/>
          <a:p>
            <a:fld id="{80E30C39-D057-4FD0-AE27-0EB06C3776D9}" type="datetimeFigureOut">
              <a:rPr lang="en-IN" smtClean="0"/>
              <a:t>01-02-2023</a:t>
            </a:fld>
            <a:endParaRPr lang="en-IN"/>
          </a:p>
        </p:txBody>
      </p:sp>
      <p:sp>
        <p:nvSpPr>
          <p:cNvPr id="5" name="Footer Placeholder 4">
            <a:extLst>
              <a:ext uri="{FF2B5EF4-FFF2-40B4-BE49-F238E27FC236}">
                <a16:creationId xmlns:a16="http://schemas.microsoft.com/office/drawing/2014/main" id="{AD61BD4F-9048-EEF7-4CB5-07C56D0DE4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EDED98-4975-266C-18A9-37B6BF7848D6}"/>
              </a:ext>
            </a:extLst>
          </p:cNvPr>
          <p:cNvSpPr>
            <a:spLocks noGrp="1"/>
          </p:cNvSpPr>
          <p:nvPr>
            <p:ph type="sldNum" sz="quarter" idx="12"/>
          </p:nvPr>
        </p:nvSpPr>
        <p:spPr/>
        <p:txBody>
          <a:bodyPr/>
          <a:lstStyle/>
          <a:p>
            <a:fld id="{DDD9F348-693D-4C12-B924-68DD98041E25}" type="slidenum">
              <a:rPr lang="en-IN" smtClean="0"/>
              <a:t>‹#›</a:t>
            </a:fld>
            <a:endParaRPr lang="en-IN"/>
          </a:p>
        </p:txBody>
      </p:sp>
    </p:spTree>
    <p:extLst>
      <p:ext uri="{BB962C8B-B14F-4D97-AF65-F5344CB8AC3E}">
        <p14:creationId xmlns:p14="http://schemas.microsoft.com/office/powerpoint/2010/main" val="2182823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E65CEB-6E9E-6D15-381F-226A639822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92332C8-23D0-D17A-ABC5-58AA22B308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9535E4-8D9D-ED2E-511E-09190F8530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E30C39-D057-4FD0-AE27-0EB06C3776D9}" type="datetimeFigureOut">
              <a:rPr lang="en-IN" smtClean="0"/>
              <a:t>01-02-2023</a:t>
            </a:fld>
            <a:endParaRPr lang="en-IN"/>
          </a:p>
        </p:txBody>
      </p:sp>
      <p:sp>
        <p:nvSpPr>
          <p:cNvPr id="5" name="Footer Placeholder 4">
            <a:extLst>
              <a:ext uri="{FF2B5EF4-FFF2-40B4-BE49-F238E27FC236}">
                <a16:creationId xmlns:a16="http://schemas.microsoft.com/office/drawing/2014/main" id="{19740942-8EB9-379C-89C7-CBD8E6BBBB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A8ED378-FAE8-94C6-EA35-0AF2259BD7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D9F348-693D-4C12-B924-68DD98041E25}" type="slidenum">
              <a:rPr lang="en-IN" smtClean="0"/>
              <a:t>‹#›</a:t>
            </a:fld>
            <a:endParaRPr lang="en-IN"/>
          </a:p>
        </p:txBody>
      </p:sp>
    </p:spTree>
    <p:extLst>
      <p:ext uri="{BB962C8B-B14F-4D97-AF65-F5344CB8AC3E}">
        <p14:creationId xmlns:p14="http://schemas.microsoft.com/office/powerpoint/2010/main" val="3971551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3B268-7ACD-6EEA-4E21-B045684A59BE}"/>
              </a:ext>
            </a:extLst>
          </p:cNvPr>
          <p:cNvSpPr>
            <a:spLocks noGrp="1"/>
          </p:cNvSpPr>
          <p:nvPr>
            <p:ph type="ctrTitle"/>
          </p:nvPr>
        </p:nvSpPr>
        <p:spPr/>
        <p:txBody>
          <a:bodyPr/>
          <a:lstStyle/>
          <a:p>
            <a:r>
              <a:rPr lang="en-IN" b="1" dirty="0">
                <a:solidFill>
                  <a:srgbClr val="FF0000"/>
                </a:solidFill>
              </a:rPr>
              <a:t>ET TUTORIAL</a:t>
            </a:r>
          </a:p>
        </p:txBody>
      </p:sp>
      <p:sp>
        <p:nvSpPr>
          <p:cNvPr id="3" name="Subtitle 2">
            <a:extLst>
              <a:ext uri="{FF2B5EF4-FFF2-40B4-BE49-F238E27FC236}">
                <a16:creationId xmlns:a16="http://schemas.microsoft.com/office/drawing/2014/main" id="{D0E6966C-C1B1-4183-2E8D-34FADE6C00B6}"/>
              </a:ext>
            </a:extLst>
          </p:cNvPr>
          <p:cNvSpPr>
            <a:spLocks noGrp="1"/>
          </p:cNvSpPr>
          <p:nvPr>
            <p:ph type="subTitle" idx="1"/>
          </p:nvPr>
        </p:nvSpPr>
        <p:spPr/>
        <p:txBody>
          <a:bodyPr/>
          <a:lstStyle/>
          <a:p>
            <a:r>
              <a:rPr lang="en-IN" dirty="0"/>
              <a:t>Single Phase Transformer - Voltage regulation &amp; Efficiency</a:t>
            </a:r>
          </a:p>
        </p:txBody>
      </p:sp>
    </p:spTree>
    <p:extLst>
      <p:ext uri="{BB962C8B-B14F-4D97-AF65-F5344CB8AC3E}">
        <p14:creationId xmlns:p14="http://schemas.microsoft.com/office/powerpoint/2010/main" val="2318851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D3C1AF9-BE47-AF5D-CEC5-1CFAAA76BB2F}"/>
              </a:ext>
            </a:extLst>
          </p:cNvPr>
          <p:cNvSpPr txBox="1"/>
          <p:nvPr/>
        </p:nvSpPr>
        <p:spPr>
          <a:xfrm>
            <a:off x="7243281" y="6249871"/>
            <a:ext cx="4017195" cy="461665"/>
          </a:xfrm>
          <a:prstGeom prst="rect">
            <a:avLst/>
          </a:prstGeom>
          <a:noFill/>
        </p:spPr>
        <p:txBody>
          <a:bodyPr wrap="square" rtlCol="0">
            <a:spAutoFit/>
          </a:bodyPr>
          <a:lstStyle/>
          <a:p>
            <a:r>
              <a:rPr lang="en-IN" sz="2400" dirty="0"/>
              <a:t>Ans:</a:t>
            </a:r>
          </a:p>
        </p:txBody>
      </p:sp>
      <p:sp>
        <p:nvSpPr>
          <p:cNvPr id="5" name="Rectangle 5">
            <a:extLst>
              <a:ext uri="{FF2B5EF4-FFF2-40B4-BE49-F238E27FC236}">
                <a16:creationId xmlns:a16="http://schemas.microsoft.com/office/drawing/2014/main" id="{6DCE41E7-78B8-6AD8-11B8-FCAC4EF6F2C8}"/>
              </a:ext>
            </a:extLst>
          </p:cNvPr>
          <p:cNvSpPr>
            <a:spLocks noChangeArrowheads="1"/>
          </p:cNvSpPr>
          <p:nvPr/>
        </p:nvSpPr>
        <p:spPr bwMode="auto">
          <a:xfrm>
            <a:off x="303028" y="623518"/>
            <a:ext cx="1158594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lang="en-US" altLang="en-US" sz="3200" dirty="0">
                <a:solidFill>
                  <a:srgbClr val="242021"/>
                </a:solidFill>
                <a:latin typeface="Times New Roman" panose="02020603050405020304" pitchFamily="18" charset="0"/>
                <a:ea typeface="Calibri" panose="020F0502020204030204" pitchFamily="34" charset="0"/>
                <a:cs typeface="Times New Roman" panose="02020603050405020304" pitchFamily="18" charset="0"/>
              </a:rPr>
              <a:t>1</a:t>
            </a:r>
            <a:r>
              <a:rPr kumimoji="0" lang="en-US"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 A single phase t/f has a </a:t>
            </a:r>
            <a:r>
              <a:rPr kumimoji="0" lang="en-US" altLang="en-US" sz="3200" b="0" i="0" u="none" strike="noStrike" cap="none" normalizeH="0" baseline="0" dirty="0" err="1">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pu</a:t>
            </a:r>
            <a:r>
              <a:rPr kumimoji="0" lang="en-US"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 impedance of 0.1</a:t>
            </a:r>
            <a:r>
              <a:rPr lang="en-US" altLang="en-US" sz="3200" dirty="0">
                <a:solidFill>
                  <a:srgbClr val="242021"/>
                </a:solidFill>
                <a:latin typeface="Times New Roman" panose="02020603050405020304" pitchFamily="18" charset="0"/>
                <a:ea typeface="Calibri" panose="020F0502020204030204" pitchFamily="34" charset="0"/>
                <a:cs typeface="Times New Roman" panose="02020603050405020304" pitchFamily="18" charset="0"/>
              </a:rPr>
              <a:t> and a </a:t>
            </a:r>
            <a:r>
              <a:rPr lang="en-US" altLang="en-US" sz="3200" dirty="0" err="1">
                <a:solidFill>
                  <a:srgbClr val="242021"/>
                </a:solidFill>
                <a:latin typeface="Times New Roman" panose="02020603050405020304" pitchFamily="18" charset="0"/>
                <a:ea typeface="Calibri" panose="020F0502020204030204" pitchFamily="34" charset="0"/>
                <a:cs typeface="Times New Roman" panose="02020603050405020304" pitchFamily="18" charset="0"/>
              </a:rPr>
              <a:t>pu</a:t>
            </a:r>
            <a:r>
              <a:rPr lang="en-US" altLang="en-US" sz="3200" dirty="0">
                <a:solidFill>
                  <a:srgbClr val="242021"/>
                </a:solidFill>
                <a:latin typeface="Times New Roman" panose="02020603050405020304" pitchFamily="18" charset="0"/>
                <a:ea typeface="Calibri" panose="020F0502020204030204" pitchFamily="34" charset="0"/>
                <a:cs typeface="Times New Roman" panose="02020603050405020304" pitchFamily="18" charset="0"/>
              </a:rPr>
              <a:t> resistance of 0.01. Calculate the voltage regulation at (a) 0.8 pf lag and (b) 0.8 pf lead</a:t>
            </a: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145318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6212A7D8-64F7-A35F-3257-0833CECFA5B5}"/>
              </a:ext>
            </a:extLst>
          </p:cNvPr>
          <p:cNvSpPr>
            <a:spLocks noChangeArrowheads="1"/>
          </p:cNvSpPr>
          <p:nvPr/>
        </p:nvSpPr>
        <p:spPr bwMode="auto">
          <a:xfrm>
            <a:off x="303028" y="623518"/>
            <a:ext cx="1158594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2. A 10kVA 400/200V single phase t/f with a percentage resistance of 3%</a:t>
            </a:r>
            <a:r>
              <a:rPr lang="en-US" altLang="en-US" sz="3200" dirty="0">
                <a:solidFill>
                  <a:srgbClr val="242021"/>
                </a:solidFill>
                <a:latin typeface="Times New Roman" panose="02020603050405020304" pitchFamily="18" charset="0"/>
                <a:ea typeface="Calibri" panose="020F0502020204030204" pitchFamily="34" charset="0"/>
                <a:cs typeface="Times New Roman" panose="02020603050405020304" pitchFamily="18" charset="0"/>
              </a:rPr>
              <a:t> and a reactance of 6% is supplying a current of 50A to a resistive load. What is the value of the load voltage?</a:t>
            </a:r>
            <a:endParaRPr kumimoji="0" lang="en-US" altLang="en-US" sz="1600" b="0" i="0" u="none" strike="noStrike" cap="none" normalizeH="0" baseline="0" dirty="0">
              <a:ln>
                <a:noFill/>
              </a:ln>
              <a:solidFill>
                <a:schemeClr val="tx1"/>
              </a:solidFill>
              <a:effectLst/>
            </a:endParaRPr>
          </a:p>
        </p:txBody>
      </p:sp>
      <p:sp>
        <p:nvSpPr>
          <p:cNvPr id="5" name="TextBox 4">
            <a:extLst>
              <a:ext uri="{FF2B5EF4-FFF2-40B4-BE49-F238E27FC236}">
                <a16:creationId xmlns:a16="http://schemas.microsoft.com/office/drawing/2014/main" id="{7EBA3240-9DBC-C008-40C8-0F6C9151DD11}"/>
              </a:ext>
            </a:extLst>
          </p:cNvPr>
          <p:cNvSpPr txBox="1"/>
          <p:nvPr/>
        </p:nvSpPr>
        <p:spPr>
          <a:xfrm>
            <a:off x="7243281" y="6249871"/>
            <a:ext cx="4017195" cy="461665"/>
          </a:xfrm>
          <a:prstGeom prst="rect">
            <a:avLst/>
          </a:prstGeom>
          <a:noFill/>
        </p:spPr>
        <p:txBody>
          <a:bodyPr wrap="square" rtlCol="0">
            <a:spAutoFit/>
          </a:bodyPr>
          <a:lstStyle/>
          <a:p>
            <a:r>
              <a:rPr lang="en-IN" sz="2400" dirty="0"/>
              <a:t>Ans:</a:t>
            </a:r>
          </a:p>
        </p:txBody>
      </p:sp>
    </p:spTree>
    <p:extLst>
      <p:ext uri="{BB962C8B-B14F-4D97-AF65-F5344CB8AC3E}">
        <p14:creationId xmlns:p14="http://schemas.microsoft.com/office/powerpoint/2010/main" val="3211797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D3C1AF9-BE47-AF5D-CEC5-1CFAAA76BB2F}"/>
              </a:ext>
            </a:extLst>
          </p:cNvPr>
          <p:cNvSpPr txBox="1"/>
          <p:nvPr/>
        </p:nvSpPr>
        <p:spPr>
          <a:xfrm>
            <a:off x="7243281" y="6249871"/>
            <a:ext cx="4017195" cy="461665"/>
          </a:xfrm>
          <a:prstGeom prst="rect">
            <a:avLst/>
          </a:prstGeom>
          <a:noFill/>
        </p:spPr>
        <p:txBody>
          <a:bodyPr wrap="square" rtlCol="0">
            <a:spAutoFit/>
          </a:bodyPr>
          <a:lstStyle/>
          <a:p>
            <a:r>
              <a:rPr lang="en-IN" sz="2400" dirty="0"/>
              <a:t>Ans:</a:t>
            </a:r>
          </a:p>
        </p:txBody>
      </p:sp>
      <p:sp>
        <p:nvSpPr>
          <p:cNvPr id="5" name="Rectangle 5">
            <a:extLst>
              <a:ext uri="{FF2B5EF4-FFF2-40B4-BE49-F238E27FC236}">
                <a16:creationId xmlns:a16="http://schemas.microsoft.com/office/drawing/2014/main" id="{6DCE41E7-78B8-6AD8-11B8-FCAC4EF6F2C8}"/>
              </a:ext>
            </a:extLst>
          </p:cNvPr>
          <p:cNvSpPr>
            <a:spLocks noChangeArrowheads="1"/>
          </p:cNvSpPr>
          <p:nvPr/>
        </p:nvSpPr>
        <p:spPr bwMode="auto">
          <a:xfrm>
            <a:off x="179738" y="499510"/>
            <a:ext cx="1158594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altLang="en-US" sz="3200" dirty="0">
                <a:solidFill>
                  <a:srgbClr val="242021"/>
                </a:solidFill>
                <a:latin typeface="Times New Roman" panose="02020603050405020304" pitchFamily="18" charset="0"/>
                <a:ea typeface="Calibri" panose="020F0502020204030204" pitchFamily="34" charset="0"/>
                <a:cs typeface="Times New Roman" panose="02020603050405020304" pitchFamily="18" charset="0"/>
              </a:rPr>
              <a:t>3</a:t>
            </a:r>
            <a:r>
              <a:rPr kumimoji="0" lang="en-US"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1600" b="0" i="0" u="none" strike="noStrike" cap="none" normalizeH="0" dirty="0">
              <a:ln>
                <a:noFill/>
              </a:ln>
              <a:solidFill>
                <a:schemeClr val="tx1"/>
              </a:solidFill>
              <a:effectLst/>
            </a:endParaRPr>
          </a:p>
        </p:txBody>
      </p:sp>
      <p:pic>
        <p:nvPicPr>
          <p:cNvPr id="3" name="Picture 2">
            <a:extLst>
              <a:ext uri="{FF2B5EF4-FFF2-40B4-BE49-F238E27FC236}">
                <a16:creationId xmlns:a16="http://schemas.microsoft.com/office/drawing/2014/main" id="{ED4252F7-0F3A-A267-C58C-5FC637793129}"/>
              </a:ext>
            </a:extLst>
          </p:cNvPr>
          <p:cNvPicPr>
            <a:picLocks noChangeAspect="1"/>
          </p:cNvPicPr>
          <p:nvPr/>
        </p:nvPicPr>
        <p:blipFill>
          <a:blip r:embed="rId2"/>
          <a:stretch>
            <a:fillRect/>
          </a:stretch>
        </p:blipFill>
        <p:spPr>
          <a:xfrm>
            <a:off x="0" y="1177603"/>
            <a:ext cx="11818930" cy="1842999"/>
          </a:xfrm>
          <a:prstGeom prst="rect">
            <a:avLst/>
          </a:prstGeom>
        </p:spPr>
      </p:pic>
    </p:spTree>
    <p:extLst>
      <p:ext uri="{BB962C8B-B14F-4D97-AF65-F5344CB8AC3E}">
        <p14:creationId xmlns:p14="http://schemas.microsoft.com/office/powerpoint/2010/main" val="1779194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D3C1AF9-BE47-AF5D-CEC5-1CFAAA76BB2F}"/>
              </a:ext>
            </a:extLst>
          </p:cNvPr>
          <p:cNvSpPr txBox="1"/>
          <p:nvPr/>
        </p:nvSpPr>
        <p:spPr>
          <a:xfrm>
            <a:off x="7243281" y="6249871"/>
            <a:ext cx="4017195" cy="461665"/>
          </a:xfrm>
          <a:prstGeom prst="rect">
            <a:avLst/>
          </a:prstGeom>
          <a:noFill/>
        </p:spPr>
        <p:txBody>
          <a:bodyPr wrap="square" rtlCol="0">
            <a:spAutoFit/>
          </a:bodyPr>
          <a:lstStyle/>
          <a:p>
            <a:r>
              <a:rPr lang="en-IN" sz="2400" dirty="0"/>
              <a:t>Ans:</a:t>
            </a:r>
          </a:p>
        </p:txBody>
      </p:sp>
      <p:sp>
        <p:nvSpPr>
          <p:cNvPr id="5" name="Rectangle 5">
            <a:extLst>
              <a:ext uri="{FF2B5EF4-FFF2-40B4-BE49-F238E27FC236}">
                <a16:creationId xmlns:a16="http://schemas.microsoft.com/office/drawing/2014/main" id="{6DCE41E7-78B8-6AD8-11B8-FCAC4EF6F2C8}"/>
              </a:ext>
            </a:extLst>
          </p:cNvPr>
          <p:cNvSpPr>
            <a:spLocks noChangeArrowheads="1"/>
          </p:cNvSpPr>
          <p:nvPr/>
        </p:nvSpPr>
        <p:spPr bwMode="auto">
          <a:xfrm>
            <a:off x="190012" y="304302"/>
            <a:ext cx="1158594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kumimoji="0" lang="en-US"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4.</a:t>
            </a:r>
            <a:endParaRPr kumimoji="0" lang="en-US" altLang="en-US" sz="1600" b="0" i="0" u="none" strike="noStrike" cap="none" normalizeH="0" dirty="0">
              <a:ln>
                <a:noFill/>
              </a:ln>
              <a:solidFill>
                <a:schemeClr val="tx1"/>
              </a:solidFill>
              <a:effectLst/>
            </a:endParaRPr>
          </a:p>
        </p:txBody>
      </p:sp>
      <p:sp>
        <p:nvSpPr>
          <p:cNvPr id="8" name="Rectangle 6">
            <a:extLst>
              <a:ext uri="{FF2B5EF4-FFF2-40B4-BE49-F238E27FC236}">
                <a16:creationId xmlns:a16="http://schemas.microsoft.com/office/drawing/2014/main" id="{84779180-86F0-700C-F35E-C077E4F3D10D}"/>
              </a:ext>
            </a:extLst>
          </p:cNvPr>
          <p:cNvSpPr>
            <a:spLocks noChangeArrowheads="1"/>
          </p:cNvSpPr>
          <p:nvPr/>
        </p:nvSpPr>
        <p:spPr bwMode="auto">
          <a:xfrm>
            <a:off x="1147281" y="44186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 name="Picture 2">
            <a:extLst>
              <a:ext uri="{FF2B5EF4-FFF2-40B4-BE49-F238E27FC236}">
                <a16:creationId xmlns:a16="http://schemas.microsoft.com/office/drawing/2014/main" id="{2B39DE3F-24CB-D667-65DB-F5A26F502EA3}"/>
              </a:ext>
            </a:extLst>
          </p:cNvPr>
          <p:cNvPicPr>
            <a:picLocks noChangeAspect="1"/>
          </p:cNvPicPr>
          <p:nvPr/>
        </p:nvPicPr>
        <p:blipFill>
          <a:blip r:embed="rId2"/>
          <a:stretch>
            <a:fillRect/>
          </a:stretch>
        </p:blipFill>
        <p:spPr>
          <a:xfrm>
            <a:off x="106840" y="889076"/>
            <a:ext cx="11961684" cy="3056200"/>
          </a:xfrm>
          <a:prstGeom prst="rect">
            <a:avLst/>
          </a:prstGeom>
        </p:spPr>
      </p:pic>
    </p:spTree>
    <p:extLst>
      <p:ext uri="{BB962C8B-B14F-4D97-AF65-F5344CB8AC3E}">
        <p14:creationId xmlns:p14="http://schemas.microsoft.com/office/powerpoint/2010/main" val="2524092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6DCE41E7-78B8-6AD8-11B8-FCAC4EF6F2C8}"/>
              </a:ext>
            </a:extLst>
          </p:cNvPr>
          <p:cNvSpPr>
            <a:spLocks noChangeArrowheads="1"/>
          </p:cNvSpPr>
          <p:nvPr/>
        </p:nvSpPr>
        <p:spPr bwMode="auto">
          <a:xfrm>
            <a:off x="138642" y="269747"/>
            <a:ext cx="11585944" cy="530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a:lnSpc>
                <a:spcPct val="107000"/>
              </a:lnSpc>
            </a:pPr>
            <a:r>
              <a:rPr kumimoji="0" lang="en-US" altLang="en-US" sz="28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5.</a:t>
            </a:r>
            <a:endParaRPr kumimoji="0" lang="en-US" altLang="en-US" sz="1400" b="0" i="0" u="none" strike="noStrike" cap="none" normalizeH="0" baseline="0" dirty="0">
              <a:ln>
                <a:noFill/>
              </a:ln>
              <a:solidFill>
                <a:schemeClr val="tx1"/>
              </a:solidFill>
              <a:effectLst/>
            </a:endParaRPr>
          </a:p>
        </p:txBody>
      </p:sp>
      <p:sp>
        <p:nvSpPr>
          <p:cNvPr id="8" name="Rectangle 6">
            <a:extLst>
              <a:ext uri="{FF2B5EF4-FFF2-40B4-BE49-F238E27FC236}">
                <a16:creationId xmlns:a16="http://schemas.microsoft.com/office/drawing/2014/main" id="{84779180-86F0-700C-F35E-C077E4F3D10D}"/>
              </a:ext>
            </a:extLst>
          </p:cNvPr>
          <p:cNvSpPr>
            <a:spLocks noChangeArrowheads="1"/>
          </p:cNvSpPr>
          <p:nvPr/>
        </p:nvSpPr>
        <p:spPr bwMode="auto">
          <a:xfrm>
            <a:off x="1147281" y="44186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 name="Picture 2">
            <a:extLst>
              <a:ext uri="{FF2B5EF4-FFF2-40B4-BE49-F238E27FC236}">
                <a16:creationId xmlns:a16="http://schemas.microsoft.com/office/drawing/2014/main" id="{09FFD255-6591-7DBB-6AD9-D985DED55D89}"/>
              </a:ext>
            </a:extLst>
          </p:cNvPr>
          <p:cNvPicPr>
            <a:picLocks noChangeAspect="1"/>
          </p:cNvPicPr>
          <p:nvPr/>
        </p:nvPicPr>
        <p:blipFill>
          <a:blip r:embed="rId2"/>
          <a:stretch>
            <a:fillRect/>
          </a:stretch>
        </p:blipFill>
        <p:spPr>
          <a:xfrm>
            <a:off x="138642" y="800341"/>
            <a:ext cx="11892517" cy="3618259"/>
          </a:xfrm>
          <a:prstGeom prst="rect">
            <a:avLst/>
          </a:prstGeom>
        </p:spPr>
      </p:pic>
    </p:spTree>
    <p:extLst>
      <p:ext uri="{BB962C8B-B14F-4D97-AF65-F5344CB8AC3E}">
        <p14:creationId xmlns:p14="http://schemas.microsoft.com/office/powerpoint/2010/main" val="388396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D3C1AF9-BE47-AF5D-CEC5-1CFAAA76BB2F}"/>
              </a:ext>
            </a:extLst>
          </p:cNvPr>
          <p:cNvSpPr txBox="1"/>
          <p:nvPr/>
        </p:nvSpPr>
        <p:spPr>
          <a:xfrm>
            <a:off x="5732980" y="5471941"/>
            <a:ext cx="6209015" cy="461665"/>
          </a:xfrm>
          <a:prstGeom prst="rect">
            <a:avLst/>
          </a:prstGeom>
          <a:noFill/>
        </p:spPr>
        <p:txBody>
          <a:bodyPr wrap="square" rtlCol="0">
            <a:spAutoFit/>
          </a:bodyPr>
          <a:lstStyle/>
          <a:p>
            <a:r>
              <a:rPr lang="en-IN" sz="2400" dirty="0"/>
              <a:t>Ans:</a:t>
            </a:r>
          </a:p>
        </p:txBody>
      </p:sp>
      <p:sp>
        <p:nvSpPr>
          <p:cNvPr id="5" name="Rectangle 5">
            <a:extLst>
              <a:ext uri="{FF2B5EF4-FFF2-40B4-BE49-F238E27FC236}">
                <a16:creationId xmlns:a16="http://schemas.microsoft.com/office/drawing/2014/main" id="{6DCE41E7-78B8-6AD8-11B8-FCAC4EF6F2C8}"/>
              </a:ext>
            </a:extLst>
          </p:cNvPr>
          <p:cNvSpPr>
            <a:spLocks noChangeArrowheads="1"/>
          </p:cNvSpPr>
          <p:nvPr/>
        </p:nvSpPr>
        <p:spPr bwMode="auto">
          <a:xfrm>
            <a:off x="190012" y="185730"/>
            <a:ext cx="11585944" cy="1452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a:lnSpc>
                <a:spcPct val="107000"/>
              </a:lnSpc>
            </a:pPr>
            <a:r>
              <a:rPr lang="en-US" altLang="en-US" sz="2800" dirty="0">
                <a:solidFill>
                  <a:srgbClr val="242021"/>
                </a:solidFill>
                <a:latin typeface="Times New Roman" panose="02020603050405020304" pitchFamily="18" charset="0"/>
                <a:ea typeface="Calibri" panose="020F0502020204030204" pitchFamily="34" charset="0"/>
                <a:cs typeface="Times New Roman" panose="02020603050405020304" pitchFamily="18" charset="0"/>
              </a:rPr>
              <a:t>6</a:t>
            </a:r>
            <a:r>
              <a:rPr kumimoji="0" lang="en-US" altLang="en-US" sz="28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 A 20kVA 2000/200V 50Hz t/f has its LV side loaded fully at 0.8 pf lag. What is the maximum efficiency at this power factor and at what </a:t>
            </a:r>
            <a:r>
              <a:rPr kumimoji="0" lang="en-US" altLang="en-US" sz="2800" b="0" i="0" u="none" strike="noStrike" cap="none" normalizeH="0" baseline="0" dirty="0" err="1">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pu</a:t>
            </a:r>
            <a:r>
              <a:rPr kumimoji="0" lang="en-US" altLang="en-US" sz="28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 load is it achieved? </a:t>
            </a:r>
            <a:endParaRPr kumimoji="0" lang="en-US" altLang="en-US" sz="1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719633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D3C1AF9-BE47-AF5D-CEC5-1CFAAA76BB2F}"/>
              </a:ext>
            </a:extLst>
          </p:cNvPr>
          <p:cNvSpPr txBox="1"/>
          <p:nvPr/>
        </p:nvSpPr>
        <p:spPr>
          <a:xfrm>
            <a:off x="6852863" y="5746437"/>
            <a:ext cx="4798031" cy="830997"/>
          </a:xfrm>
          <a:prstGeom prst="rect">
            <a:avLst/>
          </a:prstGeom>
          <a:noFill/>
        </p:spPr>
        <p:txBody>
          <a:bodyPr wrap="square" rtlCol="0">
            <a:spAutoFit/>
          </a:bodyPr>
          <a:lstStyle/>
          <a:p>
            <a:r>
              <a:rPr lang="en-IN" sz="2400" dirty="0"/>
              <a:t>Ans: (a) Pi = 9.87 kW, </a:t>
            </a:r>
            <a:r>
              <a:rPr lang="en-IN" sz="2400" dirty="0" err="1"/>
              <a:t>Pcu</a:t>
            </a:r>
            <a:r>
              <a:rPr lang="en-IN" sz="2400" dirty="0"/>
              <a:t> = 16.45 kW</a:t>
            </a:r>
          </a:p>
          <a:p>
            <a:r>
              <a:rPr lang="en-IN" sz="2400" dirty="0"/>
              <a:t>(b) </a:t>
            </a:r>
            <a:r>
              <a:rPr lang="el-GR" sz="2400" dirty="0"/>
              <a:t>η</a:t>
            </a:r>
            <a:r>
              <a:rPr lang="en-IN" sz="2400" dirty="0"/>
              <a:t> = 95.14%</a:t>
            </a:r>
          </a:p>
        </p:txBody>
      </p:sp>
      <p:sp>
        <p:nvSpPr>
          <p:cNvPr id="5" name="Rectangle 5">
            <a:extLst>
              <a:ext uri="{FF2B5EF4-FFF2-40B4-BE49-F238E27FC236}">
                <a16:creationId xmlns:a16="http://schemas.microsoft.com/office/drawing/2014/main" id="{6DCE41E7-78B8-6AD8-11B8-FCAC4EF6F2C8}"/>
              </a:ext>
            </a:extLst>
          </p:cNvPr>
          <p:cNvSpPr>
            <a:spLocks noChangeArrowheads="1"/>
          </p:cNvSpPr>
          <p:nvPr/>
        </p:nvSpPr>
        <p:spPr bwMode="auto">
          <a:xfrm>
            <a:off x="303028" y="377300"/>
            <a:ext cx="11585944"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altLang="en-US" sz="3200" dirty="0">
                <a:solidFill>
                  <a:srgbClr val="242021"/>
                </a:solidFill>
                <a:latin typeface="Times New Roman" panose="02020603050405020304" pitchFamily="18" charset="0"/>
                <a:ea typeface="Calibri" panose="020F0502020204030204" pitchFamily="34" charset="0"/>
                <a:cs typeface="Times New Roman" panose="02020603050405020304" pitchFamily="18" charset="0"/>
              </a:rPr>
              <a:t>7</a:t>
            </a:r>
            <a:r>
              <a:rPr kumimoji="0" lang="en-US"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IN"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A 500 kVA t/f has an efficiency of 95% at full load and also at 60% of full load, both at </a:t>
            </a:r>
            <a:r>
              <a:rPr kumimoji="0" lang="en-IN" altLang="en-US" sz="3200" b="0" i="1" u="none" strike="noStrike" cap="none" normalizeH="0" baseline="0" dirty="0" err="1">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upf</a:t>
            </a:r>
            <a:r>
              <a:rPr kumimoji="0" lang="en-IN"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a:t>
            </a:r>
          </a:p>
          <a:p>
            <a:pPr marL="514350" lvl="0" indent="-514350" algn="just" eaLnBrk="0" fontAlgn="base" hangingPunct="0">
              <a:spcBef>
                <a:spcPct val="0"/>
              </a:spcBef>
              <a:spcAft>
                <a:spcPct val="0"/>
              </a:spcAft>
              <a:buAutoNum type="alphaLcParenBoth"/>
            </a:pPr>
            <a:r>
              <a:rPr lang="en-IN" altLang="en-US" sz="3200" dirty="0">
                <a:solidFill>
                  <a:srgbClr val="242021"/>
                </a:solidFill>
                <a:latin typeface="Times New Roman" panose="02020603050405020304" pitchFamily="18" charset="0"/>
                <a:ea typeface="Calibri" panose="020F0502020204030204" pitchFamily="34" charset="0"/>
                <a:cs typeface="Times New Roman" panose="02020603050405020304" pitchFamily="18" charset="0"/>
              </a:rPr>
              <a:t>Separate out the losses of the transformer.</a:t>
            </a:r>
          </a:p>
          <a:p>
            <a:pPr marL="342900" lvl="0" indent="-342900" algn="just" eaLnBrk="0" fontAlgn="base" hangingPunct="0">
              <a:spcBef>
                <a:spcPct val="0"/>
              </a:spcBef>
              <a:spcAft>
                <a:spcPct val="0"/>
              </a:spcAft>
              <a:buAutoNum type="alphaLcParenBoth"/>
            </a:pPr>
            <a:r>
              <a:rPr lang="en-IN" altLang="en-US" sz="3200" dirty="0">
                <a:solidFill>
                  <a:srgbClr val="242021"/>
                </a:solidFill>
                <a:latin typeface="Times New Roman" panose="02020603050405020304" pitchFamily="18" charset="0"/>
                <a:ea typeface="Calibri" panose="020F0502020204030204" pitchFamily="34" charset="0"/>
                <a:cs typeface="Times New Roman" panose="02020603050405020304" pitchFamily="18" charset="0"/>
              </a:rPr>
              <a:t> Determine the efficiency at 3/4</a:t>
            </a:r>
            <a:r>
              <a:rPr lang="en-IN" altLang="en-US" sz="3200" baseline="30000" dirty="0">
                <a:solidFill>
                  <a:srgbClr val="242021"/>
                </a:solidFill>
                <a:latin typeface="Times New Roman" panose="02020603050405020304" pitchFamily="18" charset="0"/>
                <a:ea typeface="Calibri" panose="020F0502020204030204" pitchFamily="34" charset="0"/>
                <a:cs typeface="Times New Roman" panose="02020603050405020304" pitchFamily="18" charset="0"/>
              </a:rPr>
              <a:t>th</a:t>
            </a:r>
            <a:r>
              <a:rPr lang="en-IN" altLang="en-US" sz="3200" dirty="0">
                <a:solidFill>
                  <a:srgbClr val="242021"/>
                </a:solidFill>
                <a:latin typeface="Times New Roman" panose="02020603050405020304" pitchFamily="18" charset="0"/>
                <a:ea typeface="Calibri" panose="020F0502020204030204" pitchFamily="34" charset="0"/>
                <a:cs typeface="Times New Roman" panose="02020603050405020304" pitchFamily="18" charset="0"/>
              </a:rPr>
              <a:t> full load.</a:t>
            </a:r>
            <a:endParaRPr kumimoji="0" lang="en-US" altLang="en-US" sz="1600" b="0" i="0" u="none" strike="noStrike" cap="none" normalizeH="0" dirty="0">
              <a:ln>
                <a:noFill/>
              </a:ln>
              <a:solidFill>
                <a:schemeClr val="tx1"/>
              </a:solidFill>
              <a:effectLst/>
            </a:endParaRPr>
          </a:p>
        </p:txBody>
      </p:sp>
    </p:spTree>
    <p:extLst>
      <p:ext uri="{BB962C8B-B14F-4D97-AF65-F5344CB8AC3E}">
        <p14:creationId xmlns:p14="http://schemas.microsoft.com/office/powerpoint/2010/main" val="3902915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D3C1AF9-BE47-AF5D-CEC5-1CFAAA76BB2F}"/>
              </a:ext>
            </a:extLst>
          </p:cNvPr>
          <p:cNvSpPr txBox="1"/>
          <p:nvPr/>
        </p:nvSpPr>
        <p:spPr>
          <a:xfrm>
            <a:off x="6822041" y="5746437"/>
            <a:ext cx="4798031" cy="830997"/>
          </a:xfrm>
          <a:prstGeom prst="rect">
            <a:avLst/>
          </a:prstGeom>
          <a:noFill/>
        </p:spPr>
        <p:txBody>
          <a:bodyPr wrap="square" rtlCol="0">
            <a:spAutoFit/>
          </a:bodyPr>
          <a:lstStyle/>
          <a:p>
            <a:r>
              <a:rPr lang="en-IN" sz="2400" dirty="0"/>
              <a:t>Ans: Volt </a:t>
            </a:r>
            <a:r>
              <a:rPr lang="en-IN" sz="2400" dirty="0" err="1"/>
              <a:t>regn</a:t>
            </a:r>
            <a:r>
              <a:rPr lang="en-IN" sz="2400" dirty="0"/>
              <a:t> = 2.4%, </a:t>
            </a:r>
            <a:r>
              <a:rPr lang="el-GR" sz="2400" dirty="0"/>
              <a:t>η</a:t>
            </a:r>
            <a:r>
              <a:rPr lang="en-IN" sz="2400" dirty="0"/>
              <a:t> = 98.2%</a:t>
            </a:r>
          </a:p>
          <a:p>
            <a:r>
              <a:rPr lang="en-IN" sz="2400" dirty="0"/>
              <a:t>I</a:t>
            </a:r>
            <a:r>
              <a:rPr lang="en-IN" sz="2400" baseline="-25000" dirty="0"/>
              <a:t>HV</a:t>
            </a:r>
            <a:r>
              <a:rPr lang="en-IN" sz="2400" dirty="0"/>
              <a:t> = 63.63A, pf = 0.79 lag</a:t>
            </a:r>
          </a:p>
        </p:txBody>
      </p:sp>
      <p:sp>
        <p:nvSpPr>
          <p:cNvPr id="5" name="Rectangle 5">
            <a:extLst>
              <a:ext uri="{FF2B5EF4-FFF2-40B4-BE49-F238E27FC236}">
                <a16:creationId xmlns:a16="http://schemas.microsoft.com/office/drawing/2014/main" id="{6DCE41E7-78B8-6AD8-11B8-FCAC4EF6F2C8}"/>
              </a:ext>
            </a:extLst>
          </p:cNvPr>
          <p:cNvSpPr>
            <a:spLocks noChangeArrowheads="1"/>
          </p:cNvSpPr>
          <p:nvPr/>
        </p:nvSpPr>
        <p:spPr bwMode="auto">
          <a:xfrm>
            <a:off x="138642" y="280566"/>
            <a:ext cx="11585944"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kumimoji="0" lang="en-US"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8. </a:t>
            </a:r>
            <a:r>
              <a:rPr kumimoji="0" lang="en-IN"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For the 150 kVA, 2400/240V t/f whose circuit parameters are given as </a:t>
            </a:r>
            <a:r>
              <a:rPr kumimoji="0" lang="en-US"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R1 = 0.2</a:t>
            </a:r>
            <a:r>
              <a:rPr kumimoji="0" lang="el-GR"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Ω</a:t>
            </a:r>
            <a:r>
              <a:rPr kumimoji="0" lang="en-US"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 R2 = 0.002</a:t>
            </a:r>
            <a:r>
              <a:rPr kumimoji="0" lang="el-GR"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 Ω</a:t>
            </a:r>
            <a:r>
              <a:rPr kumimoji="0" lang="en-US"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 X1 = 0.45</a:t>
            </a:r>
            <a:r>
              <a:rPr kumimoji="0" lang="el-GR"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Ω</a:t>
            </a:r>
            <a:r>
              <a:rPr kumimoji="0" lang="en-US"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 X2 = 0.0045</a:t>
            </a:r>
            <a:r>
              <a:rPr kumimoji="0" lang="el-GR"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 Ω</a:t>
            </a:r>
            <a:r>
              <a:rPr kumimoji="0" lang="en-US"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 Ri = 10 k</a:t>
            </a:r>
            <a:r>
              <a:rPr kumimoji="0" lang="el-GR"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 Ω</a:t>
            </a:r>
            <a:r>
              <a:rPr kumimoji="0" lang="en-US"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3200" b="0" i="0" u="none" strike="noStrike" cap="none" normalizeH="0" baseline="0" dirty="0" err="1">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Xm</a:t>
            </a:r>
            <a:r>
              <a:rPr kumimoji="0" lang="en-US"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 = 1.6 k</a:t>
            </a:r>
            <a:r>
              <a:rPr kumimoji="0" lang="el-GR"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 Ω</a:t>
            </a:r>
            <a:r>
              <a:rPr kumimoji="0" lang="en-US" altLang="en-US" sz="3200" b="0" i="0" u="none" strike="noStrike" cap="none" normalizeH="0" baseline="0" dirty="0">
                <a:ln>
                  <a:noFill/>
                </a:ln>
                <a:solidFill>
                  <a:srgbClr val="242021"/>
                </a:solidFill>
                <a:effectLst/>
                <a:latin typeface="Times New Roman" panose="02020603050405020304" pitchFamily="18" charset="0"/>
                <a:ea typeface="Calibri" panose="020F0502020204030204" pitchFamily="34" charset="0"/>
                <a:cs typeface="Times New Roman" panose="02020603050405020304" pitchFamily="18" charset="0"/>
              </a:rPr>
              <a:t> (as seen from 2400-V side). Draw the equivalent circuit as seen from the HV side and therefore determine the voltage regulation. Determine the efficiency when the transformer is supplying full load at 0.8pf lag on the secondary side at rated voltage. Under these conditions calculate the HV side current and its pf. </a:t>
            </a:r>
            <a:endParaRPr kumimoji="0" lang="en-US" altLang="en-US" sz="1600" b="0" i="0" u="none" strike="noStrike" cap="none" normalizeH="0" dirty="0">
              <a:ln>
                <a:noFill/>
              </a:ln>
              <a:solidFill>
                <a:schemeClr val="tx1"/>
              </a:solidFill>
              <a:effectLst/>
            </a:endParaRPr>
          </a:p>
        </p:txBody>
      </p:sp>
    </p:spTree>
    <p:extLst>
      <p:ext uri="{BB962C8B-B14F-4D97-AF65-F5344CB8AC3E}">
        <p14:creationId xmlns:p14="http://schemas.microsoft.com/office/powerpoint/2010/main" val="2010918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595</TotalTime>
  <Words>338</Words>
  <Application>Microsoft Office PowerPoint</Application>
  <PresentationFormat>Widescreen</PresentationFormat>
  <Paragraphs>21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ET TUTORIAL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 TUTORIAL</dc:title>
  <dc:creator>chandra MVSS</dc:creator>
  <cp:lastModifiedBy>chandra MVSS</cp:lastModifiedBy>
  <cp:revision>31</cp:revision>
  <dcterms:created xsi:type="dcterms:W3CDTF">2022-12-13T08:54:59Z</dcterms:created>
  <dcterms:modified xsi:type="dcterms:W3CDTF">2023-02-01T08:06:00Z</dcterms:modified>
</cp:coreProperties>
</file>