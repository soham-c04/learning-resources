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6" r:id="rId8"/>
    <p:sldId id="261" r:id="rId9"/>
    <p:sldId id="262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C330-FC7C-8E63-1588-655C61163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2B9EF-79DB-56CE-212C-97AE14618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18B9D-1F18-52D8-6577-30062739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C8D71-5AA6-4235-103A-57FEBC5A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4019F-3BB5-861A-38B1-A3E09AAF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99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0DA3-267A-64E5-045A-5EA6DF26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495F-D1DB-360C-45AE-65E7AA1DA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902E2-FEA1-0B84-1A28-0E4536F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D03F5-010C-3A05-7945-53FBE0B2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83856-786B-E6CC-C5D7-5C571497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4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34D9-BE51-1003-2A4F-5789AA1C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6F246-1F4E-3090-5170-81631350F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C5925-E312-BD88-9134-69F313AD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18327-97E4-C926-43DD-2E6A0C40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70054-7B88-236B-1E26-E4BB8F6D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29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6D27-D7A6-DCD2-3E34-22EE99C5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7691E-8B56-242B-0DA6-76181F5D1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BFE43-DCCD-448A-696D-EF215528F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F79EF-66C0-1221-7A4F-775D20C1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7EE41-915C-DEBC-1A9C-B423226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C62EC-B95B-6EF9-9F7A-8969F490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6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4D7D-F14C-595F-264A-8302A086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F06AF-6085-5073-FE53-A3D01700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894E3-B4D5-55F5-EF72-00D60B37E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5BA90-A71E-F677-C32B-124BA350D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60A60-9AD5-19B1-5F3D-209533959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8E39D-E928-2613-A8C7-FAF573B0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DF77B-B925-C443-04A0-C0AFC179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D37EA-2CD1-48FB-23D8-380FECA9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A6AA-AAD0-8907-5606-E060BF1C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BBBFB8-692A-F67E-1674-04E32794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132B5-BA9B-A409-4FF3-34414973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D0AB0-E84C-68C1-2560-9C1AB6F1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697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AB3E3-E0CE-79C0-4E66-75A8CABF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18ADEF-46C7-DD4D-0B71-1E4DA2562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D672B-8711-5D0F-ED41-D14BF96D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10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0885-C5D1-D723-5636-20AB742A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A13B-EEE4-496E-8E6D-E3D2F627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14DB9-F0EF-6FEB-0BCB-4529A03CC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877A4-7B9D-E9DD-9147-4405743D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4078B-3B0B-7F58-E4B9-D9330B35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68EE5-B3E1-13A1-CAEC-74144A93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78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7602-B8F1-1678-64C8-D075F62E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758BD-D79F-0DE8-50FC-B04E868E2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9CA4B-163A-2531-9B59-1FB9A3349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34BB7-5D62-29A5-CA1D-42B23695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FFB04-9EEC-29E1-5DB2-563566A1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FBC6D-D714-6470-112A-FC17CDFF7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9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4D37-A879-E31B-E504-AAE52034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E0801-8512-42F6-64F8-93D6F36A8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8B8A7-BEAA-6E1B-CD25-8FE84F3D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C41D0-860F-81DA-21BC-465240AF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E3012-9F98-C7DA-3E70-57F264B0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6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06D84-11CA-824C-CF36-88C56644B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5F02E-F7CF-3375-C697-C141579F8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6493-F3FA-517A-B0BB-D0F4D0A2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B1007-E0FD-4994-BC5A-49015EB9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9C7EC-8F88-60CD-C56D-DB63FBF3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0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0BF72-4BAC-DA18-B871-6938F68F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862F9-0CB7-CF96-23FF-BF45B892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D86D2-E398-ED78-C43F-355DC2310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4FBA4-12E3-42A9-8D00-85081CB2D0B5}" type="datetimeFigureOut">
              <a:rPr lang="en-IN" smtClean="0"/>
              <a:t>30-11-2022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DC623-815B-CDCF-75B2-4E653D526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64868-8DC3-3C5B-EA8C-6A2F75D91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33008-E1BB-49CE-8DC5-CE7F62CDFD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1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9B63-9F96-47E2-8AD5-0DCFBDEDAD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b="1" dirty="0">
                <a:solidFill>
                  <a:srgbClr val="FF0000"/>
                </a:solidFill>
              </a:rPr>
              <a:t>ET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C3FF7-9C21-B622-2686-04AC013EF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0C0"/>
                </a:solidFill>
              </a:rPr>
              <a:t>Nodal Analysis</a:t>
            </a:r>
          </a:p>
        </p:txBody>
      </p:sp>
    </p:spTree>
    <p:extLst>
      <p:ext uri="{BB962C8B-B14F-4D97-AF65-F5344CB8AC3E}">
        <p14:creationId xmlns:p14="http://schemas.microsoft.com/office/powerpoint/2010/main" val="3756158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76C82-A8C3-35DC-C337-248B60296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9" y="1645921"/>
            <a:ext cx="11597122" cy="4404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31BC2B-1037-FD35-3422-995C31233691}"/>
              </a:ext>
            </a:extLst>
          </p:cNvPr>
          <p:cNvSpPr txBox="1"/>
          <p:nvPr/>
        </p:nvSpPr>
        <p:spPr>
          <a:xfrm>
            <a:off x="943276" y="712269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88530-93C9-AD97-2F26-9FBDC3C0BB7F}"/>
              </a:ext>
            </a:extLst>
          </p:cNvPr>
          <p:cNvSpPr txBox="1"/>
          <p:nvPr/>
        </p:nvSpPr>
        <p:spPr>
          <a:xfrm>
            <a:off x="1393256" y="634128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Ans: 0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26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147F9E-D299-4797-4EAA-D17D43401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2" y="1058779"/>
            <a:ext cx="10952824" cy="470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6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BED23-F813-C687-54A8-A23341FB2B84}"/>
              </a:ext>
            </a:extLst>
          </p:cNvPr>
          <p:cNvSpPr txBox="1"/>
          <p:nvPr/>
        </p:nvSpPr>
        <p:spPr>
          <a:xfrm>
            <a:off x="943276" y="712269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2AD29-23FA-0859-49AD-E824425DF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60" y="1411776"/>
            <a:ext cx="9902079" cy="40344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A27B1F-382A-81F6-2031-4360C3242CF3}"/>
              </a:ext>
            </a:extLst>
          </p:cNvPr>
          <p:cNvSpPr txBox="1"/>
          <p:nvPr/>
        </p:nvSpPr>
        <p:spPr>
          <a:xfrm>
            <a:off x="1393256" y="634128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Ans: I = 30A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77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21107-C96B-85E5-47CC-06FE162A8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56" y="808094"/>
            <a:ext cx="5664491" cy="4972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32B8F2-C978-FFCF-23F5-AA49E399D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85" y="808094"/>
            <a:ext cx="4483330" cy="26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3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AAB0C-FBE1-7D56-890C-0520348E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49" y="1299411"/>
            <a:ext cx="7572302" cy="52265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3A2F60-7434-5867-B147-F44CA133403E}"/>
              </a:ext>
            </a:extLst>
          </p:cNvPr>
          <p:cNvSpPr txBox="1"/>
          <p:nvPr/>
        </p:nvSpPr>
        <p:spPr>
          <a:xfrm>
            <a:off x="943276" y="712269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75B7C-22D8-8C83-D479-340F6F89308C}"/>
              </a:ext>
            </a:extLst>
          </p:cNvPr>
          <p:cNvSpPr txBox="1"/>
          <p:nvPr/>
        </p:nvSpPr>
        <p:spPr>
          <a:xfrm>
            <a:off x="1393256" y="634128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Ans: i1 = -1A, i2 = 0 and i3 = 2A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913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3A2F60-7434-5867-B147-F44CA133403E}"/>
              </a:ext>
            </a:extLst>
          </p:cNvPr>
          <p:cNvSpPr txBox="1"/>
          <p:nvPr/>
        </p:nvSpPr>
        <p:spPr>
          <a:xfrm>
            <a:off x="943276" y="712269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75B7C-22D8-8C83-D479-340F6F89308C}"/>
              </a:ext>
            </a:extLst>
          </p:cNvPr>
          <p:cNvSpPr txBox="1"/>
          <p:nvPr/>
        </p:nvSpPr>
        <p:spPr>
          <a:xfrm>
            <a:off x="1393256" y="634128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Ans: </a:t>
            </a:r>
            <a:r>
              <a:rPr lang="el-G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α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-6/7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88F3EF-F9FB-BF76-9451-6E5DA76AC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878" y="1520726"/>
            <a:ext cx="8932244" cy="411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98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2DEF1F-305B-1806-308A-195978E59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1" y="924025"/>
            <a:ext cx="6940094" cy="523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7662D1-294E-693D-D001-9EA8C1C5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762" y="924025"/>
            <a:ext cx="4828674" cy="317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32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71E079-DEFF-EAC2-DF06-49C43AE71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743" y="1790299"/>
            <a:ext cx="7056513" cy="3628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001B91-C07D-8D47-0211-9E2D3BF73317}"/>
              </a:ext>
            </a:extLst>
          </p:cNvPr>
          <p:cNvSpPr txBox="1"/>
          <p:nvPr/>
        </p:nvSpPr>
        <p:spPr>
          <a:xfrm>
            <a:off x="1306629" y="1327568"/>
            <a:ext cx="8636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Determine voltages </a:t>
            </a:r>
            <a:r>
              <a:rPr lang="en-US" sz="2400" i="1" dirty="0">
                <a:effectLst/>
                <a:latin typeface="MTMI"/>
                <a:ea typeface="Calibri" panose="020F0502020204030204" pitchFamily="34" charset="0"/>
                <a:cs typeface="MTMI"/>
              </a:rPr>
              <a:t>v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sz="2400" i="1" dirty="0">
                <a:effectLst/>
                <a:latin typeface="MTMI"/>
                <a:ea typeface="Calibri" panose="020F0502020204030204" pitchFamily="34" charset="0"/>
                <a:cs typeface="MTMI"/>
              </a:rPr>
              <a:t>v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the circuit using nodal analysis.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880B8-E5AE-0A4D-1806-4F4DA7A9BD05}"/>
              </a:ext>
            </a:extLst>
          </p:cNvPr>
          <p:cNvSpPr txBox="1"/>
          <p:nvPr/>
        </p:nvSpPr>
        <p:spPr>
          <a:xfrm>
            <a:off x="943276" y="712269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5177D-1A55-F140-9AFA-71119D54B02D}"/>
              </a:ext>
            </a:extLst>
          </p:cNvPr>
          <p:cNvSpPr txBox="1"/>
          <p:nvPr/>
        </p:nvSpPr>
        <p:spPr>
          <a:xfrm>
            <a:off x="1306629" y="541902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Note that in the circuit given above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the unit of conductance.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99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6BD9-3E2B-14F0-8D1B-E24B31805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Find the voltages at the three nonreference nodes in the circuit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3866F4-6114-B0D3-5472-AA6A592D4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561" y="2160999"/>
            <a:ext cx="5283174" cy="3801546"/>
          </a:xfrm>
        </p:spPr>
      </p:pic>
    </p:spTree>
    <p:extLst>
      <p:ext uri="{BB962C8B-B14F-4D97-AF65-F5344CB8AC3E}">
        <p14:creationId xmlns:p14="http://schemas.microsoft.com/office/powerpoint/2010/main" val="420312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6BD9-3E2B-14F0-8D1B-E24B31805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Find the voltages at the three nonreference nodes in the circuit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3866F4-6114-B0D3-5472-AA6A592D4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561" y="2160999"/>
            <a:ext cx="5283174" cy="380154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37F309-AB91-DE2D-49D8-359756E749DB}"/>
              </a:ext>
            </a:extLst>
          </p:cNvPr>
          <p:cNvSpPr txBox="1"/>
          <p:nvPr/>
        </p:nvSpPr>
        <p:spPr>
          <a:xfrm>
            <a:off x="2194562" y="6151418"/>
            <a:ext cx="5818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V1=80 V, v2=64 V, v3=156 V</a:t>
            </a:r>
          </a:p>
        </p:txBody>
      </p:sp>
    </p:spTree>
    <p:extLst>
      <p:ext uri="{BB962C8B-B14F-4D97-AF65-F5344CB8AC3E}">
        <p14:creationId xmlns:p14="http://schemas.microsoft.com/office/powerpoint/2010/main" val="219924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E1DB9F-0491-E978-C63F-10E73680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91" y="1378181"/>
            <a:ext cx="6797629" cy="3276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889B19-36DB-CB06-3B0C-361A47989755}"/>
              </a:ext>
            </a:extLst>
          </p:cNvPr>
          <p:cNvSpPr txBox="1"/>
          <p:nvPr/>
        </p:nvSpPr>
        <p:spPr>
          <a:xfrm flipH="1">
            <a:off x="1910377" y="1479177"/>
            <a:ext cx="66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2035857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E1DB9F-0491-E978-C63F-10E73680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91" y="1378181"/>
            <a:ext cx="6797629" cy="3276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889B19-36DB-CB06-3B0C-361A47989755}"/>
              </a:ext>
            </a:extLst>
          </p:cNvPr>
          <p:cNvSpPr txBox="1"/>
          <p:nvPr/>
        </p:nvSpPr>
        <p:spPr>
          <a:xfrm flipH="1">
            <a:off x="1910377" y="1479177"/>
            <a:ext cx="66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5DD83-DA9C-1EBB-07AB-2495B19C1BED}"/>
              </a:ext>
            </a:extLst>
          </p:cNvPr>
          <p:cNvSpPr txBox="1"/>
          <p:nvPr/>
        </p:nvSpPr>
        <p:spPr>
          <a:xfrm>
            <a:off x="3612776" y="5504329"/>
            <a:ext cx="312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</a:t>
            </a:r>
            <a:r>
              <a:rPr lang="en-IN" baseline="-25000" dirty="0"/>
              <a:t>P</a:t>
            </a:r>
            <a:r>
              <a:rPr lang="en-IN" dirty="0"/>
              <a:t>= 171.638 V</a:t>
            </a:r>
          </a:p>
        </p:txBody>
      </p:sp>
    </p:spTree>
    <p:extLst>
      <p:ext uri="{BB962C8B-B14F-4D97-AF65-F5344CB8AC3E}">
        <p14:creationId xmlns:p14="http://schemas.microsoft.com/office/powerpoint/2010/main" val="9990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AB21-7A8A-CCF8-1995-AD89DE22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8.Determine the nodal voltages for the circuit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8F7F6-D4EC-0868-F769-4840BE9E4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5929" y="2386694"/>
            <a:ext cx="5167587" cy="2768926"/>
          </a:xfrm>
        </p:spPr>
      </p:pic>
    </p:spTree>
    <p:extLst>
      <p:ext uri="{BB962C8B-B14F-4D97-AF65-F5344CB8AC3E}">
        <p14:creationId xmlns:p14="http://schemas.microsoft.com/office/powerpoint/2010/main" val="3473415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AB21-7A8A-CCF8-1995-AD89DE22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8.Determine the nodal voltages for the circuit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8F7F6-D4EC-0868-F769-4840BE9E4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5929" y="2386694"/>
            <a:ext cx="5167587" cy="276892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708FBF-2246-9735-C003-26D427CE8466}"/>
              </a:ext>
            </a:extLst>
          </p:cNvPr>
          <p:cNvSpPr txBox="1"/>
          <p:nvPr/>
        </p:nvSpPr>
        <p:spPr>
          <a:xfrm>
            <a:off x="8528858" y="2643446"/>
            <a:ext cx="352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V1= 5.412V</a:t>
            </a:r>
          </a:p>
          <a:p>
            <a:r>
              <a:rPr lang="en-IN" dirty="0"/>
              <a:t>V2= 7.736V</a:t>
            </a:r>
          </a:p>
          <a:p>
            <a:r>
              <a:rPr lang="en-IN" dirty="0"/>
              <a:t>V3=46.32V</a:t>
            </a:r>
          </a:p>
        </p:txBody>
      </p:sp>
    </p:spTree>
    <p:extLst>
      <p:ext uri="{BB962C8B-B14F-4D97-AF65-F5344CB8AC3E}">
        <p14:creationId xmlns:p14="http://schemas.microsoft.com/office/powerpoint/2010/main" val="3576582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BAEE-5066-C908-FB00-85410FAA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</a:t>
            </a:r>
            <a:r>
              <a:rPr lang="en-US" dirty="0"/>
              <a:t>Determine the power supplied by the dependent source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274B3-CAAF-AC66-F5F6-E298F7570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907" y="1987301"/>
            <a:ext cx="4600996" cy="3902790"/>
          </a:xfrm>
        </p:spPr>
      </p:pic>
    </p:spTree>
    <p:extLst>
      <p:ext uri="{BB962C8B-B14F-4D97-AF65-F5344CB8AC3E}">
        <p14:creationId xmlns:p14="http://schemas.microsoft.com/office/powerpoint/2010/main" val="659677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BAEE-5066-C908-FB00-85410FAA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</a:t>
            </a:r>
            <a:r>
              <a:rPr lang="en-US" dirty="0"/>
              <a:t>Determine the power supplied by the dependent source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274B3-CAAF-AC66-F5F6-E298F7570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907" y="1987301"/>
            <a:ext cx="4600996" cy="390279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4CEB96-F5F4-F10A-3804-7101121F5340}"/>
              </a:ext>
            </a:extLst>
          </p:cNvPr>
          <p:cNvSpPr txBox="1"/>
          <p:nvPr/>
        </p:nvSpPr>
        <p:spPr>
          <a:xfrm>
            <a:off x="8355106" y="3594847"/>
            <a:ext cx="1568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 = 4.5kW </a:t>
            </a:r>
          </a:p>
        </p:txBody>
      </p:sp>
    </p:spTree>
    <p:extLst>
      <p:ext uri="{BB962C8B-B14F-4D97-AF65-F5344CB8AC3E}">
        <p14:creationId xmlns:p14="http://schemas.microsoft.com/office/powerpoint/2010/main" val="956001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A5F1-781D-F765-4388-862D8C17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compute the voltage across each current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42C1-EB51-0769-9CB3-18FAA1C9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7EECB-A29A-B142-1D3C-1521633C8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257" y="2406137"/>
            <a:ext cx="5443629" cy="311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A5F1-781D-F765-4388-862D8C17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compute the voltage across each current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42C1-EB51-0769-9CB3-18FAA1C9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7EECB-A29A-B142-1D3C-1521633C8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257" y="2406137"/>
            <a:ext cx="5443629" cy="3113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7995D-FEDB-73A1-D651-600EBFD7848C}"/>
              </a:ext>
            </a:extLst>
          </p:cNvPr>
          <p:cNvSpPr txBox="1"/>
          <p:nvPr/>
        </p:nvSpPr>
        <p:spPr>
          <a:xfrm>
            <a:off x="9030264" y="2919845"/>
            <a:ext cx="2323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v3A = 5.235 V; </a:t>
            </a:r>
          </a:p>
          <a:p>
            <a:r>
              <a:rPr lang="pt-BR" dirty="0"/>
              <a:t>v7A = 11.47 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89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188</Words>
  <Application>Microsoft Office PowerPoint</Application>
  <PresentationFormat>Widescreen</PresentationFormat>
  <Paragraphs>31</Paragraphs>
  <Slides>19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MTMI</vt:lpstr>
      <vt:lpstr>Times New Roman</vt:lpstr>
      <vt:lpstr>Office Theme</vt:lpstr>
      <vt:lpstr>ET Tutorial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Find the voltages at the three nonreference nodes in the circuit</vt:lpstr>
      <vt:lpstr>6. Find the voltages at the three nonreference nodes in the circuit</vt:lpstr>
      <vt:lpstr>PowerPoint Presentation</vt:lpstr>
      <vt:lpstr>PowerPoint Presentation</vt:lpstr>
      <vt:lpstr>8.Determine the nodal voltages for the circuit</vt:lpstr>
      <vt:lpstr>8.Determine the nodal voltages for the circuit</vt:lpstr>
      <vt:lpstr>9. Determine the power supplied by the dependent source</vt:lpstr>
      <vt:lpstr>9. Determine the power supplied by the dependent source</vt:lpstr>
      <vt:lpstr>10. compute the voltage across each current source</vt:lpstr>
      <vt:lpstr>10. compute the voltage across each current source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Tutorial</dc:title>
  <dc:creator>chandra MVSS</dc:creator>
  <cp:lastModifiedBy>chandra MVSS</cp:lastModifiedBy>
  <cp:revision>12</cp:revision>
  <dcterms:created xsi:type="dcterms:W3CDTF">2022-11-29T16:38:55Z</dcterms:created>
  <dcterms:modified xsi:type="dcterms:W3CDTF">2022-11-30T06:55:26Z</dcterms:modified>
</cp:coreProperties>
</file>